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12"/>
  </p:notesMasterIdLst>
  <p:sldIdLst>
    <p:sldId id="256" r:id="rId2"/>
    <p:sldId id="257" r:id="rId3"/>
    <p:sldId id="258" r:id="rId4"/>
    <p:sldId id="263" r:id="rId5"/>
    <p:sldId id="264" r:id="rId6"/>
    <p:sldId id="266" r:id="rId7"/>
    <p:sldId id="267" r:id="rId8"/>
    <p:sldId id="265" r:id="rId9"/>
    <p:sldId id="261" r:id="rId10"/>
    <p:sldId id="262" r:id="rId1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57"/>
          </p14:sldIdLst>
        </p14:section>
        <p14:section name="Repeat for each task" id="{2C930711-5039-DC4C-8001-134FF26FF6A4}">
          <p14:sldIdLst>
            <p14:sldId id="258"/>
            <p14:sldId id="263"/>
            <p14:sldId id="264"/>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30"/>
  </p:normalViewPr>
  <p:slideViewPr>
    <p:cSldViewPr snapToGrid="0">
      <p:cViewPr varScale="1">
        <p:scale>
          <a:sx n="138" d="100"/>
          <a:sy n="138" d="100"/>
        </p:scale>
        <p:origin x="252"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a:t>
            </a:r>
            <a:endParaRPr dirty="0"/>
          </a:p>
          <a:p>
            <a:pPr marL="0" lvl="0" indent="0" algn="l" rtl="0">
              <a:spcBef>
                <a:spcPts val="1200"/>
              </a:spcBef>
              <a:spcAft>
                <a:spcPts val="0"/>
              </a:spcAft>
              <a:buNone/>
            </a:pPr>
            <a:r>
              <a:rPr lang="en" dirty="0"/>
              <a:t>Number 1:</a:t>
            </a:r>
            <a:endParaRPr dirty="0"/>
          </a:p>
          <a:p>
            <a:pPr marL="0" lvl="0" indent="0" algn="l" rtl="0">
              <a:spcBef>
                <a:spcPts val="1200"/>
              </a:spcBef>
              <a:spcAft>
                <a:spcPts val="0"/>
              </a:spcAft>
              <a:buClr>
                <a:schemeClr val="dk1"/>
              </a:buClr>
              <a:buSzPts val="1100"/>
              <a:buFont typeface="Arial"/>
              <a:buNone/>
            </a:pPr>
            <a:r>
              <a:rPr lang="en" dirty="0"/>
              <a:t>Name 2:</a:t>
            </a:r>
            <a:endParaRPr dirty="0"/>
          </a:p>
          <a:p>
            <a:pPr marL="0" lvl="0" indent="0" algn="l" rtl="0">
              <a:spcBef>
                <a:spcPts val="1200"/>
              </a:spcBef>
              <a:spcAft>
                <a:spcPts val="0"/>
              </a:spcAft>
              <a:buClr>
                <a:schemeClr val="dk1"/>
              </a:buClr>
              <a:buSzPts val="1100"/>
              <a:buFont typeface="Arial"/>
              <a:buNone/>
            </a:pPr>
            <a:r>
              <a:rPr lang="en" dirty="0"/>
              <a:t>Number 2:</a:t>
            </a:r>
            <a:endParaRPr dirty="0"/>
          </a:p>
          <a:p>
            <a:pPr marL="0" lvl="0" indent="0" algn="l" rtl="0">
              <a:spcBef>
                <a:spcPts val="1200"/>
              </a:spcBef>
              <a:spcAft>
                <a:spcPts val="0"/>
              </a:spcAft>
              <a:buClr>
                <a:schemeClr val="dk1"/>
              </a:buClr>
              <a:buSzPts val="1100"/>
              <a:buFont typeface="Arial"/>
              <a:buNone/>
            </a:pPr>
            <a:r>
              <a:rPr lang="en" dirty="0"/>
              <a:t>Name 3:</a:t>
            </a:r>
            <a:endParaRPr dirty="0"/>
          </a:p>
          <a:p>
            <a:pPr marL="0" lvl="0" indent="0" algn="l" rtl="0">
              <a:spcBef>
                <a:spcPts val="1200"/>
              </a:spcBef>
              <a:spcAft>
                <a:spcPts val="0"/>
              </a:spcAft>
              <a:buClr>
                <a:schemeClr val="dk1"/>
              </a:buClr>
              <a:buSzPts val="1100"/>
              <a:buFont typeface="Arial"/>
              <a:buNone/>
            </a:pPr>
            <a:r>
              <a:rPr lang="en" dirty="0"/>
              <a:t>Number 3:</a:t>
            </a:r>
            <a:endParaRPr dirty="0"/>
          </a:p>
          <a:p>
            <a:pPr marL="0" lvl="0" indent="0" algn="l" rtl="0">
              <a:spcBef>
                <a:spcPts val="1200"/>
              </a:spcBef>
              <a:spcAft>
                <a:spcPts val="0"/>
              </a:spcAft>
              <a:buNone/>
            </a:pPr>
            <a:r>
              <a:rPr lang="en" dirty="0"/>
              <a:t>Final score on the private leaderboard:   </a:t>
            </a:r>
            <a:endParaRPr dirty="0"/>
          </a:p>
          <a:p>
            <a:pPr marL="0" lvl="0" indent="0" algn="l" rtl="0">
              <a:spcBef>
                <a:spcPts val="1200"/>
              </a:spcBef>
              <a:spcAft>
                <a:spcPts val="1200"/>
              </a:spcAft>
              <a:buNone/>
            </a:pPr>
            <a:r>
              <a:rPr lang="en" dirty="0"/>
              <a:t>Leaderboard</a:t>
            </a:r>
            <a:r>
              <a:rPr lang="en-US" dirty="0"/>
              <a:t> private</a:t>
            </a:r>
            <a:r>
              <a:rPr lang="en" dirty="0"/>
              <a:t> ranking: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t>Task [</a:t>
            </a:r>
            <a:r>
              <a:rPr lang="en" dirty="0" err="1"/>
              <a:t>x.y</a:t>
            </a:r>
            <a:r>
              <a:rPr lang="en" dirty="0"/>
              <a:t>]</a:t>
            </a:r>
            <a:endParaRPr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p:txBody>
          <a:bodyPr>
            <a:normAutofit fontScale="90000"/>
          </a:bodyPr>
          <a:lstStyle/>
          <a:p>
            <a:r>
              <a:rPr lang="en-US" dirty="0"/>
              <a:t>What was done in task [</a:t>
            </a:r>
            <a:r>
              <a:rPr lang="en-US" dirty="0" err="1"/>
              <a:t>x,y</a:t>
            </a:r>
            <a:r>
              <a:rPr lang="en-US" dirty="0"/>
              <a:t>]</a:t>
            </a:r>
            <a:endParaRPr lang="pt-PT" dirty="0"/>
          </a:p>
        </p:txBody>
      </p:sp>
      <p:sp>
        <p:nvSpPr>
          <p:cNvPr id="3" name="Marcador de Posição do Texto 2">
            <a:extLst>
              <a:ext uri="{FF2B5EF4-FFF2-40B4-BE49-F238E27FC236}">
                <a16:creationId xmlns:a16="http://schemas.microsoft.com/office/drawing/2014/main" id="{368492AF-D3A2-ADD3-DA62-EB00F1E4BBB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a:t>
            </a:r>
            <a:r>
              <a:rPr lang="en-US" dirty="0" err="1"/>
              <a:t>x,y</a:t>
            </a:r>
            <a:r>
              <a:rPr lang="en-US" dirty="0"/>
              <a:t>]</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extLst>
      <p:ext uri="{BB962C8B-B14F-4D97-AF65-F5344CB8AC3E}">
        <p14:creationId xmlns:p14="http://schemas.microsoft.com/office/powerpoint/2010/main" val="30132172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3862353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12665899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9262990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TotalTime>
  <Words>227</Words>
  <Application>Microsoft Office PowerPoint</Application>
  <PresentationFormat>Apresentação no Ecrã (16:9)</PresentationFormat>
  <Paragraphs>33</Paragraphs>
  <Slides>10</Slides>
  <Notes>5</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10</vt:i4>
      </vt:variant>
    </vt:vector>
  </HeadingPairs>
  <TitlesOfParts>
    <vt:vector size="12" baseType="lpstr">
      <vt:lpstr>Arial</vt:lpstr>
      <vt:lpstr>Simple Light</vt:lpstr>
      <vt:lpstr>ML@NOVA  DFJ</vt:lpstr>
      <vt:lpstr>Team identification</vt:lpstr>
      <vt:lpstr>Task [x.y]</vt:lpstr>
      <vt:lpstr>What was done in task [x,y]</vt:lpstr>
      <vt:lpstr>Results and Analysis from task [x,y]</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8</cp:revision>
  <dcterms:modified xsi:type="dcterms:W3CDTF">2025-11-17T15:09:56Z</dcterms:modified>
</cp:coreProperties>
</file>