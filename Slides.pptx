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4"/>
  </p:notesMasterIdLst>
  <p:sldIdLst>
    <p:sldId id="256" r:id="rId2"/>
    <p:sldId id="268" r:id="rId3"/>
    <p:sldId id="258" r:id="rId4"/>
    <p:sldId id="263" r:id="rId5"/>
    <p:sldId id="272" r:id="rId6"/>
    <p:sldId id="283" r:id="rId7"/>
    <p:sldId id="264" r:id="rId8"/>
    <p:sldId id="282" r:id="rId9"/>
    <p:sldId id="285" r:id="rId10"/>
    <p:sldId id="286" r:id="rId11"/>
    <p:sldId id="301" r:id="rId12"/>
    <p:sldId id="269" r:id="rId13"/>
    <p:sldId id="270" r:id="rId14"/>
    <p:sldId id="276" r:id="rId15"/>
    <p:sldId id="302" r:id="rId16"/>
    <p:sldId id="271" r:id="rId17"/>
    <p:sldId id="273" r:id="rId18"/>
    <p:sldId id="274" r:id="rId19"/>
    <p:sldId id="280" r:id="rId20"/>
    <p:sldId id="275" r:id="rId21"/>
    <p:sldId id="277" r:id="rId22"/>
    <p:sldId id="278" r:id="rId23"/>
    <p:sldId id="279" r:id="rId24"/>
    <p:sldId id="281" r:id="rId25"/>
    <p:sldId id="287" r:id="rId26"/>
    <p:sldId id="288" r:id="rId27"/>
    <p:sldId id="289" r:id="rId28"/>
    <p:sldId id="290" r:id="rId29"/>
    <p:sldId id="291" r:id="rId30"/>
    <p:sldId id="293" r:id="rId31"/>
    <p:sldId id="294" r:id="rId32"/>
    <p:sldId id="295" r:id="rId33"/>
    <p:sldId id="296" r:id="rId34"/>
    <p:sldId id="297" r:id="rId35"/>
    <p:sldId id="298" r:id="rId36"/>
    <p:sldId id="300" r:id="rId37"/>
    <p:sldId id="299" r:id="rId38"/>
    <p:sldId id="266" r:id="rId39"/>
    <p:sldId id="267" r:id="rId40"/>
    <p:sldId id="265" r:id="rId41"/>
    <p:sldId id="261" r:id="rId42"/>
    <p:sldId id="262" r:id="rId4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83"/>
            <p14:sldId id="264"/>
            <p14:sldId id="282"/>
            <p14:sldId id="285"/>
            <p14:sldId id="286"/>
            <p14:sldId id="301"/>
          </p14:sldIdLst>
        </p14:section>
        <p14:section name="1.2" id="{9E751314-B9D1-45B8-803A-20B0E7A9974D}">
          <p14:sldIdLst>
            <p14:sldId id="269"/>
            <p14:sldId id="270"/>
            <p14:sldId id="276"/>
            <p14:sldId id="302"/>
            <p14:sldId id="271"/>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281"/>
            <p14:sldId id="287"/>
            <p14:sldId id="288"/>
            <p14:sldId id="289"/>
          </p14:sldIdLst>
        </p14:section>
        <p14:section name="3.1" id="{4A28E1D6-F7ED-4E38-A664-C8D416039B14}">
          <p14:sldIdLst>
            <p14:sldId id="290"/>
            <p14:sldId id="291"/>
            <p14:sldId id="293"/>
          </p14:sldIdLst>
        </p14:section>
        <p14:section name="3.2" id="{0E45091F-F401-47B5-B1F8-52F8BCDDD40C}">
          <p14:sldIdLst>
            <p14:sldId id="294"/>
            <p14:sldId id="295"/>
            <p14:sldId id="296"/>
          </p14:sldIdLst>
        </p14:section>
        <p14:section name="3.3" id="{8176971B-23BC-429B-A9F8-6D216981AAFE}">
          <p14:sldIdLst>
            <p14:sldId id="297"/>
            <p14:sldId id="298"/>
            <p14:sldId id="300"/>
            <p14:sldId id="299"/>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édio 2 - Destaqu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Estilo Claro 1 - Destaque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94630"/>
  </p:normalViewPr>
  <p:slideViewPr>
    <p:cSldViewPr snapToGrid="0">
      <p:cViewPr varScale="1">
        <p:scale>
          <a:sx n="138" d="100"/>
          <a:sy n="138" d="100"/>
        </p:scale>
        <p:origin x="252"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audia Soares" userId="8fc97ad4-5a58-4765-88ae-9e8dbde766c1" providerId="ADAL" clId="{1B0025CF-07AD-9748-9C07-FE0E2BBEF725}"/>
    <pc:docChg chg="custSel addSld modSld">
      <pc:chgData name="Claudia Soares" userId="8fc97ad4-5a58-4765-88ae-9e8dbde766c1" providerId="ADAL" clId="{1B0025CF-07AD-9748-9C07-FE0E2BBEF725}" dt="2024-10-06T08:04:54.210" v="168" actId="20577"/>
      <pc:docMkLst>
        <pc:docMk/>
      </pc:docMkLst>
      <pc:sldChg chg="modSp">
        <pc:chgData name="Claudia Soares" userId="8fc97ad4-5a58-4765-88ae-9e8dbde766c1" providerId="ADAL" clId="{1B0025CF-07AD-9748-9C07-FE0E2BBEF725}" dt="2024-10-06T08:00:50.980" v="9" actId="20577"/>
        <pc:sldMkLst>
          <pc:docMk/>
          <pc:sldMk cId="0" sldId="257"/>
        </pc:sldMkLst>
        <pc:spChg chg="mod">
          <ac:chgData name="Claudia Soares" userId="8fc97ad4-5a58-4765-88ae-9e8dbde766c1" providerId="ADAL" clId="{1B0025CF-07AD-9748-9C07-FE0E2BBEF725}" dt="2024-10-06T08:00:50.980" v="9" actId="20577"/>
          <ac:spMkLst>
            <pc:docMk/>
            <pc:sldMk cId="0" sldId="257"/>
            <ac:spMk id="61" creationId="{00000000-0000-0000-0000-000000000000}"/>
          </ac:spMkLst>
        </pc:spChg>
      </pc:sldChg>
      <pc:sldChg chg="delSp modSp mod modClrScheme chgLayout modNotesTx">
        <pc:chgData name="Claudia Soares" userId="8fc97ad4-5a58-4765-88ae-9e8dbde766c1" providerId="ADAL" clId="{1B0025CF-07AD-9748-9C07-FE0E2BBEF725}" dt="2024-10-06T08:03:26.486" v="112" actId="20577"/>
        <pc:sldMkLst>
          <pc:docMk/>
          <pc:sldMk cId="0" sldId="258"/>
        </pc:sldMkLst>
        <pc:spChg chg="mod ord">
          <ac:chgData name="Claudia Soares" userId="8fc97ad4-5a58-4765-88ae-9e8dbde766c1" providerId="ADAL" clId="{1B0025CF-07AD-9748-9C07-FE0E2BBEF725}" dt="2024-10-06T08:01:25.317" v="14" actId="27636"/>
          <ac:spMkLst>
            <pc:docMk/>
            <pc:sldMk cId="0" sldId="258"/>
            <ac:spMk id="66" creationId="{00000000-0000-0000-0000-000000000000}"/>
          </ac:spMkLst>
        </pc:spChg>
        <pc:spChg chg="del">
          <ac:chgData name="Claudia Soares" userId="8fc97ad4-5a58-4765-88ae-9e8dbde766c1" providerId="ADAL" clId="{1B0025CF-07AD-9748-9C07-FE0E2BBEF725}" dt="2024-10-06T08:01:14.681" v="10" actId="700"/>
          <ac:spMkLst>
            <pc:docMk/>
            <pc:sldMk cId="0" sldId="258"/>
            <ac:spMk id="67" creationId="{00000000-0000-0000-0000-000000000000}"/>
          </ac:spMkLst>
        </pc:spChg>
      </pc:sldChg>
      <pc:sldChg chg="addSp modSp new mod modClrScheme chgLayout">
        <pc:chgData name="Claudia Soares" userId="8fc97ad4-5a58-4765-88ae-9e8dbde766c1" providerId="ADAL" clId="{1B0025CF-07AD-9748-9C07-FE0E2BBEF725}" dt="2024-10-06T08:02:21.056" v="43" actId="20577"/>
        <pc:sldMkLst>
          <pc:docMk/>
          <pc:sldMk cId="3767754814" sldId="263"/>
        </pc:sldMkLst>
        <pc:spChg chg="mod ord">
          <ac:chgData name="Claudia Soares" userId="8fc97ad4-5a58-4765-88ae-9e8dbde766c1" providerId="ADAL" clId="{1B0025CF-07AD-9748-9C07-FE0E2BBEF725}" dt="2024-10-06T08:02:21.056" v="43" actId="20577"/>
          <ac:spMkLst>
            <pc:docMk/>
            <pc:sldMk cId="3767754814" sldId="263"/>
            <ac:spMk id="2" creationId="{435950B8-3572-2171-184D-7CB447F81866}"/>
          </ac:spMkLst>
        </pc:spChg>
        <pc:spChg chg="add mod ord">
          <ac:chgData name="Claudia Soares" userId="8fc97ad4-5a58-4765-88ae-9e8dbde766c1" providerId="ADAL" clId="{1B0025CF-07AD-9748-9C07-FE0E2BBEF725}" dt="2024-10-06T08:01:25.227" v="12" actId="700"/>
          <ac:spMkLst>
            <pc:docMk/>
            <pc:sldMk cId="3767754814" sldId="263"/>
            <ac:spMk id="3" creationId="{368492AF-D3A2-ADD3-DA62-EB00F1E4BBBC}"/>
          </ac:spMkLst>
        </pc:spChg>
      </pc:sldChg>
      <pc:sldChg chg="modSp new">
        <pc:chgData name="Claudia Soares" userId="8fc97ad4-5a58-4765-88ae-9e8dbde766c1" providerId="ADAL" clId="{1B0025CF-07AD-9748-9C07-FE0E2BBEF725}" dt="2024-10-06T08:02:42.912" v="51" actId="20577"/>
        <pc:sldMkLst>
          <pc:docMk/>
          <pc:sldMk cId="3013217245" sldId="264"/>
        </pc:sldMkLst>
        <pc:spChg chg="mod">
          <ac:chgData name="Claudia Soares" userId="8fc97ad4-5a58-4765-88ae-9e8dbde766c1" providerId="ADAL" clId="{1B0025CF-07AD-9748-9C07-FE0E2BBEF725}" dt="2024-10-06T08:02:42.912" v="51" actId="20577"/>
          <ac:spMkLst>
            <pc:docMk/>
            <pc:sldMk cId="3013217245" sldId="264"/>
            <ac:spMk id="2" creationId="{18C61B6A-344B-35E3-3F42-0EB9D63698C5}"/>
          </ac:spMkLst>
        </pc:spChg>
      </pc:sldChg>
      <pc:sldChg chg="delSp modSp new mod modClrScheme chgLayout">
        <pc:chgData name="Claudia Soares" userId="8fc97ad4-5a58-4765-88ae-9e8dbde766c1" providerId="ADAL" clId="{1B0025CF-07AD-9748-9C07-FE0E2BBEF725}" dt="2024-10-06T08:04:54.210" v="168" actId="20577"/>
        <pc:sldMkLst>
          <pc:docMk/>
          <pc:sldMk cId="926299051" sldId="265"/>
        </pc:sldMkLst>
        <pc:spChg chg="mod ord">
          <ac:chgData name="Claudia Soares" userId="8fc97ad4-5a58-4765-88ae-9e8dbde766c1" providerId="ADAL" clId="{1B0025CF-07AD-9748-9C07-FE0E2BBEF725}" dt="2024-10-06T08:04:54.210" v="168" actId="20577"/>
          <ac:spMkLst>
            <pc:docMk/>
            <pc:sldMk cId="926299051" sldId="265"/>
            <ac:spMk id="2" creationId="{AE27A425-36EA-9808-3A7A-0460D60BFB49}"/>
          </ac:spMkLst>
        </pc:spChg>
        <pc:spChg chg="del">
          <ac:chgData name="Claudia Soares" userId="8fc97ad4-5a58-4765-88ae-9e8dbde766c1" providerId="ADAL" clId="{1B0025CF-07AD-9748-9C07-FE0E2BBEF725}" dt="2024-10-06T08:03:42.906" v="114" actId="700"/>
          <ac:spMkLst>
            <pc:docMk/>
            <pc:sldMk cId="926299051" sldId="265"/>
            <ac:spMk id="3" creationId="{58BF23B5-2891-33AC-EF15-713E83FA6F0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777F7B63-49E6-48E2-B981-BEF685C2112F}" srcId="{92DC4978-97FB-472E-9795-A1A7D15D5F8C}" destId="{C1585306-9078-4637-A2C6-FDB30F49C820}" srcOrd="3" destOrd="0" parTransId="{E1FDD6E2-7C0A-44EE-9DFB-8FA546F2884B}" sibTransId="{9E266219-93A9-4883-B969-E1E96F4DA0C5}"/>
    <dgm:cxn modelId="{B2EE5044-B94E-4D84-89C0-736B390782A9}" type="presOf" srcId="{4C7FE18E-125D-475B-B10B-088E6734D52C}" destId="{58E8DB4E-F847-4162-8A95-71F6E6D31073}" srcOrd="0" destOrd="0" presId="urn:microsoft.com/office/officeart/2008/layout/LinedList"/>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26575254-8CED-4ED3-9EA6-24CFDF0F8D47}" type="presOf" srcId="{13A688BA-20FC-402E-BCD3-F529FCAF80B5}" destId="{5869E7E7-B9A9-4BAD-B8A3-E2E13B56ECDF}" srcOrd="0" destOrd="0" presId="urn:microsoft.com/office/officeart/2008/layout/LinedList"/>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F7C34D45-22BC-4A25-AD72-276C28086715}" type="presOf" srcId="{7C09CFA3-D94F-4B70-B373-0F94E24E241C}" destId="{DF32B02D-395F-41F7-A7BA-DE013030858A}" srcOrd="0" destOrd="0" presId="urn:microsoft.com/office/officeart/2008/layout/LinedList"/>
    <dgm:cxn modelId="{E1512268-4190-42F9-8021-631EEC0DBF7A}" srcId="{B65A5802-29A1-4B5D-83CF-99213F19E695}" destId="{2A4D6609-F087-4EE4-8570-AA049053B14A}" srcOrd="0" destOrd="0" parTransId="{5B043BC3-3E94-462D-85E1-415F542E4819}" sibTransId="{C37C6E10-5B87-45C1-AE0D-F22765C46796}"/>
    <dgm:cxn modelId="{6F5F4F48-8858-4FB9-B0CE-63206D01B468}" srcId="{B65A5802-29A1-4B5D-83CF-99213F19E695}" destId="{80B79130-F9DA-4054-8223-A39A18EA411E}" srcOrd="1" destOrd="0" parTransId="{F8460E7C-C150-4C3B-A49A-F303743E90DA}" sibTransId="{3E944AFD-EEA0-4F82-B05B-5F019EE4495C}"/>
    <dgm:cxn modelId="{DEA07A68-0AE4-48FB-8A4B-8BAB1483D033}" type="presOf" srcId="{73E429C8-4C34-4099-8F34-3A3942D01488}" destId="{53EA8D32-100D-4EE3-864A-CE002E29D3C3}" srcOrd="0" destOrd="0" presId="urn:microsoft.com/office/officeart/2008/layout/LinedList"/>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F3F6C851-9A85-4C4D-9B5A-7235078432B0}" type="presOf" srcId="{402BEB86-73E3-421D-AF3A-9A7A6FD7ACA8}" destId="{2B3FCD8B-251D-4D69-B4F7-199CEB9B633F}"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CC6AE059-C256-4155-BD52-FDDFF02CB8DB}" type="presOf" srcId="{B93654B0-3E2F-49AC-98CA-62818F035EA9}" destId="{D4E86A6D-0697-4AB4-B474-1C76E7534F7C}" srcOrd="0" destOrd="0" presId="urn:microsoft.com/office/officeart/2008/layout/LinedList"/>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6707435D-F33E-40B5-97C6-434333FEA878}" type="presOf" srcId="{4E4AEA34-1B95-4206-82BC-7FA6765F1202}" destId="{991C0457-BDE7-4E50-8B25-C3AE678C4AFF}"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0E164358-7F56-4945-81F2-752D7BEEB0CA}" srcId="{4E4AEA34-1B95-4206-82BC-7FA6765F1202}" destId="{B3E2FF39-7B7D-41DB-9C47-948407FDAA5D}" srcOrd="0" destOrd="0" parTransId="{3A113F7C-11D8-4CB9-BC30-D4D4DC58D639}" sibTransId="{FE13E537-842A-4C79-962C-DF6B53F2D1D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8DC70253-8CE9-4D43-A8CE-C8A62BF43945}" srcId="{169E7CD2-D7D7-44D1-A5C3-08B8C5EA3FDB}" destId="{DE9AD532-0570-46C8-A36F-25D69DB166AB}" srcOrd="3" destOrd="0" parTransId="{F81F072B-34A0-4EC5-91DB-1D96B32E3744}" sibTransId="{0E0BFF98-2794-44F6-8B47-6EE4F4E3997D}"/>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FCAD634-4B69-4BC2-8C9F-DACC6AFCE68C}"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3E2D213F-E3F6-4FB8-9E01-C0C450F1B131}">
      <dgm:prSet/>
      <dgm:spPr/>
      <dgm:t>
        <a:bodyPr/>
        <a:lstStyle/>
        <a:p>
          <a:r>
            <a:rPr lang="pt-PT"/>
            <a:t>1. Data Preparation</a:t>
          </a:r>
          <a:endParaRPr lang="en-US"/>
        </a:p>
      </dgm:t>
    </dgm:pt>
    <dgm:pt modelId="{7BFE1A8E-4341-4EFB-98DC-DCB3DFBB3082}" type="parTrans" cxnId="{18D973E4-0B01-4DC9-AAF4-212D98A31BE0}">
      <dgm:prSet/>
      <dgm:spPr/>
      <dgm:t>
        <a:bodyPr/>
        <a:lstStyle/>
        <a:p>
          <a:endParaRPr lang="en-US"/>
        </a:p>
      </dgm:t>
    </dgm:pt>
    <dgm:pt modelId="{832EC01F-1011-4569-AE57-ACBEAE1D0050}" type="sibTrans" cxnId="{18D973E4-0B01-4DC9-AAF4-212D98A31BE0}">
      <dgm:prSet/>
      <dgm:spPr/>
      <dgm:t>
        <a:bodyPr/>
        <a:lstStyle/>
        <a:p>
          <a:endParaRPr lang="en-US"/>
        </a:p>
      </dgm:t>
    </dgm:pt>
    <dgm:pt modelId="{AA15DA94-4376-4EDE-A5A9-6345B6D2FB9E}">
      <dgm:prSet/>
      <dgm:spPr/>
      <dgm:t>
        <a:bodyPr/>
        <a:lstStyle/>
        <a:p>
          <a:r>
            <a:rPr lang="pt-PT"/>
            <a:t>- Load original dataset with missing values</a:t>
          </a:r>
          <a:endParaRPr lang="en-US"/>
        </a:p>
      </dgm:t>
    </dgm:pt>
    <dgm:pt modelId="{EAAD7761-5F0F-412D-8FEE-16361FB3B7CC}" type="parTrans" cxnId="{7C8AD646-148F-440B-A363-B72BED01BE8D}">
      <dgm:prSet/>
      <dgm:spPr/>
      <dgm:t>
        <a:bodyPr/>
        <a:lstStyle/>
        <a:p>
          <a:endParaRPr lang="en-US"/>
        </a:p>
      </dgm:t>
    </dgm:pt>
    <dgm:pt modelId="{296C883D-A3CC-49DD-A8CD-73E0C0C77E24}" type="sibTrans" cxnId="{7C8AD646-148F-440B-A363-B72BED01BE8D}">
      <dgm:prSet/>
      <dgm:spPr/>
      <dgm:t>
        <a:bodyPr/>
        <a:lstStyle/>
        <a:p>
          <a:endParaRPr lang="en-US"/>
        </a:p>
      </dgm:t>
    </dgm:pt>
    <dgm:pt modelId="{EBA12DE1-F32E-4E1C-B7C6-1E45196AAC8C}">
      <dgm:prSet/>
      <dgm:spPr/>
      <dgm:t>
        <a:bodyPr/>
        <a:lstStyle/>
        <a:p>
          <a:r>
            <a:rPr lang="pt-PT"/>
            <a:t>- Analyze missing value patterns</a:t>
          </a:r>
          <a:endParaRPr lang="en-US"/>
        </a:p>
      </dgm:t>
    </dgm:pt>
    <dgm:pt modelId="{498508F5-5778-4C3C-8F86-8D290F7D2ED8}" type="parTrans" cxnId="{CDC6E90A-159E-4763-A16B-2BB6A0F5C529}">
      <dgm:prSet/>
      <dgm:spPr/>
      <dgm:t>
        <a:bodyPr/>
        <a:lstStyle/>
        <a:p>
          <a:endParaRPr lang="en-US"/>
        </a:p>
      </dgm:t>
    </dgm:pt>
    <dgm:pt modelId="{666241D1-04C6-4385-A388-A7E2324BA2F8}" type="sibTrans" cxnId="{CDC6E90A-159E-4763-A16B-2BB6A0F5C529}">
      <dgm:prSet/>
      <dgm:spPr/>
      <dgm:t>
        <a:bodyPr/>
        <a:lstStyle/>
        <a:p>
          <a:endParaRPr lang="en-US"/>
        </a:p>
      </dgm:t>
    </dgm:pt>
    <dgm:pt modelId="{ECB0F062-DEEC-4B2B-A51B-0EC3E2519CB3}">
      <dgm:prSet/>
      <dgm:spPr/>
      <dgm:t>
        <a:bodyPr/>
        <a:lstStyle/>
        <a:p>
          <a:r>
            <a:rPr lang="pt-PT"/>
            <a:t>- Prepare feature matrix (X) and target variable (y) with missing data intact</a:t>
          </a:r>
          <a:endParaRPr lang="en-US"/>
        </a:p>
      </dgm:t>
    </dgm:pt>
    <dgm:pt modelId="{8F57631E-6124-4A17-8B06-46187FCB78C8}" type="parTrans" cxnId="{146340C1-E0A8-4EDD-A195-743C7750A33B}">
      <dgm:prSet/>
      <dgm:spPr/>
      <dgm:t>
        <a:bodyPr/>
        <a:lstStyle/>
        <a:p>
          <a:endParaRPr lang="en-US"/>
        </a:p>
      </dgm:t>
    </dgm:pt>
    <dgm:pt modelId="{B4BFD774-5263-49B1-B44E-44549C26066C}" type="sibTrans" cxnId="{146340C1-E0A8-4EDD-A195-743C7750A33B}">
      <dgm:prSet/>
      <dgm:spPr/>
      <dgm:t>
        <a:bodyPr/>
        <a:lstStyle/>
        <a:p>
          <a:endParaRPr lang="en-US"/>
        </a:p>
      </dgm:t>
    </dgm:pt>
    <dgm:pt modelId="{43B76ED6-F9BD-480D-88CB-A74AF151AEC5}">
      <dgm:prSet/>
      <dgm:spPr/>
      <dgm:t>
        <a:bodyPr/>
        <a:lstStyle/>
        <a:p>
          <a:r>
            <a:rPr lang="pt-PT"/>
            <a:t>2. Imputation Strategies</a:t>
          </a:r>
          <a:endParaRPr lang="en-US"/>
        </a:p>
      </dgm:t>
    </dgm:pt>
    <dgm:pt modelId="{10263013-345B-4AB6-9F93-A292CC9558FE}" type="parTrans" cxnId="{07F13786-EA65-4D96-850D-F2C003EEF009}">
      <dgm:prSet/>
      <dgm:spPr/>
      <dgm:t>
        <a:bodyPr/>
        <a:lstStyle/>
        <a:p>
          <a:endParaRPr lang="en-US"/>
        </a:p>
      </dgm:t>
    </dgm:pt>
    <dgm:pt modelId="{C938761F-426C-46FA-AB3D-54F95F8963B7}" type="sibTrans" cxnId="{07F13786-EA65-4D96-850D-F2C003EEF009}">
      <dgm:prSet/>
      <dgm:spPr/>
      <dgm:t>
        <a:bodyPr/>
        <a:lstStyle/>
        <a:p>
          <a:endParaRPr lang="en-US"/>
        </a:p>
      </dgm:t>
    </dgm:pt>
    <dgm:pt modelId="{FA9DC819-FEE7-40E1-88D9-B93F0790935A}">
      <dgm:prSet/>
      <dgm:spPr/>
      <dgm:t>
        <a:bodyPr/>
        <a:lstStyle/>
        <a:p>
          <a:r>
            <a:rPr lang="pt-PT" dirty="0"/>
            <a:t>- </a:t>
          </a:r>
          <a:r>
            <a:rPr lang="pt-PT" dirty="0" err="1"/>
            <a:t>Mean</a:t>
          </a:r>
          <a:r>
            <a:rPr lang="pt-PT" dirty="0"/>
            <a:t> </a:t>
          </a:r>
          <a:r>
            <a:rPr lang="pt-PT" dirty="0" err="1"/>
            <a:t>Imputation</a:t>
          </a:r>
          <a:r>
            <a:rPr lang="pt-PT" dirty="0"/>
            <a:t>: </a:t>
          </a:r>
          <a:r>
            <a:rPr lang="pt-PT" dirty="0" err="1"/>
            <a:t>Replace</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column</a:t>
          </a:r>
          <a:r>
            <a:rPr lang="pt-PT" dirty="0"/>
            <a:t> </a:t>
          </a:r>
          <a:r>
            <a:rPr lang="pt-PT" dirty="0" err="1"/>
            <a:t>means</a:t>
          </a:r>
          <a:endParaRPr lang="en-US" dirty="0"/>
        </a:p>
      </dgm:t>
    </dgm:pt>
    <dgm:pt modelId="{C2044965-9336-4C84-8B2E-B2E0BF74FAC8}" type="parTrans" cxnId="{AE43850F-6C24-4E3A-A902-E541925E7B58}">
      <dgm:prSet/>
      <dgm:spPr/>
      <dgm:t>
        <a:bodyPr/>
        <a:lstStyle/>
        <a:p>
          <a:endParaRPr lang="en-US"/>
        </a:p>
      </dgm:t>
    </dgm:pt>
    <dgm:pt modelId="{95859F41-EC81-4720-8F64-4F377C5ECC7E}" type="sibTrans" cxnId="{AE43850F-6C24-4E3A-A902-E541925E7B58}">
      <dgm:prSet/>
      <dgm:spPr/>
      <dgm:t>
        <a:bodyPr/>
        <a:lstStyle/>
        <a:p>
          <a:endParaRPr lang="en-US"/>
        </a:p>
      </dgm:t>
    </dgm:pt>
    <dgm:pt modelId="{8CC9E8DF-1DF2-4601-BB57-ECE6C2B3B956}">
      <dgm:prSet/>
      <dgm:spPr/>
      <dgm:t>
        <a:bodyPr/>
        <a:lstStyle/>
        <a:p>
          <a:r>
            <a:rPr lang="pt-PT" dirty="0"/>
            <a:t>- KNN </a:t>
          </a:r>
          <a:r>
            <a:rPr lang="pt-PT" dirty="0" err="1"/>
            <a:t>Imputation</a:t>
          </a:r>
          <a:r>
            <a:rPr lang="pt-PT" dirty="0"/>
            <a:t>: Use k-</a:t>
          </a:r>
          <a:r>
            <a:rPr lang="pt-PT" dirty="0" err="1"/>
            <a:t>nearest</a:t>
          </a:r>
          <a:r>
            <a:rPr lang="pt-PT" dirty="0"/>
            <a:t> </a:t>
          </a:r>
          <a:r>
            <a:rPr lang="pt-PT" dirty="0" err="1"/>
            <a:t>neighbors</a:t>
          </a:r>
          <a:r>
            <a:rPr lang="pt-PT" dirty="0"/>
            <a:t> to </a:t>
          </a:r>
          <a:r>
            <a:rPr lang="pt-PT" dirty="0" err="1"/>
            <a:t>estimate</a:t>
          </a:r>
          <a:r>
            <a:rPr lang="pt-PT" dirty="0"/>
            <a:t> </a:t>
          </a:r>
          <a:r>
            <a:rPr lang="pt-PT" dirty="0" err="1"/>
            <a:t>missing</a:t>
          </a:r>
          <a:r>
            <a:rPr lang="pt-PT" dirty="0"/>
            <a:t> </a:t>
          </a:r>
          <a:r>
            <a:rPr lang="pt-PT" dirty="0" err="1"/>
            <a:t>values</a:t>
          </a:r>
          <a:endParaRPr lang="en-US" dirty="0"/>
        </a:p>
      </dgm:t>
    </dgm:pt>
    <dgm:pt modelId="{C7B72ABE-814B-4CE2-9946-617CFCD262DC}" type="parTrans" cxnId="{98DCACC6-CB96-417D-AA0B-5C68F65DCCCE}">
      <dgm:prSet/>
      <dgm:spPr/>
      <dgm:t>
        <a:bodyPr/>
        <a:lstStyle/>
        <a:p>
          <a:endParaRPr lang="en-US"/>
        </a:p>
      </dgm:t>
    </dgm:pt>
    <dgm:pt modelId="{5B3E87CD-FA95-44B0-828E-81D50DEE1704}" type="sibTrans" cxnId="{98DCACC6-CB96-417D-AA0B-5C68F65DCCCE}">
      <dgm:prSet/>
      <dgm:spPr/>
      <dgm:t>
        <a:bodyPr/>
        <a:lstStyle/>
        <a:p>
          <a:endParaRPr lang="en-US"/>
        </a:p>
      </dgm:t>
    </dgm:pt>
    <dgm:pt modelId="{93F2D19E-AF1C-42D0-B7EF-A3D03686D59C}">
      <dgm:prSet/>
      <dgm:spPr/>
      <dgm:t>
        <a:bodyPr/>
        <a:lstStyle/>
        <a:p>
          <a:r>
            <a:rPr lang="pt-PT" dirty="0"/>
            <a:t>- </a:t>
          </a:r>
          <a:r>
            <a:rPr lang="pt-PT" dirty="0" err="1"/>
            <a:t>Iterative</a:t>
          </a:r>
          <a:r>
            <a:rPr lang="pt-PT" dirty="0"/>
            <a:t> </a:t>
          </a:r>
          <a:r>
            <a:rPr lang="pt-PT" dirty="0" err="1"/>
            <a:t>Imputation</a:t>
          </a:r>
          <a:r>
            <a:rPr lang="pt-PT" dirty="0"/>
            <a:t>: Use </a:t>
          </a:r>
          <a:r>
            <a:rPr lang="pt-PT" dirty="0" err="1"/>
            <a:t>Bayesian</a:t>
          </a:r>
          <a:r>
            <a:rPr lang="pt-PT" dirty="0"/>
            <a:t> </a:t>
          </a:r>
          <a:r>
            <a:rPr lang="pt-PT" dirty="0" err="1"/>
            <a:t>Ridge</a:t>
          </a:r>
          <a:r>
            <a:rPr lang="pt-PT" dirty="0"/>
            <a:t> </a:t>
          </a:r>
          <a:r>
            <a:rPr lang="pt-PT" dirty="0" err="1"/>
            <a:t>regression</a:t>
          </a:r>
          <a:r>
            <a:rPr lang="pt-PT" dirty="0"/>
            <a:t> for </a:t>
          </a:r>
          <a:r>
            <a:rPr lang="pt-PT" dirty="0" err="1"/>
            <a:t>multivariate</a:t>
          </a:r>
          <a:r>
            <a:rPr lang="pt-PT" dirty="0"/>
            <a:t> </a:t>
          </a:r>
          <a:r>
            <a:rPr lang="pt-PT" dirty="0" err="1"/>
            <a:t>imputation</a:t>
          </a:r>
          <a:endParaRPr lang="en-US" dirty="0"/>
        </a:p>
      </dgm:t>
    </dgm:pt>
    <dgm:pt modelId="{CB3BE838-7D9D-414F-8F91-AF54D7C122B2}" type="parTrans" cxnId="{1DC9C82E-FE64-4697-B297-A6FC88C77C33}">
      <dgm:prSet/>
      <dgm:spPr/>
      <dgm:t>
        <a:bodyPr/>
        <a:lstStyle/>
        <a:p>
          <a:endParaRPr lang="en-US"/>
        </a:p>
      </dgm:t>
    </dgm:pt>
    <dgm:pt modelId="{C51CA962-D06E-49D5-A6B6-F24F64339B2A}" type="sibTrans" cxnId="{1DC9C82E-FE64-4697-B297-A6FC88C77C33}">
      <dgm:prSet/>
      <dgm:spPr/>
      <dgm:t>
        <a:bodyPr/>
        <a:lstStyle/>
        <a:p>
          <a:endParaRPr lang="en-US"/>
        </a:p>
      </dgm:t>
    </dgm:pt>
    <dgm:pt modelId="{4EA06352-22DB-4BD7-81DA-2B3F7E6A00B4}">
      <dgm:prSet/>
      <dgm:spPr/>
      <dgm:t>
        <a:bodyPr/>
        <a:lstStyle/>
        <a:p>
          <a:r>
            <a:rPr lang="pt-PT"/>
            <a:t>3. Model Evaluation</a:t>
          </a:r>
          <a:endParaRPr lang="en-US"/>
        </a:p>
      </dgm:t>
    </dgm:pt>
    <dgm:pt modelId="{BB9E0575-FD01-4413-A394-BDFDD5BB14F1}" type="parTrans" cxnId="{A5BDB996-6AC6-4273-8636-7B5F17010D3A}">
      <dgm:prSet/>
      <dgm:spPr/>
      <dgm:t>
        <a:bodyPr/>
        <a:lstStyle/>
        <a:p>
          <a:endParaRPr lang="en-US"/>
        </a:p>
      </dgm:t>
    </dgm:pt>
    <dgm:pt modelId="{5F74B3A8-6527-4F16-84F8-ACE1206DA1B3}" type="sibTrans" cxnId="{A5BDB996-6AC6-4273-8636-7B5F17010D3A}">
      <dgm:prSet/>
      <dgm:spPr/>
      <dgm:t>
        <a:bodyPr/>
        <a:lstStyle/>
        <a:p>
          <a:endParaRPr lang="en-US"/>
        </a:p>
      </dgm:t>
    </dgm:pt>
    <dgm:pt modelId="{79905FF3-73C4-49DB-9ACB-A42364B67134}">
      <dgm:prSet/>
      <dgm:spPr/>
      <dgm:t>
        <a:bodyPr/>
        <a:lstStyle/>
        <a:p>
          <a:r>
            <a:rPr lang="pt-PT"/>
            <a:t>- Train baseline Linear Regression model on each imputed dataset</a:t>
          </a:r>
          <a:endParaRPr lang="en-US"/>
        </a:p>
      </dgm:t>
    </dgm:pt>
    <dgm:pt modelId="{52593A71-6F15-480A-A69F-D43DE836B7A1}" type="parTrans" cxnId="{F233B5AC-EBF6-4B73-BA3A-8903C2726025}">
      <dgm:prSet/>
      <dgm:spPr/>
      <dgm:t>
        <a:bodyPr/>
        <a:lstStyle/>
        <a:p>
          <a:endParaRPr lang="en-US"/>
        </a:p>
      </dgm:t>
    </dgm:pt>
    <dgm:pt modelId="{C0D9846C-1BEE-4306-85EC-E0F80FDCDCE1}" type="sibTrans" cxnId="{F233B5AC-EBF6-4B73-BA3A-8903C2726025}">
      <dgm:prSet/>
      <dgm:spPr/>
      <dgm:t>
        <a:bodyPr/>
        <a:lstStyle/>
        <a:p>
          <a:endParaRPr lang="en-US"/>
        </a:p>
      </dgm:t>
    </dgm:pt>
    <dgm:pt modelId="{57794D1D-87D3-4109-B323-9F788E79E761}">
      <dgm:prSet/>
      <dgm:spPr/>
      <dgm:t>
        <a:bodyPr/>
        <a:lstStyle/>
        <a:p>
          <a:r>
            <a:rPr lang="pt-PT"/>
            <a:t>- Evaluate using both train/test split and cross-validation approaches</a:t>
          </a:r>
          <a:endParaRPr lang="en-US"/>
        </a:p>
      </dgm:t>
    </dgm:pt>
    <dgm:pt modelId="{956C5C30-E866-4B97-BE4C-AC185FFBCC31}" type="parTrans" cxnId="{EFF1CC2C-F5A3-420A-AE4B-B80C665D344F}">
      <dgm:prSet/>
      <dgm:spPr/>
      <dgm:t>
        <a:bodyPr/>
        <a:lstStyle/>
        <a:p>
          <a:endParaRPr lang="en-US"/>
        </a:p>
      </dgm:t>
    </dgm:pt>
    <dgm:pt modelId="{076AF887-B689-4F06-8EF4-CA03BA365EC5}" type="sibTrans" cxnId="{EFF1CC2C-F5A3-420A-AE4B-B80C665D344F}">
      <dgm:prSet/>
      <dgm:spPr/>
      <dgm:t>
        <a:bodyPr/>
        <a:lstStyle/>
        <a:p>
          <a:endParaRPr lang="en-US"/>
        </a:p>
      </dgm:t>
    </dgm:pt>
    <dgm:pt modelId="{083BB109-9EF4-4B2A-85E8-14FDF9013C12}">
      <dgm:prSet/>
      <dgm:spPr/>
      <dgm:t>
        <a:bodyPr/>
        <a:lstStyle/>
        <a:p>
          <a:r>
            <a:rPr lang="pt-PT"/>
            <a:t>- Compare performance using cMSE (Censored Mean Squared Error)</a:t>
          </a:r>
          <a:endParaRPr lang="en-US"/>
        </a:p>
      </dgm:t>
    </dgm:pt>
    <dgm:pt modelId="{B4A07D06-E400-4B36-8E24-11AE1090C110}" type="parTrans" cxnId="{6C256DE0-2AA9-42E6-9436-EEC3DC6121DF}">
      <dgm:prSet/>
      <dgm:spPr/>
      <dgm:t>
        <a:bodyPr/>
        <a:lstStyle/>
        <a:p>
          <a:endParaRPr lang="en-US"/>
        </a:p>
      </dgm:t>
    </dgm:pt>
    <dgm:pt modelId="{07E6BAB6-C51C-42D4-AEED-34A9F109D02D}" type="sibTrans" cxnId="{6C256DE0-2AA9-42E6-9436-EEC3DC6121DF}">
      <dgm:prSet/>
      <dgm:spPr/>
      <dgm:t>
        <a:bodyPr/>
        <a:lstStyle/>
        <a:p>
          <a:endParaRPr lang="en-US"/>
        </a:p>
      </dgm:t>
    </dgm:pt>
    <dgm:pt modelId="{C12CFA83-1EA3-4285-A8B5-DDECEBCC8932}">
      <dgm:prSet/>
      <dgm:spPr/>
      <dgm:t>
        <a:bodyPr/>
        <a:lstStyle/>
        <a:p>
          <a:r>
            <a:rPr lang="pt-PT"/>
            <a:t>- Test with KNN Regression model for comparison</a:t>
          </a:r>
          <a:endParaRPr lang="en-US"/>
        </a:p>
      </dgm:t>
    </dgm:pt>
    <dgm:pt modelId="{E701AAC8-344D-4878-9A52-DBD30335A798}" type="parTrans" cxnId="{2C5B2AA0-F4C1-4228-9806-0C47B37A7CB0}">
      <dgm:prSet/>
      <dgm:spPr/>
      <dgm:t>
        <a:bodyPr/>
        <a:lstStyle/>
        <a:p>
          <a:endParaRPr lang="en-US"/>
        </a:p>
      </dgm:t>
    </dgm:pt>
    <dgm:pt modelId="{E8C532D9-E500-4E07-A041-9EA614B660FB}" type="sibTrans" cxnId="{2C5B2AA0-F4C1-4228-9806-0C47B37A7CB0}">
      <dgm:prSet/>
      <dgm:spPr/>
      <dgm:t>
        <a:bodyPr/>
        <a:lstStyle/>
        <a:p>
          <a:endParaRPr lang="en-US"/>
        </a:p>
      </dgm:t>
    </dgm:pt>
    <dgm:pt modelId="{A519F75E-DC73-4998-9668-5FF96BC8CA5A}" type="pres">
      <dgm:prSet presAssocID="{6FCAD634-4B69-4BC2-8C9F-DACC6AFCE68C}" presName="vert0" presStyleCnt="0">
        <dgm:presLayoutVars>
          <dgm:dir/>
          <dgm:animOne val="branch"/>
          <dgm:animLvl val="lvl"/>
        </dgm:presLayoutVars>
      </dgm:prSet>
      <dgm:spPr/>
    </dgm:pt>
    <dgm:pt modelId="{9F6E897A-6E4A-48FC-A0D8-1CED9A730F34}" type="pres">
      <dgm:prSet presAssocID="{3E2D213F-E3F6-4FB8-9E01-C0C450F1B131}" presName="thickLine" presStyleLbl="alignNode1" presStyleIdx="0" presStyleCnt="3"/>
      <dgm:spPr/>
    </dgm:pt>
    <dgm:pt modelId="{D070C45B-9593-46E7-9683-AAA0D791A335}" type="pres">
      <dgm:prSet presAssocID="{3E2D213F-E3F6-4FB8-9E01-C0C450F1B131}" presName="horz1" presStyleCnt="0"/>
      <dgm:spPr/>
    </dgm:pt>
    <dgm:pt modelId="{212DA1FB-9497-4C4D-97C2-E967FB7FF414}" type="pres">
      <dgm:prSet presAssocID="{3E2D213F-E3F6-4FB8-9E01-C0C450F1B131}" presName="tx1" presStyleLbl="revTx" presStyleIdx="0" presStyleCnt="13"/>
      <dgm:spPr/>
    </dgm:pt>
    <dgm:pt modelId="{004A1C7C-725B-40EC-9F15-F055B91437A5}" type="pres">
      <dgm:prSet presAssocID="{3E2D213F-E3F6-4FB8-9E01-C0C450F1B131}" presName="vert1" presStyleCnt="0"/>
      <dgm:spPr/>
    </dgm:pt>
    <dgm:pt modelId="{98AB4E87-1B0D-4FB8-81D4-D49067045925}" type="pres">
      <dgm:prSet presAssocID="{AA15DA94-4376-4EDE-A5A9-6345B6D2FB9E}" presName="vertSpace2a" presStyleCnt="0"/>
      <dgm:spPr/>
    </dgm:pt>
    <dgm:pt modelId="{9E8091D8-5E3D-4877-8E5D-B37A0FF3696E}" type="pres">
      <dgm:prSet presAssocID="{AA15DA94-4376-4EDE-A5A9-6345B6D2FB9E}" presName="horz2" presStyleCnt="0"/>
      <dgm:spPr/>
    </dgm:pt>
    <dgm:pt modelId="{A91FA5D0-4AAF-4158-91B9-42C3EA43D41F}" type="pres">
      <dgm:prSet presAssocID="{AA15DA94-4376-4EDE-A5A9-6345B6D2FB9E}" presName="horzSpace2" presStyleCnt="0"/>
      <dgm:spPr/>
    </dgm:pt>
    <dgm:pt modelId="{1DBF83B1-F240-4DA1-98BF-CAB88A89C527}" type="pres">
      <dgm:prSet presAssocID="{AA15DA94-4376-4EDE-A5A9-6345B6D2FB9E}" presName="tx2" presStyleLbl="revTx" presStyleIdx="1" presStyleCnt="13"/>
      <dgm:spPr/>
    </dgm:pt>
    <dgm:pt modelId="{D84EC80B-B6B6-4D39-9B9F-C37200BC0A86}" type="pres">
      <dgm:prSet presAssocID="{AA15DA94-4376-4EDE-A5A9-6345B6D2FB9E}" presName="vert2" presStyleCnt="0"/>
      <dgm:spPr/>
    </dgm:pt>
    <dgm:pt modelId="{23B54297-6D5E-4873-A403-4C540D074EA3}" type="pres">
      <dgm:prSet presAssocID="{AA15DA94-4376-4EDE-A5A9-6345B6D2FB9E}" presName="thinLine2b" presStyleLbl="callout" presStyleIdx="0" presStyleCnt="10"/>
      <dgm:spPr/>
    </dgm:pt>
    <dgm:pt modelId="{B791E8B2-E9AD-44D8-8B52-2F83273BDAB8}" type="pres">
      <dgm:prSet presAssocID="{AA15DA94-4376-4EDE-A5A9-6345B6D2FB9E}" presName="vertSpace2b" presStyleCnt="0"/>
      <dgm:spPr/>
    </dgm:pt>
    <dgm:pt modelId="{549267A2-ACE2-4166-8702-092C43C03299}" type="pres">
      <dgm:prSet presAssocID="{EBA12DE1-F32E-4E1C-B7C6-1E45196AAC8C}" presName="horz2" presStyleCnt="0"/>
      <dgm:spPr/>
    </dgm:pt>
    <dgm:pt modelId="{45A4ECEB-B128-42EB-9781-9ACE98ACE3A8}" type="pres">
      <dgm:prSet presAssocID="{EBA12DE1-F32E-4E1C-B7C6-1E45196AAC8C}" presName="horzSpace2" presStyleCnt="0"/>
      <dgm:spPr/>
    </dgm:pt>
    <dgm:pt modelId="{6A1FC106-5161-495C-A143-825E55DBBB4D}" type="pres">
      <dgm:prSet presAssocID="{EBA12DE1-F32E-4E1C-B7C6-1E45196AAC8C}" presName="tx2" presStyleLbl="revTx" presStyleIdx="2" presStyleCnt="13"/>
      <dgm:spPr/>
    </dgm:pt>
    <dgm:pt modelId="{7AF47A7C-86F8-422C-B3FD-8BCD2CD64211}" type="pres">
      <dgm:prSet presAssocID="{EBA12DE1-F32E-4E1C-B7C6-1E45196AAC8C}" presName="vert2" presStyleCnt="0"/>
      <dgm:spPr/>
    </dgm:pt>
    <dgm:pt modelId="{5A94E8F2-AF71-41A6-83E2-CCBC9677CF20}" type="pres">
      <dgm:prSet presAssocID="{EBA12DE1-F32E-4E1C-B7C6-1E45196AAC8C}" presName="thinLine2b" presStyleLbl="callout" presStyleIdx="1" presStyleCnt="10"/>
      <dgm:spPr/>
    </dgm:pt>
    <dgm:pt modelId="{C27C0FA8-337C-4F1C-BE23-35152FB512AF}" type="pres">
      <dgm:prSet presAssocID="{EBA12DE1-F32E-4E1C-B7C6-1E45196AAC8C}" presName="vertSpace2b" presStyleCnt="0"/>
      <dgm:spPr/>
    </dgm:pt>
    <dgm:pt modelId="{BDB5CE44-81AB-4095-B2F4-A97C7EEF3BC3}" type="pres">
      <dgm:prSet presAssocID="{ECB0F062-DEEC-4B2B-A51B-0EC3E2519CB3}" presName="horz2" presStyleCnt="0"/>
      <dgm:spPr/>
    </dgm:pt>
    <dgm:pt modelId="{04967189-DE84-4F30-B87D-01F3518FABE1}" type="pres">
      <dgm:prSet presAssocID="{ECB0F062-DEEC-4B2B-A51B-0EC3E2519CB3}" presName="horzSpace2" presStyleCnt="0"/>
      <dgm:spPr/>
    </dgm:pt>
    <dgm:pt modelId="{B3393928-F1BF-4E88-9A4F-02253C666191}" type="pres">
      <dgm:prSet presAssocID="{ECB0F062-DEEC-4B2B-A51B-0EC3E2519CB3}" presName="tx2" presStyleLbl="revTx" presStyleIdx="3" presStyleCnt="13"/>
      <dgm:spPr/>
    </dgm:pt>
    <dgm:pt modelId="{D6FE962F-E3B1-4E5A-B4A1-9A3267BC4314}" type="pres">
      <dgm:prSet presAssocID="{ECB0F062-DEEC-4B2B-A51B-0EC3E2519CB3}" presName="vert2" presStyleCnt="0"/>
      <dgm:spPr/>
    </dgm:pt>
    <dgm:pt modelId="{17E04FBC-74A8-4A7D-98B9-D007CF028917}" type="pres">
      <dgm:prSet presAssocID="{ECB0F062-DEEC-4B2B-A51B-0EC3E2519CB3}" presName="thinLine2b" presStyleLbl="callout" presStyleIdx="2" presStyleCnt="10"/>
      <dgm:spPr/>
    </dgm:pt>
    <dgm:pt modelId="{809AD65B-9E73-4F88-8A23-11C4688339F7}" type="pres">
      <dgm:prSet presAssocID="{ECB0F062-DEEC-4B2B-A51B-0EC3E2519CB3}" presName="vertSpace2b" presStyleCnt="0"/>
      <dgm:spPr/>
    </dgm:pt>
    <dgm:pt modelId="{7A4F8164-17D6-4ADC-A169-63363AB6CA17}" type="pres">
      <dgm:prSet presAssocID="{43B76ED6-F9BD-480D-88CB-A74AF151AEC5}" presName="thickLine" presStyleLbl="alignNode1" presStyleIdx="1" presStyleCnt="3"/>
      <dgm:spPr/>
    </dgm:pt>
    <dgm:pt modelId="{592978C8-F021-45AE-BD06-683B84FA978D}" type="pres">
      <dgm:prSet presAssocID="{43B76ED6-F9BD-480D-88CB-A74AF151AEC5}" presName="horz1" presStyleCnt="0"/>
      <dgm:spPr/>
    </dgm:pt>
    <dgm:pt modelId="{36B5A8BA-D65D-4A68-BDB2-01A53C0A6F69}" type="pres">
      <dgm:prSet presAssocID="{43B76ED6-F9BD-480D-88CB-A74AF151AEC5}" presName="tx1" presStyleLbl="revTx" presStyleIdx="4" presStyleCnt="13"/>
      <dgm:spPr/>
    </dgm:pt>
    <dgm:pt modelId="{D26AEF54-7DCD-4D8D-827D-F3AF4EC22F12}" type="pres">
      <dgm:prSet presAssocID="{43B76ED6-F9BD-480D-88CB-A74AF151AEC5}" presName="vert1" presStyleCnt="0"/>
      <dgm:spPr/>
    </dgm:pt>
    <dgm:pt modelId="{56FA14C7-735C-43E4-B6E2-9959CD2B2A07}" type="pres">
      <dgm:prSet presAssocID="{FA9DC819-FEE7-40E1-88D9-B93F0790935A}" presName="vertSpace2a" presStyleCnt="0"/>
      <dgm:spPr/>
    </dgm:pt>
    <dgm:pt modelId="{308670FF-EB2E-4B5A-9535-BAF63B051385}" type="pres">
      <dgm:prSet presAssocID="{FA9DC819-FEE7-40E1-88D9-B93F0790935A}" presName="horz2" presStyleCnt="0"/>
      <dgm:spPr/>
    </dgm:pt>
    <dgm:pt modelId="{647A421B-0817-4160-9B30-BE46F9728BFD}" type="pres">
      <dgm:prSet presAssocID="{FA9DC819-FEE7-40E1-88D9-B93F0790935A}" presName="horzSpace2" presStyleCnt="0"/>
      <dgm:spPr/>
    </dgm:pt>
    <dgm:pt modelId="{3EECA7BC-2EB1-45E2-A2B3-BBAC49207B3D}" type="pres">
      <dgm:prSet presAssocID="{FA9DC819-FEE7-40E1-88D9-B93F0790935A}" presName="tx2" presStyleLbl="revTx" presStyleIdx="5" presStyleCnt="13"/>
      <dgm:spPr/>
    </dgm:pt>
    <dgm:pt modelId="{0C0DF0FC-EEED-4D46-B001-D3F90B7D1252}" type="pres">
      <dgm:prSet presAssocID="{FA9DC819-FEE7-40E1-88D9-B93F0790935A}" presName="vert2" presStyleCnt="0"/>
      <dgm:spPr/>
    </dgm:pt>
    <dgm:pt modelId="{2D488E23-907F-4535-99FC-0206BDD304F3}" type="pres">
      <dgm:prSet presAssocID="{FA9DC819-FEE7-40E1-88D9-B93F0790935A}" presName="thinLine2b" presStyleLbl="callout" presStyleIdx="3" presStyleCnt="10"/>
      <dgm:spPr/>
    </dgm:pt>
    <dgm:pt modelId="{072B755E-A2DC-4728-82AF-82FB1DCA21A7}" type="pres">
      <dgm:prSet presAssocID="{FA9DC819-FEE7-40E1-88D9-B93F0790935A}" presName="vertSpace2b" presStyleCnt="0"/>
      <dgm:spPr/>
    </dgm:pt>
    <dgm:pt modelId="{BFE90E61-3946-45D4-AA79-ED6DF7B80166}" type="pres">
      <dgm:prSet presAssocID="{8CC9E8DF-1DF2-4601-BB57-ECE6C2B3B956}" presName="horz2" presStyleCnt="0"/>
      <dgm:spPr/>
    </dgm:pt>
    <dgm:pt modelId="{B6BDCCD3-4778-48DB-8402-41ED35880034}" type="pres">
      <dgm:prSet presAssocID="{8CC9E8DF-1DF2-4601-BB57-ECE6C2B3B956}" presName="horzSpace2" presStyleCnt="0"/>
      <dgm:spPr/>
    </dgm:pt>
    <dgm:pt modelId="{28FCD878-8CB3-412B-893A-BF3DF01EE9BF}" type="pres">
      <dgm:prSet presAssocID="{8CC9E8DF-1DF2-4601-BB57-ECE6C2B3B956}" presName="tx2" presStyleLbl="revTx" presStyleIdx="6" presStyleCnt="13"/>
      <dgm:spPr/>
    </dgm:pt>
    <dgm:pt modelId="{7F16BC53-FB92-4441-AB07-D9374DB31D4B}" type="pres">
      <dgm:prSet presAssocID="{8CC9E8DF-1DF2-4601-BB57-ECE6C2B3B956}" presName="vert2" presStyleCnt="0"/>
      <dgm:spPr/>
    </dgm:pt>
    <dgm:pt modelId="{54B3608B-D04E-49DA-A8F6-4E3BE756A132}" type="pres">
      <dgm:prSet presAssocID="{8CC9E8DF-1DF2-4601-BB57-ECE6C2B3B956}" presName="thinLine2b" presStyleLbl="callout" presStyleIdx="4" presStyleCnt="10"/>
      <dgm:spPr/>
    </dgm:pt>
    <dgm:pt modelId="{EA0B264A-1461-4682-9BE0-1DD738FB45FB}" type="pres">
      <dgm:prSet presAssocID="{8CC9E8DF-1DF2-4601-BB57-ECE6C2B3B956}" presName="vertSpace2b" presStyleCnt="0"/>
      <dgm:spPr/>
    </dgm:pt>
    <dgm:pt modelId="{5B0916E9-8771-4F32-92F3-EFC371A962F3}" type="pres">
      <dgm:prSet presAssocID="{93F2D19E-AF1C-42D0-B7EF-A3D03686D59C}" presName="horz2" presStyleCnt="0"/>
      <dgm:spPr/>
    </dgm:pt>
    <dgm:pt modelId="{B0687239-1162-4012-B49D-635DF6FBACF5}" type="pres">
      <dgm:prSet presAssocID="{93F2D19E-AF1C-42D0-B7EF-A3D03686D59C}" presName="horzSpace2" presStyleCnt="0"/>
      <dgm:spPr/>
    </dgm:pt>
    <dgm:pt modelId="{5FA6EC58-797B-42DD-A51E-EEBDBB2F2303}" type="pres">
      <dgm:prSet presAssocID="{93F2D19E-AF1C-42D0-B7EF-A3D03686D59C}" presName="tx2" presStyleLbl="revTx" presStyleIdx="7" presStyleCnt="13"/>
      <dgm:spPr/>
    </dgm:pt>
    <dgm:pt modelId="{FC2BBD07-7AB1-4EB2-9DBC-D00190DC2366}" type="pres">
      <dgm:prSet presAssocID="{93F2D19E-AF1C-42D0-B7EF-A3D03686D59C}" presName="vert2" presStyleCnt="0"/>
      <dgm:spPr/>
    </dgm:pt>
    <dgm:pt modelId="{541E130F-4F0B-483D-A445-394F2854D620}" type="pres">
      <dgm:prSet presAssocID="{93F2D19E-AF1C-42D0-B7EF-A3D03686D59C}" presName="thinLine2b" presStyleLbl="callout" presStyleIdx="5" presStyleCnt="10"/>
      <dgm:spPr/>
    </dgm:pt>
    <dgm:pt modelId="{8416DE6B-7A40-4EF5-BDEC-0B30FF236B6D}" type="pres">
      <dgm:prSet presAssocID="{93F2D19E-AF1C-42D0-B7EF-A3D03686D59C}" presName="vertSpace2b" presStyleCnt="0"/>
      <dgm:spPr/>
    </dgm:pt>
    <dgm:pt modelId="{9C316B34-4C1E-44D5-90BB-0344790758D6}" type="pres">
      <dgm:prSet presAssocID="{4EA06352-22DB-4BD7-81DA-2B3F7E6A00B4}" presName="thickLine" presStyleLbl="alignNode1" presStyleIdx="2" presStyleCnt="3"/>
      <dgm:spPr/>
    </dgm:pt>
    <dgm:pt modelId="{1EFA498C-A688-4320-9A50-A493979E6B49}" type="pres">
      <dgm:prSet presAssocID="{4EA06352-22DB-4BD7-81DA-2B3F7E6A00B4}" presName="horz1" presStyleCnt="0"/>
      <dgm:spPr/>
    </dgm:pt>
    <dgm:pt modelId="{E6F75E16-2E8B-4EB0-85E5-F681CF9A3B64}" type="pres">
      <dgm:prSet presAssocID="{4EA06352-22DB-4BD7-81DA-2B3F7E6A00B4}" presName="tx1" presStyleLbl="revTx" presStyleIdx="8" presStyleCnt="13"/>
      <dgm:spPr/>
    </dgm:pt>
    <dgm:pt modelId="{4A8112F7-B8C2-42A8-B1D7-735017959244}" type="pres">
      <dgm:prSet presAssocID="{4EA06352-22DB-4BD7-81DA-2B3F7E6A00B4}" presName="vert1" presStyleCnt="0"/>
      <dgm:spPr/>
    </dgm:pt>
    <dgm:pt modelId="{29E32090-F7DA-4387-AFB2-D0DAE5031124}" type="pres">
      <dgm:prSet presAssocID="{79905FF3-73C4-49DB-9ACB-A42364B67134}" presName="vertSpace2a" presStyleCnt="0"/>
      <dgm:spPr/>
    </dgm:pt>
    <dgm:pt modelId="{B6982976-1A76-4842-9E55-6F9C3F1EC32D}" type="pres">
      <dgm:prSet presAssocID="{79905FF3-73C4-49DB-9ACB-A42364B67134}" presName="horz2" presStyleCnt="0"/>
      <dgm:spPr/>
    </dgm:pt>
    <dgm:pt modelId="{A80ADFD6-0EFB-4D90-889A-4EEC6BB1ACAF}" type="pres">
      <dgm:prSet presAssocID="{79905FF3-73C4-49DB-9ACB-A42364B67134}" presName="horzSpace2" presStyleCnt="0"/>
      <dgm:spPr/>
    </dgm:pt>
    <dgm:pt modelId="{AE92B10D-88F6-4F6D-B5C9-DE2300F7A36B}" type="pres">
      <dgm:prSet presAssocID="{79905FF3-73C4-49DB-9ACB-A42364B67134}" presName="tx2" presStyleLbl="revTx" presStyleIdx="9" presStyleCnt="13"/>
      <dgm:spPr/>
    </dgm:pt>
    <dgm:pt modelId="{EF8FD891-4FE6-4839-BD1D-9AE0B4B6A831}" type="pres">
      <dgm:prSet presAssocID="{79905FF3-73C4-49DB-9ACB-A42364B67134}" presName="vert2" presStyleCnt="0"/>
      <dgm:spPr/>
    </dgm:pt>
    <dgm:pt modelId="{6851BF19-073C-47AA-8D90-789C283967B2}" type="pres">
      <dgm:prSet presAssocID="{79905FF3-73C4-49DB-9ACB-A42364B67134}" presName="thinLine2b" presStyleLbl="callout" presStyleIdx="6" presStyleCnt="10"/>
      <dgm:spPr/>
    </dgm:pt>
    <dgm:pt modelId="{68D04589-4978-4910-9F7E-D150744D683B}" type="pres">
      <dgm:prSet presAssocID="{79905FF3-73C4-49DB-9ACB-A42364B67134}" presName="vertSpace2b" presStyleCnt="0"/>
      <dgm:spPr/>
    </dgm:pt>
    <dgm:pt modelId="{1A88CE1C-DA35-4471-9BE2-52803D104588}" type="pres">
      <dgm:prSet presAssocID="{57794D1D-87D3-4109-B323-9F788E79E761}" presName="horz2" presStyleCnt="0"/>
      <dgm:spPr/>
    </dgm:pt>
    <dgm:pt modelId="{95853388-072F-4BAF-B98B-55DA04F845DB}" type="pres">
      <dgm:prSet presAssocID="{57794D1D-87D3-4109-B323-9F788E79E761}" presName="horzSpace2" presStyleCnt="0"/>
      <dgm:spPr/>
    </dgm:pt>
    <dgm:pt modelId="{FFF8F218-5B56-46CC-B72B-6AD0C287DA1A}" type="pres">
      <dgm:prSet presAssocID="{57794D1D-87D3-4109-B323-9F788E79E761}" presName="tx2" presStyleLbl="revTx" presStyleIdx="10" presStyleCnt="13"/>
      <dgm:spPr/>
    </dgm:pt>
    <dgm:pt modelId="{43DDC20D-1D27-4466-930A-4BF120CBC3DA}" type="pres">
      <dgm:prSet presAssocID="{57794D1D-87D3-4109-B323-9F788E79E761}" presName="vert2" presStyleCnt="0"/>
      <dgm:spPr/>
    </dgm:pt>
    <dgm:pt modelId="{9670E561-9038-450C-8748-44178B1AD60D}" type="pres">
      <dgm:prSet presAssocID="{57794D1D-87D3-4109-B323-9F788E79E761}" presName="thinLine2b" presStyleLbl="callout" presStyleIdx="7" presStyleCnt="10"/>
      <dgm:spPr/>
    </dgm:pt>
    <dgm:pt modelId="{806438F5-86A5-406A-BF1B-C1E5F38AD601}" type="pres">
      <dgm:prSet presAssocID="{57794D1D-87D3-4109-B323-9F788E79E761}" presName="vertSpace2b" presStyleCnt="0"/>
      <dgm:spPr/>
    </dgm:pt>
    <dgm:pt modelId="{05B17F51-9609-4818-8886-854A08DBF035}" type="pres">
      <dgm:prSet presAssocID="{083BB109-9EF4-4B2A-85E8-14FDF9013C12}" presName="horz2" presStyleCnt="0"/>
      <dgm:spPr/>
    </dgm:pt>
    <dgm:pt modelId="{ACBD5CBD-F4D3-4DA3-8E80-FEA294FEE704}" type="pres">
      <dgm:prSet presAssocID="{083BB109-9EF4-4B2A-85E8-14FDF9013C12}" presName="horzSpace2" presStyleCnt="0"/>
      <dgm:spPr/>
    </dgm:pt>
    <dgm:pt modelId="{9610CFB4-6B7E-471F-B34C-BB93BEEDBD85}" type="pres">
      <dgm:prSet presAssocID="{083BB109-9EF4-4B2A-85E8-14FDF9013C12}" presName="tx2" presStyleLbl="revTx" presStyleIdx="11" presStyleCnt="13"/>
      <dgm:spPr/>
    </dgm:pt>
    <dgm:pt modelId="{B18886A3-4760-434F-A2B3-78B997EDF84D}" type="pres">
      <dgm:prSet presAssocID="{083BB109-9EF4-4B2A-85E8-14FDF9013C12}" presName="vert2" presStyleCnt="0"/>
      <dgm:spPr/>
    </dgm:pt>
    <dgm:pt modelId="{4A512112-3FAB-4DAB-BE9B-3EF2A5A04A01}" type="pres">
      <dgm:prSet presAssocID="{083BB109-9EF4-4B2A-85E8-14FDF9013C12}" presName="thinLine2b" presStyleLbl="callout" presStyleIdx="8" presStyleCnt="10"/>
      <dgm:spPr/>
    </dgm:pt>
    <dgm:pt modelId="{89EA3B8C-E514-4FBF-BB95-9973E7DC638A}" type="pres">
      <dgm:prSet presAssocID="{083BB109-9EF4-4B2A-85E8-14FDF9013C12}" presName="vertSpace2b" presStyleCnt="0"/>
      <dgm:spPr/>
    </dgm:pt>
    <dgm:pt modelId="{9204E036-4212-40E3-A80D-1A18D000525B}" type="pres">
      <dgm:prSet presAssocID="{C12CFA83-1EA3-4285-A8B5-DDECEBCC8932}" presName="horz2" presStyleCnt="0"/>
      <dgm:spPr/>
    </dgm:pt>
    <dgm:pt modelId="{80DFE7AE-CA5F-42EE-8873-914E924C8463}" type="pres">
      <dgm:prSet presAssocID="{C12CFA83-1EA3-4285-A8B5-DDECEBCC8932}" presName="horzSpace2" presStyleCnt="0"/>
      <dgm:spPr/>
    </dgm:pt>
    <dgm:pt modelId="{6D4FAE74-CD52-437F-9712-CABD8D53CA27}" type="pres">
      <dgm:prSet presAssocID="{C12CFA83-1EA3-4285-A8B5-DDECEBCC8932}" presName="tx2" presStyleLbl="revTx" presStyleIdx="12" presStyleCnt="13"/>
      <dgm:spPr/>
    </dgm:pt>
    <dgm:pt modelId="{609DEB0F-BA67-4E4C-9F33-B499B42B3A5D}" type="pres">
      <dgm:prSet presAssocID="{C12CFA83-1EA3-4285-A8B5-DDECEBCC8932}" presName="vert2" presStyleCnt="0"/>
      <dgm:spPr/>
    </dgm:pt>
    <dgm:pt modelId="{12DFB566-F227-47D0-861E-F198F3FDA56F}" type="pres">
      <dgm:prSet presAssocID="{C12CFA83-1EA3-4285-A8B5-DDECEBCC8932}" presName="thinLine2b" presStyleLbl="callout" presStyleIdx="9" presStyleCnt="10"/>
      <dgm:spPr/>
    </dgm:pt>
    <dgm:pt modelId="{8F8FA19B-DA5E-4CFA-9E81-60EA96323D9E}" type="pres">
      <dgm:prSet presAssocID="{C12CFA83-1EA3-4285-A8B5-DDECEBCC8932}" presName="vertSpace2b" presStyleCnt="0"/>
      <dgm:spPr/>
    </dgm:pt>
  </dgm:ptLst>
  <dgm:cxnLst>
    <dgm:cxn modelId="{CDC6E90A-159E-4763-A16B-2BB6A0F5C529}" srcId="{3E2D213F-E3F6-4FB8-9E01-C0C450F1B131}" destId="{EBA12DE1-F32E-4E1C-B7C6-1E45196AAC8C}" srcOrd="1" destOrd="0" parTransId="{498508F5-5778-4C3C-8F86-8D290F7D2ED8}" sibTransId="{666241D1-04C6-4385-A388-A7E2324BA2F8}"/>
    <dgm:cxn modelId="{AE43850F-6C24-4E3A-A902-E541925E7B58}" srcId="{43B76ED6-F9BD-480D-88CB-A74AF151AEC5}" destId="{FA9DC819-FEE7-40E1-88D9-B93F0790935A}" srcOrd="0" destOrd="0" parTransId="{C2044965-9336-4C84-8B2E-B2E0BF74FAC8}" sibTransId="{95859F41-EC81-4720-8F64-4F377C5ECC7E}"/>
    <dgm:cxn modelId="{BCF3411A-1843-4839-A9A2-8DED1351C12B}" type="presOf" srcId="{3E2D213F-E3F6-4FB8-9E01-C0C450F1B131}" destId="{212DA1FB-9497-4C4D-97C2-E967FB7FF414}" srcOrd="0" destOrd="0" presId="urn:microsoft.com/office/officeart/2008/layout/LinedList"/>
    <dgm:cxn modelId="{5F60281C-0A72-4627-A9C0-1B1BF578724E}" type="presOf" srcId="{79905FF3-73C4-49DB-9ACB-A42364B67134}" destId="{AE92B10D-88F6-4F6D-B5C9-DE2300F7A36B}" srcOrd="0" destOrd="0" presId="urn:microsoft.com/office/officeart/2008/layout/LinedList"/>
    <dgm:cxn modelId="{EFF1CC2C-F5A3-420A-AE4B-B80C665D344F}" srcId="{4EA06352-22DB-4BD7-81DA-2B3F7E6A00B4}" destId="{57794D1D-87D3-4109-B323-9F788E79E761}" srcOrd="1" destOrd="0" parTransId="{956C5C30-E866-4B97-BE4C-AC185FFBCC31}" sibTransId="{076AF887-B689-4F06-8EF4-CA03BA365EC5}"/>
    <dgm:cxn modelId="{1DC9C82E-FE64-4697-B297-A6FC88C77C33}" srcId="{43B76ED6-F9BD-480D-88CB-A74AF151AEC5}" destId="{93F2D19E-AF1C-42D0-B7EF-A3D03686D59C}" srcOrd="2" destOrd="0" parTransId="{CB3BE838-7D9D-414F-8F91-AF54D7C122B2}" sibTransId="{C51CA962-D06E-49D5-A6B6-F24F64339B2A}"/>
    <dgm:cxn modelId="{2DCAAC3C-E8EB-4AF2-9529-5A58569BFC8E}" type="presOf" srcId="{6FCAD634-4B69-4BC2-8C9F-DACC6AFCE68C}" destId="{A519F75E-DC73-4998-9668-5FF96BC8CA5A}" srcOrd="0" destOrd="0" presId="urn:microsoft.com/office/officeart/2008/layout/LinedList"/>
    <dgm:cxn modelId="{ED0B9D5B-B6DA-43DD-A146-A1DE3D2F46CC}" type="presOf" srcId="{AA15DA94-4376-4EDE-A5A9-6345B6D2FB9E}" destId="{1DBF83B1-F240-4DA1-98BF-CAB88A89C527}" srcOrd="0" destOrd="0" presId="urn:microsoft.com/office/officeart/2008/layout/LinedList"/>
    <dgm:cxn modelId="{C723CA5B-89E7-4309-B505-F9B426D71568}" type="presOf" srcId="{C12CFA83-1EA3-4285-A8B5-DDECEBCC8932}" destId="{6D4FAE74-CD52-437F-9712-CABD8D53CA27}" srcOrd="0" destOrd="0" presId="urn:microsoft.com/office/officeart/2008/layout/LinedList"/>
    <dgm:cxn modelId="{A18C5761-7BF1-4F5C-8D40-19F2609DC252}" type="presOf" srcId="{083BB109-9EF4-4B2A-85E8-14FDF9013C12}" destId="{9610CFB4-6B7E-471F-B34C-BB93BEEDBD85}" srcOrd="0" destOrd="0" presId="urn:microsoft.com/office/officeart/2008/layout/LinedList"/>
    <dgm:cxn modelId="{7C8AD646-148F-440B-A363-B72BED01BE8D}" srcId="{3E2D213F-E3F6-4FB8-9E01-C0C450F1B131}" destId="{AA15DA94-4376-4EDE-A5A9-6345B6D2FB9E}" srcOrd="0" destOrd="0" parTransId="{EAAD7761-5F0F-412D-8FEE-16361FB3B7CC}" sibTransId="{296C883D-A3CC-49DD-A8CD-73E0C0C77E24}"/>
    <dgm:cxn modelId="{04FE0374-FF72-4169-8575-EB9854FE580E}" type="presOf" srcId="{4EA06352-22DB-4BD7-81DA-2B3F7E6A00B4}" destId="{E6F75E16-2E8B-4EB0-85E5-F681CF9A3B64}" srcOrd="0" destOrd="0" presId="urn:microsoft.com/office/officeart/2008/layout/LinedList"/>
    <dgm:cxn modelId="{9BB69F76-ACD5-4AD2-9DB2-4A8E04878D3D}" type="presOf" srcId="{57794D1D-87D3-4109-B323-9F788E79E761}" destId="{FFF8F218-5B56-46CC-B72B-6AD0C287DA1A}" srcOrd="0" destOrd="0" presId="urn:microsoft.com/office/officeart/2008/layout/LinedList"/>
    <dgm:cxn modelId="{07F13786-EA65-4D96-850D-F2C003EEF009}" srcId="{6FCAD634-4B69-4BC2-8C9F-DACC6AFCE68C}" destId="{43B76ED6-F9BD-480D-88CB-A74AF151AEC5}" srcOrd="1" destOrd="0" parTransId="{10263013-345B-4AB6-9F93-A292CC9558FE}" sibTransId="{C938761F-426C-46FA-AB3D-54F95F8963B7}"/>
    <dgm:cxn modelId="{29A7DD8F-40C1-434D-9790-7C2F7AB6AAE1}" type="presOf" srcId="{93F2D19E-AF1C-42D0-B7EF-A3D03686D59C}" destId="{5FA6EC58-797B-42DD-A51E-EEBDBB2F2303}" srcOrd="0" destOrd="0" presId="urn:microsoft.com/office/officeart/2008/layout/LinedList"/>
    <dgm:cxn modelId="{A5BDB996-6AC6-4273-8636-7B5F17010D3A}" srcId="{6FCAD634-4B69-4BC2-8C9F-DACC6AFCE68C}" destId="{4EA06352-22DB-4BD7-81DA-2B3F7E6A00B4}" srcOrd="2" destOrd="0" parTransId="{BB9E0575-FD01-4413-A394-BDFDD5BB14F1}" sibTransId="{5F74B3A8-6527-4F16-84F8-ACE1206DA1B3}"/>
    <dgm:cxn modelId="{BCCECC9D-3B3D-4D91-8672-0681B775D4F4}" type="presOf" srcId="{EBA12DE1-F32E-4E1C-B7C6-1E45196AAC8C}" destId="{6A1FC106-5161-495C-A143-825E55DBBB4D}" srcOrd="0" destOrd="0" presId="urn:microsoft.com/office/officeart/2008/layout/LinedList"/>
    <dgm:cxn modelId="{2C5B2AA0-F4C1-4228-9806-0C47B37A7CB0}" srcId="{4EA06352-22DB-4BD7-81DA-2B3F7E6A00B4}" destId="{C12CFA83-1EA3-4285-A8B5-DDECEBCC8932}" srcOrd="3" destOrd="0" parTransId="{E701AAC8-344D-4878-9A52-DBD30335A798}" sibTransId="{E8C532D9-E500-4E07-A041-9EA614B660FB}"/>
    <dgm:cxn modelId="{F233B5AC-EBF6-4B73-BA3A-8903C2726025}" srcId="{4EA06352-22DB-4BD7-81DA-2B3F7E6A00B4}" destId="{79905FF3-73C4-49DB-9ACB-A42364B67134}" srcOrd="0" destOrd="0" parTransId="{52593A71-6F15-480A-A69F-D43DE836B7A1}" sibTransId="{C0D9846C-1BEE-4306-85EC-E0F80FDCDCE1}"/>
    <dgm:cxn modelId="{72BEF3B2-A848-421D-AC37-D4C133344F44}" type="presOf" srcId="{43B76ED6-F9BD-480D-88CB-A74AF151AEC5}" destId="{36B5A8BA-D65D-4A68-BDB2-01A53C0A6F69}" srcOrd="0" destOrd="0" presId="urn:microsoft.com/office/officeart/2008/layout/LinedList"/>
    <dgm:cxn modelId="{BACF49B5-B26E-4EF4-9948-031789EB2A85}" type="presOf" srcId="{8CC9E8DF-1DF2-4601-BB57-ECE6C2B3B956}" destId="{28FCD878-8CB3-412B-893A-BF3DF01EE9BF}" srcOrd="0" destOrd="0" presId="urn:microsoft.com/office/officeart/2008/layout/LinedList"/>
    <dgm:cxn modelId="{146340C1-E0A8-4EDD-A195-743C7750A33B}" srcId="{3E2D213F-E3F6-4FB8-9E01-C0C450F1B131}" destId="{ECB0F062-DEEC-4B2B-A51B-0EC3E2519CB3}" srcOrd="2" destOrd="0" parTransId="{8F57631E-6124-4A17-8B06-46187FCB78C8}" sibTransId="{B4BFD774-5263-49B1-B44E-44549C26066C}"/>
    <dgm:cxn modelId="{98DCACC6-CB96-417D-AA0B-5C68F65DCCCE}" srcId="{43B76ED6-F9BD-480D-88CB-A74AF151AEC5}" destId="{8CC9E8DF-1DF2-4601-BB57-ECE6C2B3B956}" srcOrd="1" destOrd="0" parTransId="{C7B72ABE-814B-4CE2-9946-617CFCD262DC}" sibTransId="{5B3E87CD-FA95-44B0-828E-81D50DEE1704}"/>
    <dgm:cxn modelId="{6C2457CF-71E3-44E6-88CE-0ABE732A1211}" type="presOf" srcId="{FA9DC819-FEE7-40E1-88D9-B93F0790935A}" destId="{3EECA7BC-2EB1-45E2-A2B3-BBAC49207B3D}" srcOrd="0" destOrd="0" presId="urn:microsoft.com/office/officeart/2008/layout/LinedList"/>
    <dgm:cxn modelId="{6C256DE0-2AA9-42E6-9436-EEC3DC6121DF}" srcId="{4EA06352-22DB-4BD7-81DA-2B3F7E6A00B4}" destId="{083BB109-9EF4-4B2A-85E8-14FDF9013C12}" srcOrd="2" destOrd="0" parTransId="{B4A07D06-E400-4B36-8E24-11AE1090C110}" sibTransId="{07E6BAB6-C51C-42D4-AEED-34A9F109D02D}"/>
    <dgm:cxn modelId="{18D973E4-0B01-4DC9-AAF4-212D98A31BE0}" srcId="{6FCAD634-4B69-4BC2-8C9F-DACC6AFCE68C}" destId="{3E2D213F-E3F6-4FB8-9E01-C0C450F1B131}" srcOrd="0" destOrd="0" parTransId="{7BFE1A8E-4341-4EFB-98DC-DCB3DFBB3082}" sibTransId="{832EC01F-1011-4569-AE57-ACBEAE1D0050}"/>
    <dgm:cxn modelId="{71B882FB-A00C-4ED3-B581-ED9FCBCD0D73}" type="presOf" srcId="{ECB0F062-DEEC-4B2B-A51B-0EC3E2519CB3}" destId="{B3393928-F1BF-4E88-9A4F-02253C666191}" srcOrd="0" destOrd="0" presId="urn:microsoft.com/office/officeart/2008/layout/LinedList"/>
    <dgm:cxn modelId="{243E753A-2745-435D-BE9B-499A4AB95339}" type="presParOf" srcId="{A519F75E-DC73-4998-9668-5FF96BC8CA5A}" destId="{9F6E897A-6E4A-48FC-A0D8-1CED9A730F34}" srcOrd="0" destOrd="0" presId="urn:microsoft.com/office/officeart/2008/layout/LinedList"/>
    <dgm:cxn modelId="{39751205-5B1C-4E83-B7EA-7A9BF88A7701}" type="presParOf" srcId="{A519F75E-DC73-4998-9668-5FF96BC8CA5A}" destId="{D070C45B-9593-46E7-9683-AAA0D791A335}" srcOrd="1" destOrd="0" presId="urn:microsoft.com/office/officeart/2008/layout/LinedList"/>
    <dgm:cxn modelId="{DDD8C5C1-6233-47FA-AA7C-9C3529109CAE}" type="presParOf" srcId="{D070C45B-9593-46E7-9683-AAA0D791A335}" destId="{212DA1FB-9497-4C4D-97C2-E967FB7FF414}" srcOrd="0" destOrd="0" presId="urn:microsoft.com/office/officeart/2008/layout/LinedList"/>
    <dgm:cxn modelId="{61AF3A7C-2523-453D-A7B0-03BC9F616F9D}" type="presParOf" srcId="{D070C45B-9593-46E7-9683-AAA0D791A335}" destId="{004A1C7C-725B-40EC-9F15-F055B91437A5}" srcOrd="1" destOrd="0" presId="urn:microsoft.com/office/officeart/2008/layout/LinedList"/>
    <dgm:cxn modelId="{131C4E83-8AF7-41A5-914D-CC8B9E4B5FAF}" type="presParOf" srcId="{004A1C7C-725B-40EC-9F15-F055B91437A5}" destId="{98AB4E87-1B0D-4FB8-81D4-D49067045925}" srcOrd="0" destOrd="0" presId="urn:microsoft.com/office/officeart/2008/layout/LinedList"/>
    <dgm:cxn modelId="{0B903E01-0B25-4D21-8F32-D67E5F60141A}" type="presParOf" srcId="{004A1C7C-725B-40EC-9F15-F055B91437A5}" destId="{9E8091D8-5E3D-4877-8E5D-B37A0FF3696E}" srcOrd="1" destOrd="0" presId="urn:microsoft.com/office/officeart/2008/layout/LinedList"/>
    <dgm:cxn modelId="{4BF4DB7D-4E7B-4092-84A0-CA4E351B8B21}" type="presParOf" srcId="{9E8091D8-5E3D-4877-8E5D-B37A0FF3696E}" destId="{A91FA5D0-4AAF-4158-91B9-42C3EA43D41F}" srcOrd="0" destOrd="0" presId="urn:microsoft.com/office/officeart/2008/layout/LinedList"/>
    <dgm:cxn modelId="{CA8B3DB5-6D90-452E-82FC-0CEBD4F0E266}" type="presParOf" srcId="{9E8091D8-5E3D-4877-8E5D-B37A0FF3696E}" destId="{1DBF83B1-F240-4DA1-98BF-CAB88A89C527}" srcOrd="1" destOrd="0" presId="urn:microsoft.com/office/officeart/2008/layout/LinedList"/>
    <dgm:cxn modelId="{23BF79B6-F704-467B-B355-3C1AA67A8E3F}" type="presParOf" srcId="{9E8091D8-5E3D-4877-8E5D-B37A0FF3696E}" destId="{D84EC80B-B6B6-4D39-9B9F-C37200BC0A86}" srcOrd="2" destOrd="0" presId="urn:microsoft.com/office/officeart/2008/layout/LinedList"/>
    <dgm:cxn modelId="{0E47F8BF-D24D-4F77-95CD-3055EAB762BF}" type="presParOf" srcId="{004A1C7C-725B-40EC-9F15-F055B91437A5}" destId="{23B54297-6D5E-4873-A403-4C540D074EA3}" srcOrd="2" destOrd="0" presId="urn:microsoft.com/office/officeart/2008/layout/LinedList"/>
    <dgm:cxn modelId="{E78BE377-2BFB-4A95-A456-3670B82F0287}" type="presParOf" srcId="{004A1C7C-725B-40EC-9F15-F055B91437A5}" destId="{B791E8B2-E9AD-44D8-8B52-2F83273BDAB8}" srcOrd="3" destOrd="0" presId="urn:microsoft.com/office/officeart/2008/layout/LinedList"/>
    <dgm:cxn modelId="{8E6475C5-3E62-4804-ADC7-162E3B72186B}" type="presParOf" srcId="{004A1C7C-725B-40EC-9F15-F055B91437A5}" destId="{549267A2-ACE2-4166-8702-092C43C03299}" srcOrd="4" destOrd="0" presId="urn:microsoft.com/office/officeart/2008/layout/LinedList"/>
    <dgm:cxn modelId="{DA131410-4EA8-467B-AC8C-3C9B94321C8D}" type="presParOf" srcId="{549267A2-ACE2-4166-8702-092C43C03299}" destId="{45A4ECEB-B128-42EB-9781-9ACE98ACE3A8}" srcOrd="0" destOrd="0" presId="urn:microsoft.com/office/officeart/2008/layout/LinedList"/>
    <dgm:cxn modelId="{D47C2670-AED0-4369-9254-065F732D8E0C}" type="presParOf" srcId="{549267A2-ACE2-4166-8702-092C43C03299}" destId="{6A1FC106-5161-495C-A143-825E55DBBB4D}" srcOrd="1" destOrd="0" presId="urn:microsoft.com/office/officeart/2008/layout/LinedList"/>
    <dgm:cxn modelId="{0F7A6A83-39B1-4897-A592-3887D6901F2D}" type="presParOf" srcId="{549267A2-ACE2-4166-8702-092C43C03299}" destId="{7AF47A7C-86F8-422C-B3FD-8BCD2CD64211}" srcOrd="2" destOrd="0" presId="urn:microsoft.com/office/officeart/2008/layout/LinedList"/>
    <dgm:cxn modelId="{82F22A4D-4921-45DB-B08D-49D326A18600}" type="presParOf" srcId="{004A1C7C-725B-40EC-9F15-F055B91437A5}" destId="{5A94E8F2-AF71-41A6-83E2-CCBC9677CF20}" srcOrd="5" destOrd="0" presId="urn:microsoft.com/office/officeart/2008/layout/LinedList"/>
    <dgm:cxn modelId="{CBAFB7E4-AFD3-4E29-AE07-98F0C867D226}" type="presParOf" srcId="{004A1C7C-725B-40EC-9F15-F055B91437A5}" destId="{C27C0FA8-337C-4F1C-BE23-35152FB512AF}" srcOrd="6" destOrd="0" presId="urn:microsoft.com/office/officeart/2008/layout/LinedList"/>
    <dgm:cxn modelId="{3D6BBFE2-E3C6-4AB4-8B86-A5959F82F334}" type="presParOf" srcId="{004A1C7C-725B-40EC-9F15-F055B91437A5}" destId="{BDB5CE44-81AB-4095-B2F4-A97C7EEF3BC3}" srcOrd="7" destOrd="0" presId="urn:microsoft.com/office/officeart/2008/layout/LinedList"/>
    <dgm:cxn modelId="{D0FA7A56-C68E-43FC-BAA3-873742F8C138}" type="presParOf" srcId="{BDB5CE44-81AB-4095-B2F4-A97C7EEF3BC3}" destId="{04967189-DE84-4F30-B87D-01F3518FABE1}" srcOrd="0" destOrd="0" presId="urn:microsoft.com/office/officeart/2008/layout/LinedList"/>
    <dgm:cxn modelId="{98ED8CA5-15AB-4B92-BB48-E3E1C784984E}" type="presParOf" srcId="{BDB5CE44-81AB-4095-B2F4-A97C7EEF3BC3}" destId="{B3393928-F1BF-4E88-9A4F-02253C666191}" srcOrd="1" destOrd="0" presId="urn:microsoft.com/office/officeart/2008/layout/LinedList"/>
    <dgm:cxn modelId="{9F515907-59C1-4046-8DE5-B6E213729A3A}" type="presParOf" srcId="{BDB5CE44-81AB-4095-B2F4-A97C7EEF3BC3}" destId="{D6FE962F-E3B1-4E5A-B4A1-9A3267BC4314}" srcOrd="2" destOrd="0" presId="urn:microsoft.com/office/officeart/2008/layout/LinedList"/>
    <dgm:cxn modelId="{3091731C-0CE4-4D5A-AA93-43FBA974FF0F}" type="presParOf" srcId="{004A1C7C-725B-40EC-9F15-F055B91437A5}" destId="{17E04FBC-74A8-4A7D-98B9-D007CF028917}" srcOrd="8" destOrd="0" presId="urn:microsoft.com/office/officeart/2008/layout/LinedList"/>
    <dgm:cxn modelId="{A47C66E7-E914-4DD5-AC81-36C9A43E6BDA}" type="presParOf" srcId="{004A1C7C-725B-40EC-9F15-F055B91437A5}" destId="{809AD65B-9E73-4F88-8A23-11C4688339F7}" srcOrd="9" destOrd="0" presId="urn:microsoft.com/office/officeart/2008/layout/LinedList"/>
    <dgm:cxn modelId="{45656DF4-C6EF-4DC5-B406-98A050C6FB28}" type="presParOf" srcId="{A519F75E-DC73-4998-9668-5FF96BC8CA5A}" destId="{7A4F8164-17D6-4ADC-A169-63363AB6CA17}" srcOrd="2" destOrd="0" presId="urn:microsoft.com/office/officeart/2008/layout/LinedList"/>
    <dgm:cxn modelId="{C390A36E-DF24-40A4-A4DA-CCE3386D459E}" type="presParOf" srcId="{A519F75E-DC73-4998-9668-5FF96BC8CA5A}" destId="{592978C8-F021-45AE-BD06-683B84FA978D}" srcOrd="3" destOrd="0" presId="urn:microsoft.com/office/officeart/2008/layout/LinedList"/>
    <dgm:cxn modelId="{F03C3E2A-19D8-4D31-B0BE-7DB4048E0D72}" type="presParOf" srcId="{592978C8-F021-45AE-BD06-683B84FA978D}" destId="{36B5A8BA-D65D-4A68-BDB2-01A53C0A6F69}" srcOrd="0" destOrd="0" presId="urn:microsoft.com/office/officeart/2008/layout/LinedList"/>
    <dgm:cxn modelId="{4AB40C5C-98FF-4052-A525-8AB56FE85BF7}" type="presParOf" srcId="{592978C8-F021-45AE-BD06-683B84FA978D}" destId="{D26AEF54-7DCD-4D8D-827D-F3AF4EC22F12}" srcOrd="1" destOrd="0" presId="urn:microsoft.com/office/officeart/2008/layout/LinedList"/>
    <dgm:cxn modelId="{B0D32306-B695-40B8-B906-4E7EE7723780}" type="presParOf" srcId="{D26AEF54-7DCD-4D8D-827D-F3AF4EC22F12}" destId="{56FA14C7-735C-43E4-B6E2-9959CD2B2A07}" srcOrd="0" destOrd="0" presId="urn:microsoft.com/office/officeart/2008/layout/LinedList"/>
    <dgm:cxn modelId="{927C3F4F-7604-4D94-B761-EA63D0D49CE3}" type="presParOf" srcId="{D26AEF54-7DCD-4D8D-827D-F3AF4EC22F12}" destId="{308670FF-EB2E-4B5A-9535-BAF63B051385}" srcOrd="1" destOrd="0" presId="urn:microsoft.com/office/officeart/2008/layout/LinedList"/>
    <dgm:cxn modelId="{380809B8-7861-4708-B30B-55817233F026}" type="presParOf" srcId="{308670FF-EB2E-4B5A-9535-BAF63B051385}" destId="{647A421B-0817-4160-9B30-BE46F9728BFD}" srcOrd="0" destOrd="0" presId="urn:microsoft.com/office/officeart/2008/layout/LinedList"/>
    <dgm:cxn modelId="{5356537A-4759-43A7-A9F9-3EB1BEBDEE6B}" type="presParOf" srcId="{308670FF-EB2E-4B5A-9535-BAF63B051385}" destId="{3EECA7BC-2EB1-45E2-A2B3-BBAC49207B3D}" srcOrd="1" destOrd="0" presId="urn:microsoft.com/office/officeart/2008/layout/LinedList"/>
    <dgm:cxn modelId="{7FBFF1A4-5377-4F34-9626-EA5C9DABEC95}" type="presParOf" srcId="{308670FF-EB2E-4B5A-9535-BAF63B051385}" destId="{0C0DF0FC-EEED-4D46-B001-D3F90B7D1252}" srcOrd="2" destOrd="0" presId="urn:microsoft.com/office/officeart/2008/layout/LinedList"/>
    <dgm:cxn modelId="{D6DF93BA-4ACA-4EB2-9029-AF7527E70677}" type="presParOf" srcId="{D26AEF54-7DCD-4D8D-827D-F3AF4EC22F12}" destId="{2D488E23-907F-4535-99FC-0206BDD304F3}" srcOrd="2" destOrd="0" presId="urn:microsoft.com/office/officeart/2008/layout/LinedList"/>
    <dgm:cxn modelId="{E387ED1E-DCBA-4C90-BB53-2CA85E597930}" type="presParOf" srcId="{D26AEF54-7DCD-4D8D-827D-F3AF4EC22F12}" destId="{072B755E-A2DC-4728-82AF-82FB1DCA21A7}" srcOrd="3" destOrd="0" presId="urn:microsoft.com/office/officeart/2008/layout/LinedList"/>
    <dgm:cxn modelId="{5CF37312-DFAB-4EAD-8939-B43AC31478F4}" type="presParOf" srcId="{D26AEF54-7DCD-4D8D-827D-F3AF4EC22F12}" destId="{BFE90E61-3946-45D4-AA79-ED6DF7B80166}" srcOrd="4" destOrd="0" presId="urn:microsoft.com/office/officeart/2008/layout/LinedList"/>
    <dgm:cxn modelId="{3734445C-124C-4100-A2E8-680DAA3B8E47}" type="presParOf" srcId="{BFE90E61-3946-45D4-AA79-ED6DF7B80166}" destId="{B6BDCCD3-4778-48DB-8402-41ED35880034}" srcOrd="0" destOrd="0" presId="urn:microsoft.com/office/officeart/2008/layout/LinedList"/>
    <dgm:cxn modelId="{81B05D9E-E559-41D8-9FF6-735329CF3CDA}" type="presParOf" srcId="{BFE90E61-3946-45D4-AA79-ED6DF7B80166}" destId="{28FCD878-8CB3-412B-893A-BF3DF01EE9BF}" srcOrd="1" destOrd="0" presId="urn:microsoft.com/office/officeart/2008/layout/LinedList"/>
    <dgm:cxn modelId="{2142FF30-F15B-4DBF-8CE9-53FE233659FB}" type="presParOf" srcId="{BFE90E61-3946-45D4-AA79-ED6DF7B80166}" destId="{7F16BC53-FB92-4441-AB07-D9374DB31D4B}" srcOrd="2" destOrd="0" presId="urn:microsoft.com/office/officeart/2008/layout/LinedList"/>
    <dgm:cxn modelId="{628B80C7-5A68-4F37-8A8D-FBEF462EB9BD}" type="presParOf" srcId="{D26AEF54-7DCD-4D8D-827D-F3AF4EC22F12}" destId="{54B3608B-D04E-49DA-A8F6-4E3BE756A132}" srcOrd="5" destOrd="0" presId="urn:microsoft.com/office/officeart/2008/layout/LinedList"/>
    <dgm:cxn modelId="{A8E5D871-3354-446D-8DF9-2F9D987FD5CB}" type="presParOf" srcId="{D26AEF54-7DCD-4D8D-827D-F3AF4EC22F12}" destId="{EA0B264A-1461-4682-9BE0-1DD738FB45FB}" srcOrd="6" destOrd="0" presId="urn:microsoft.com/office/officeart/2008/layout/LinedList"/>
    <dgm:cxn modelId="{D7D7DADA-9B09-4EAC-8CC9-4F7942C2E5CF}" type="presParOf" srcId="{D26AEF54-7DCD-4D8D-827D-F3AF4EC22F12}" destId="{5B0916E9-8771-4F32-92F3-EFC371A962F3}" srcOrd="7" destOrd="0" presId="urn:microsoft.com/office/officeart/2008/layout/LinedList"/>
    <dgm:cxn modelId="{49C4F217-501F-4846-BC8C-52C6F81A1AA9}" type="presParOf" srcId="{5B0916E9-8771-4F32-92F3-EFC371A962F3}" destId="{B0687239-1162-4012-B49D-635DF6FBACF5}" srcOrd="0" destOrd="0" presId="urn:microsoft.com/office/officeart/2008/layout/LinedList"/>
    <dgm:cxn modelId="{C5E42434-1790-463C-BA4D-DD23DD3A547E}" type="presParOf" srcId="{5B0916E9-8771-4F32-92F3-EFC371A962F3}" destId="{5FA6EC58-797B-42DD-A51E-EEBDBB2F2303}" srcOrd="1" destOrd="0" presId="urn:microsoft.com/office/officeart/2008/layout/LinedList"/>
    <dgm:cxn modelId="{6647E6A5-9912-4B5B-A299-F50F0D454748}" type="presParOf" srcId="{5B0916E9-8771-4F32-92F3-EFC371A962F3}" destId="{FC2BBD07-7AB1-4EB2-9DBC-D00190DC2366}" srcOrd="2" destOrd="0" presId="urn:microsoft.com/office/officeart/2008/layout/LinedList"/>
    <dgm:cxn modelId="{3B58B807-CE6D-47A5-90C3-05DCD5890F06}" type="presParOf" srcId="{D26AEF54-7DCD-4D8D-827D-F3AF4EC22F12}" destId="{541E130F-4F0B-483D-A445-394F2854D620}" srcOrd="8" destOrd="0" presId="urn:microsoft.com/office/officeart/2008/layout/LinedList"/>
    <dgm:cxn modelId="{196FBC99-5968-4479-B541-5AFFCBD3F703}" type="presParOf" srcId="{D26AEF54-7DCD-4D8D-827D-F3AF4EC22F12}" destId="{8416DE6B-7A40-4EF5-BDEC-0B30FF236B6D}" srcOrd="9" destOrd="0" presId="urn:microsoft.com/office/officeart/2008/layout/LinedList"/>
    <dgm:cxn modelId="{F748CC24-A574-47B0-ADFE-1A1B273D554B}" type="presParOf" srcId="{A519F75E-DC73-4998-9668-5FF96BC8CA5A}" destId="{9C316B34-4C1E-44D5-90BB-0344790758D6}" srcOrd="4" destOrd="0" presId="urn:microsoft.com/office/officeart/2008/layout/LinedList"/>
    <dgm:cxn modelId="{B97F7B2A-56DC-4862-9FA6-3D729669E596}" type="presParOf" srcId="{A519F75E-DC73-4998-9668-5FF96BC8CA5A}" destId="{1EFA498C-A688-4320-9A50-A493979E6B49}" srcOrd="5" destOrd="0" presId="urn:microsoft.com/office/officeart/2008/layout/LinedList"/>
    <dgm:cxn modelId="{196CF124-CB50-4268-B05B-66035CDA353C}" type="presParOf" srcId="{1EFA498C-A688-4320-9A50-A493979E6B49}" destId="{E6F75E16-2E8B-4EB0-85E5-F681CF9A3B64}" srcOrd="0" destOrd="0" presId="urn:microsoft.com/office/officeart/2008/layout/LinedList"/>
    <dgm:cxn modelId="{DE4CB206-27DD-4476-8B18-4C05DCE1BA31}" type="presParOf" srcId="{1EFA498C-A688-4320-9A50-A493979E6B49}" destId="{4A8112F7-B8C2-42A8-B1D7-735017959244}" srcOrd="1" destOrd="0" presId="urn:microsoft.com/office/officeart/2008/layout/LinedList"/>
    <dgm:cxn modelId="{F6376E08-5151-4D81-BF8B-EC2696761A4F}" type="presParOf" srcId="{4A8112F7-B8C2-42A8-B1D7-735017959244}" destId="{29E32090-F7DA-4387-AFB2-D0DAE5031124}" srcOrd="0" destOrd="0" presId="urn:microsoft.com/office/officeart/2008/layout/LinedList"/>
    <dgm:cxn modelId="{60234F4E-BD6C-480A-BD67-C3813E4CF3C1}" type="presParOf" srcId="{4A8112F7-B8C2-42A8-B1D7-735017959244}" destId="{B6982976-1A76-4842-9E55-6F9C3F1EC32D}" srcOrd="1" destOrd="0" presId="urn:microsoft.com/office/officeart/2008/layout/LinedList"/>
    <dgm:cxn modelId="{D9DF9957-CE8A-4622-AF4B-357E489A086F}" type="presParOf" srcId="{B6982976-1A76-4842-9E55-6F9C3F1EC32D}" destId="{A80ADFD6-0EFB-4D90-889A-4EEC6BB1ACAF}" srcOrd="0" destOrd="0" presId="urn:microsoft.com/office/officeart/2008/layout/LinedList"/>
    <dgm:cxn modelId="{661BB91E-8C69-40E2-9ABF-F1DDB661657F}" type="presParOf" srcId="{B6982976-1A76-4842-9E55-6F9C3F1EC32D}" destId="{AE92B10D-88F6-4F6D-B5C9-DE2300F7A36B}" srcOrd="1" destOrd="0" presId="urn:microsoft.com/office/officeart/2008/layout/LinedList"/>
    <dgm:cxn modelId="{6FBC6ED9-443B-4A4F-A743-BB94CA90201C}" type="presParOf" srcId="{B6982976-1A76-4842-9E55-6F9C3F1EC32D}" destId="{EF8FD891-4FE6-4839-BD1D-9AE0B4B6A831}" srcOrd="2" destOrd="0" presId="urn:microsoft.com/office/officeart/2008/layout/LinedList"/>
    <dgm:cxn modelId="{DD6D830C-A000-4860-B0F2-6C95FC1FA486}" type="presParOf" srcId="{4A8112F7-B8C2-42A8-B1D7-735017959244}" destId="{6851BF19-073C-47AA-8D90-789C283967B2}" srcOrd="2" destOrd="0" presId="urn:microsoft.com/office/officeart/2008/layout/LinedList"/>
    <dgm:cxn modelId="{635A2302-93B6-4289-8FC7-70A86D73A3AA}" type="presParOf" srcId="{4A8112F7-B8C2-42A8-B1D7-735017959244}" destId="{68D04589-4978-4910-9F7E-D150744D683B}" srcOrd="3" destOrd="0" presId="urn:microsoft.com/office/officeart/2008/layout/LinedList"/>
    <dgm:cxn modelId="{BFE84661-49FA-4411-BFCF-3BA3E53907B3}" type="presParOf" srcId="{4A8112F7-B8C2-42A8-B1D7-735017959244}" destId="{1A88CE1C-DA35-4471-9BE2-52803D104588}" srcOrd="4" destOrd="0" presId="urn:microsoft.com/office/officeart/2008/layout/LinedList"/>
    <dgm:cxn modelId="{A3733C73-CD1E-4419-8AEF-D095D33846C5}" type="presParOf" srcId="{1A88CE1C-DA35-4471-9BE2-52803D104588}" destId="{95853388-072F-4BAF-B98B-55DA04F845DB}" srcOrd="0" destOrd="0" presId="urn:microsoft.com/office/officeart/2008/layout/LinedList"/>
    <dgm:cxn modelId="{36CF6E01-BA5E-4274-86DD-FEE363415C8C}" type="presParOf" srcId="{1A88CE1C-DA35-4471-9BE2-52803D104588}" destId="{FFF8F218-5B56-46CC-B72B-6AD0C287DA1A}" srcOrd="1" destOrd="0" presId="urn:microsoft.com/office/officeart/2008/layout/LinedList"/>
    <dgm:cxn modelId="{EF599BB7-81A0-4773-BB69-5A097B4F4FBA}" type="presParOf" srcId="{1A88CE1C-DA35-4471-9BE2-52803D104588}" destId="{43DDC20D-1D27-4466-930A-4BF120CBC3DA}" srcOrd="2" destOrd="0" presId="urn:microsoft.com/office/officeart/2008/layout/LinedList"/>
    <dgm:cxn modelId="{E7D28BE0-B7E6-4F53-B0B0-D4D4C0545DC8}" type="presParOf" srcId="{4A8112F7-B8C2-42A8-B1D7-735017959244}" destId="{9670E561-9038-450C-8748-44178B1AD60D}" srcOrd="5" destOrd="0" presId="urn:microsoft.com/office/officeart/2008/layout/LinedList"/>
    <dgm:cxn modelId="{A1CC6416-11D0-4DE6-BB32-2B14944ACD1D}" type="presParOf" srcId="{4A8112F7-B8C2-42A8-B1D7-735017959244}" destId="{806438F5-86A5-406A-BF1B-C1E5F38AD601}" srcOrd="6" destOrd="0" presId="urn:microsoft.com/office/officeart/2008/layout/LinedList"/>
    <dgm:cxn modelId="{EF01C9B3-5855-4416-9706-89FF05ECF944}" type="presParOf" srcId="{4A8112F7-B8C2-42A8-B1D7-735017959244}" destId="{05B17F51-9609-4818-8886-854A08DBF035}" srcOrd="7" destOrd="0" presId="urn:microsoft.com/office/officeart/2008/layout/LinedList"/>
    <dgm:cxn modelId="{E5FFB2BF-85F4-41E2-B389-9F67F0AA26D8}" type="presParOf" srcId="{05B17F51-9609-4818-8886-854A08DBF035}" destId="{ACBD5CBD-F4D3-4DA3-8E80-FEA294FEE704}" srcOrd="0" destOrd="0" presId="urn:microsoft.com/office/officeart/2008/layout/LinedList"/>
    <dgm:cxn modelId="{F2F3F586-44A0-4BB6-B829-6EEF45D45914}" type="presParOf" srcId="{05B17F51-9609-4818-8886-854A08DBF035}" destId="{9610CFB4-6B7E-471F-B34C-BB93BEEDBD85}" srcOrd="1" destOrd="0" presId="urn:microsoft.com/office/officeart/2008/layout/LinedList"/>
    <dgm:cxn modelId="{F65A7254-7056-497A-879A-C592037389A7}" type="presParOf" srcId="{05B17F51-9609-4818-8886-854A08DBF035}" destId="{B18886A3-4760-434F-A2B3-78B997EDF84D}" srcOrd="2" destOrd="0" presId="urn:microsoft.com/office/officeart/2008/layout/LinedList"/>
    <dgm:cxn modelId="{823138D8-2219-4067-A9E1-1AC826F4C6B6}" type="presParOf" srcId="{4A8112F7-B8C2-42A8-B1D7-735017959244}" destId="{4A512112-3FAB-4DAB-BE9B-3EF2A5A04A01}" srcOrd="8" destOrd="0" presId="urn:microsoft.com/office/officeart/2008/layout/LinedList"/>
    <dgm:cxn modelId="{56D37BF7-07B5-47EE-A5C0-A60010CECFF8}" type="presParOf" srcId="{4A8112F7-B8C2-42A8-B1D7-735017959244}" destId="{89EA3B8C-E514-4FBF-BB95-9973E7DC638A}" srcOrd="9" destOrd="0" presId="urn:microsoft.com/office/officeart/2008/layout/LinedList"/>
    <dgm:cxn modelId="{0828BB78-291D-41AD-9555-CE5C1CC88ED3}" type="presParOf" srcId="{4A8112F7-B8C2-42A8-B1D7-735017959244}" destId="{9204E036-4212-40E3-A80D-1A18D000525B}" srcOrd="10" destOrd="0" presId="urn:microsoft.com/office/officeart/2008/layout/LinedList"/>
    <dgm:cxn modelId="{B9ED50C0-7A0F-43FA-934D-B654B7CD0DD2}" type="presParOf" srcId="{9204E036-4212-40E3-A80D-1A18D000525B}" destId="{80DFE7AE-CA5F-42EE-8873-914E924C8463}" srcOrd="0" destOrd="0" presId="urn:microsoft.com/office/officeart/2008/layout/LinedList"/>
    <dgm:cxn modelId="{637B49BA-C15E-491A-A534-AD960D225928}" type="presParOf" srcId="{9204E036-4212-40E3-A80D-1A18D000525B}" destId="{6D4FAE74-CD52-437F-9712-CABD8D53CA27}" srcOrd="1" destOrd="0" presId="urn:microsoft.com/office/officeart/2008/layout/LinedList"/>
    <dgm:cxn modelId="{51CB310B-386D-440E-889E-73F25128DD4A}" type="presParOf" srcId="{9204E036-4212-40E3-A80D-1A18D000525B}" destId="{609DEB0F-BA67-4E4C-9F33-B499B42B3A5D}" srcOrd="2" destOrd="0" presId="urn:microsoft.com/office/officeart/2008/layout/LinedList"/>
    <dgm:cxn modelId="{BC4A7423-6964-40FE-8EFA-3AA005875641}" type="presParOf" srcId="{4A8112F7-B8C2-42A8-B1D7-735017959244}" destId="{12DFB566-F227-47D0-861E-F198F3FDA56F}" srcOrd="11" destOrd="0" presId="urn:microsoft.com/office/officeart/2008/layout/LinedList"/>
    <dgm:cxn modelId="{ABF169FB-36DA-4A24-B8BE-39F87A40AA48}" type="presParOf" srcId="{4A8112F7-B8C2-42A8-B1D7-735017959244}" destId="{8F8FA19B-DA5E-4CFA-9E81-60EA96323D9E}"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A76B4F2C-478A-4D59-8526-A6650EFD938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78F365E0-E2D0-441E-ABAC-6BC39688B380}">
      <dgm:prSet/>
      <dgm:spPr/>
      <dgm:t>
        <a:bodyPr/>
        <a:lstStyle/>
        <a:p>
          <a:r>
            <a:rPr lang="en-US"/>
            <a:t>1. Comparison Analysis</a:t>
          </a:r>
        </a:p>
      </dgm:t>
    </dgm:pt>
    <dgm:pt modelId="{F3DECB3C-3C86-4622-BFD1-1478AB177378}" type="parTrans" cxnId="{0BD563F0-86F7-4833-A79D-101300A3CC3C}">
      <dgm:prSet/>
      <dgm:spPr/>
      <dgm:t>
        <a:bodyPr/>
        <a:lstStyle/>
        <a:p>
          <a:endParaRPr lang="en-US"/>
        </a:p>
      </dgm:t>
    </dgm:pt>
    <dgm:pt modelId="{4B4CBEAE-3601-44AA-9223-0F6B9DDB41DF}" type="sibTrans" cxnId="{0BD563F0-86F7-4833-A79D-101300A3CC3C}">
      <dgm:prSet/>
      <dgm:spPr/>
      <dgm:t>
        <a:bodyPr/>
        <a:lstStyle/>
        <a:p>
          <a:endParaRPr lang="en-US"/>
        </a:p>
      </dgm:t>
    </dgm:pt>
    <dgm:pt modelId="{36C42DB0-582C-4080-88DB-F3E26CCDB7AD}">
      <dgm:prSet/>
      <dgm:spPr/>
      <dgm:t>
        <a:bodyPr/>
        <a:lstStyle/>
        <a:p>
          <a:r>
            <a:rPr lang="en-US"/>
            <a:t>- Built comparison table with all strategies: baseline, imputation methods (Mean, KNN, Iterative), and models handling missing data (Decision Tree, HistGradientBoosting, CatBoost AFT)</a:t>
          </a:r>
        </a:p>
      </dgm:t>
    </dgm:pt>
    <dgm:pt modelId="{E2C1A73E-02F3-4EFC-96C9-65249B7E5F41}" type="parTrans" cxnId="{3313E972-6088-4E00-904A-22ED4B835462}">
      <dgm:prSet/>
      <dgm:spPr/>
      <dgm:t>
        <a:bodyPr/>
        <a:lstStyle/>
        <a:p>
          <a:endParaRPr lang="en-US"/>
        </a:p>
      </dgm:t>
    </dgm:pt>
    <dgm:pt modelId="{A5742528-1463-4F89-9C88-5354807599A2}" type="sibTrans" cxnId="{3313E972-6088-4E00-904A-22ED4B835462}">
      <dgm:prSet/>
      <dgm:spPr/>
      <dgm:t>
        <a:bodyPr/>
        <a:lstStyle/>
        <a:p>
          <a:endParaRPr lang="en-US"/>
        </a:p>
      </dgm:t>
    </dgm:pt>
    <dgm:pt modelId="{1FAC2ACE-E57D-49CD-A1D9-777775C30E85}">
      <dgm:prSet/>
      <dgm:spPr/>
      <dgm:t>
        <a:bodyPr/>
        <a:lstStyle/>
        <a:p>
          <a:r>
            <a:rPr lang="en-US"/>
            <a:t>- Displayed MSE and cMSE metrics for all approaches</a:t>
          </a:r>
        </a:p>
      </dgm:t>
    </dgm:pt>
    <dgm:pt modelId="{6B18E5D1-6E82-4410-BA65-38A7C9FD1DD0}" type="parTrans" cxnId="{DA00809B-6BDE-4E31-8E12-F51BED26AC79}">
      <dgm:prSet/>
      <dgm:spPr/>
      <dgm:t>
        <a:bodyPr/>
        <a:lstStyle/>
        <a:p>
          <a:endParaRPr lang="en-US"/>
        </a:p>
      </dgm:t>
    </dgm:pt>
    <dgm:pt modelId="{E1E56701-C4F7-4C99-A947-C14914984E11}" type="sibTrans" cxnId="{DA00809B-6BDE-4E31-8E12-F51BED26AC79}">
      <dgm:prSet/>
      <dgm:spPr/>
      <dgm:t>
        <a:bodyPr/>
        <a:lstStyle/>
        <a:p>
          <a:endParaRPr lang="en-US"/>
        </a:p>
      </dgm:t>
    </dgm:pt>
    <dgm:pt modelId="{FF86371F-0AD7-44EB-8469-7F8E2BA502F8}">
      <dgm:prSet/>
      <dgm:spPr/>
      <dgm:t>
        <a:bodyPr/>
        <a:lstStyle/>
        <a:p>
          <a:r>
            <a:rPr lang="en-US"/>
            <a:t>- Created y vs y-hat scatter plots for visual comparison of model performance</a:t>
          </a:r>
        </a:p>
      </dgm:t>
    </dgm:pt>
    <dgm:pt modelId="{023199DF-5CEA-432E-9518-752CCE57F00B}" type="parTrans" cxnId="{4C6650DC-964C-422A-9F22-953DB4372F6B}">
      <dgm:prSet/>
      <dgm:spPr/>
      <dgm:t>
        <a:bodyPr/>
        <a:lstStyle/>
        <a:p>
          <a:endParaRPr lang="en-US"/>
        </a:p>
      </dgm:t>
    </dgm:pt>
    <dgm:pt modelId="{2BA55D31-871C-4A05-9F21-65636DE89BC6}" type="sibTrans" cxnId="{4C6650DC-964C-422A-9F22-953DB4372F6B}">
      <dgm:prSet/>
      <dgm:spPr/>
      <dgm:t>
        <a:bodyPr/>
        <a:lstStyle/>
        <a:p>
          <a:endParaRPr lang="en-US"/>
        </a:p>
      </dgm:t>
    </dgm:pt>
    <dgm:pt modelId="{12B1AB31-3BA2-43E9-B2E6-4202FDBBBCA7}">
      <dgm:prSet/>
      <dgm:spPr/>
      <dgm:t>
        <a:bodyPr/>
        <a:lstStyle/>
        <a:p>
          <a:r>
            <a:rPr lang="en-US"/>
            <a:t>2. Combined Approach Testing</a:t>
          </a:r>
        </a:p>
      </dgm:t>
    </dgm:pt>
    <dgm:pt modelId="{238863BC-507C-4EA4-80F5-162D2EEC7185}" type="parTrans" cxnId="{9AF5D41A-66C5-4DD3-AD28-147E6860AC06}">
      <dgm:prSet/>
      <dgm:spPr/>
      <dgm:t>
        <a:bodyPr/>
        <a:lstStyle/>
        <a:p>
          <a:endParaRPr lang="en-US"/>
        </a:p>
      </dgm:t>
    </dgm:pt>
    <dgm:pt modelId="{D42D938B-7CB2-4A04-B527-2167C023D2A2}" type="sibTrans" cxnId="{9AF5D41A-66C5-4DD3-AD28-147E6860AC06}">
      <dgm:prSet/>
      <dgm:spPr/>
      <dgm:t>
        <a:bodyPr/>
        <a:lstStyle/>
        <a:p>
          <a:endParaRPr lang="en-US"/>
        </a:p>
      </dgm:t>
    </dgm:pt>
    <dgm:pt modelId="{C5F15CA3-36C8-4922-9457-199AF5854041}">
      <dgm:prSet/>
      <dgm:spPr/>
      <dgm:t>
        <a:bodyPr/>
        <a:lstStyle/>
        <a:p>
          <a:r>
            <a:rPr lang="en-US"/>
            <a:t>- Selected best imputation strategy from Task 3.1: Mean Imputation (cMSE: 1.7645)</a:t>
          </a:r>
        </a:p>
      </dgm:t>
    </dgm:pt>
    <dgm:pt modelId="{24A0E553-C496-48E2-BDA8-B24CAACD1178}" type="parTrans" cxnId="{41EC934C-51D8-485E-A8A3-338E487FCD49}">
      <dgm:prSet/>
      <dgm:spPr/>
      <dgm:t>
        <a:bodyPr/>
        <a:lstStyle/>
        <a:p>
          <a:endParaRPr lang="en-US"/>
        </a:p>
      </dgm:t>
    </dgm:pt>
    <dgm:pt modelId="{FF898389-C79F-4F97-83BC-624F01010669}" type="sibTrans" cxnId="{41EC934C-51D8-485E-A8A3-338E487FCD49}">
      <dgm:prSet/>
      <dgm:spPr/>
      <dgm:t>
        <a:bodyPr/>
        <a:lstStyle/>
        <a:p>
          <a:endParaRPr lang="en-US"/>
        </a:p>
      </dgm:t>
    </dgm:pt>
    <dgm:pt modelId="{8DFF30CF-417E-47CC-AAEC-F2D53E0E6CB6}">
      <dgm:prSet/>
      <dgm:spPr/>
      <dgm:t>
        <a:bodyPr/>
        <a:lstStyle/>
        <a:p>
          <a:r>
            <a:rPr lang="en-US"/>
            <a:t>- Combined with best model from Task 3.2: CatBoost AFT</a:t>
          </a:r>
        </a:p>
      </dgm:t>
    </dgm:pt>
    <dgm:pt modelId="{BAD9A60B-34A9-4B53-986D-A0B14DB07EDD}" type="parTrans" cxnId="{8DC723DE-D57E-4AAC-B806-3020338CE0F9}">
      <dgm:prSet/>
      <dgm:spPr/>
      <dgm:t>
        <a:bodyPr/>
        <a:lstStyle/>
        <a:p>
          <a:endParaRPr lang="en-US"/>
        </a:p>
      </dgm:t>
    </dgm:pt>
    <dgm:pt modelId="{F182DE03-FCEF-4C93-BB53-7AD384558A6F}" type="sibTrans" cxnId="{8DC723DE-D57E-4AAC-B806-3020338CE0F9}">
      <dgm:prSet/>
      <dgm:spPr/>
      <dgm:t>
        <a:bodyPr/>
        <a:lstStyle/>
        <a:p>
          <a:endParaRPr lang="en-US"/>
        </a:p>
      </dgm:t>
    </dgm:pt>
    <dgm:pt modelId="{BB593085-D165-4EB3-B3D5-C990934788D2}">
      <dgm:prSet/>
      <dgm:spPr/>
      <dgm:t>
        <a:bodyPr/>
        <a:lstStyle/>
        <a:p>
          <a:r>
            <a:rPr lang="en-US"/>
            <a:t>- Trained CatBoost AFT on mean-imputed data</a:t>
          </a:r>
        </a:p>
      </dgm:t>
    </dgm:pt>
    <dgm:pt modelId="{2742336F-6C12-45BB-8F4F-CF38D58EEB16}" type="parTrans" cxnId="{D3B79C95-96DA-4194-BD5B-FD253F99FD1F}">
      <dgm:prSet/>
      <dgm:spPr/>
      <dgm:t>
        <a:bodyPr/>
        <a:lstStyle/>
        <a:p>
          <a:endParaRPr lang="en-US"/>
        </a:p>
      </dgm:t>
    </dgm:pt>
    <dgm:pt modelId="{D700D961-F936-4E57-B9D8-960D4DF87AD3}" type="sibTrans" cxnId="{D3B79C95-96DA-4194-BD5B-FD253F99FD1F}">
      <dgm:prSet/>
      <dgm:spPr/>
      <dgm:t>
        <a:bodyPr/>
        <a:lstStyle/>
        <a:p>
          <a:endParaRPr lang="en-US"/>
        </a:p>
      </dgm:t>
    </dgm:pt>
    <dgm:pt modelId="{CCE5B9EF-F7FD-4A0F-AC7C-A56F24BA27F6}">
      <dgm:prSet/>
      <dgm:spPr/>
      <dgm:t>
        <a:bodyPr/>
        <a:lstStyle/>
        <a:p>
          <a:r>
            <a:rPr lang="en-US"/>
            <a:t>- Evaluated performance: cMSE of 3.1236 (worse than native missing handling)</a:t>
          </a:r>
        </a:p>
      </dgm:t>
    </dgm:pt>
    <dgm:pt modelId="{62597EE7-9079-4D53-91A3-5CB6EAE97D59}" type="parTrans" cxnId="{27B8E5CD-A726-462C-B71E-E3DDD5D890B7}">
      <dgm:prSet/>
      <dgm:spPr/>
      <dgm:t>
        <a:bodyPr/>
        <a:lstStyle/>
        <a:p>
          <a:endParaRPr lang="en-US"/>
        </a:p>
      </dgm:t>
    </dgm:pt>
    <dgm:pt modelId="{233FF2FB-C144-471E-84A2-07E266A99971}" type="sibTrans" cxnId="{27B8E5CD-A726-462C-B71E-E3DDD5D890B7}">
      <dgm:prSet/>
      <dgm:spPr/>
      <dgm:t>
        <a:bodyPr/>
        <a:lstStyle/>
        <a:p>
          <a:endParaRPr lang="en-US"/>
        </a:p>
      </dgm:t>
    </dgm:pt>
    <dgm:pt modelId="{7698C8D5-468E-4F01-9664-259322B1727E}" type="pres">
      <dgm:prSet presAssocID="{A76B4F2C-478A-4D59-8526-A6650EFD9382}" presName="vert0" presStyleCnt="0">
        <dgm:presLayoutVars>
          <dgm:dir/>
          <dgm:animOne val="branch"/>
          <dgm:animLvl val="lvl"/>
        </dgm:presLayoutVars>
      </dgm:prSet>
      <dgm:spPr/>
    </dgm:pt>
    <dgm:pt modelId="{D80DC9B3-EEF4-46B8-998A-D11A2892DE76}" type="pres">
      <dgm:prSet presAssocID="{78F365E0-E2D0-441E-ABAC-6BC39688B380}" presName="thickLine" presStyleLbl="alignNode1" presStyleIdx="0" presStyleCnt="2"/>
      <dgm:spPr/>
    </dgm:pt>
    <dgm:pt modelId="{6D8710D0-B6F6-4293-8FEA-C1A3D971C58B}" type="pres">
      <dgm:prSet presAssocID="{78F365E0-E2D0-441E-ABAC-6BC39688B380}" presName="horz1" presStyleCnt="0"/>
      <dgm:spPr/>
    </dgm:pt>
    <dgm:pt modelId="{6B85997E-6C33-49E1-8900-619F8D7DC555}" type="pres">
      <dgm:prSet presAssocID="{78F365E0-E2D0-441E-ABAC-6BC39688B380}" presName="tx1" presStyleLbl="revTx" presStyleIdx="0" presStyleCnt="9"/>
      <dgm:spPr/>
    </dgm:pt>
    <dgm:pt modelId="{CC39F36C-2C52-44A8-A1CC-F5736F5F7A4C}" type="pres">
      <dgm:prSet presAssocID="{78F365E0-E2D0-441E-ABAC-6BC39688B380}" presName="vert1" presStyleCnt="0"/>
      <dgm:spPr/>
    </dgm:pt>
    <dgm:pt modelId="{F72AB417-8A5E-43B7-A011-6C145955B08A}" type="pres">
      <dgm:prSet presAssocID="{36C42DB0-582C-4080-88DB-F3E26CCDB7AD}" presName="vertSpace2a" presStyleCnt="0"/>
      <dgm:spPr/>
    </dgm:pt>
    <dgm:pt modelId="{081B20B8-EAC1-4A81-A8A7-F6F24C78E051}" type="pres">
      <dgm:prSet presAssocID="{36C42DB0-582C-4080-88DB-F3E26CCDB7AD}" presName="horz2" presStyleCnt="0"/>
      <dgm:spPr/>
    </dgm:pt>
    <dgm:pt modelId="{1E757601-4092-40DE-A167-E803814CD0E4}" type="pres">
      <dgm:prSet presAssocID="{36C42DB0-582C-4080-88DB-F3E26CCDB7AD}" presName="horzSpace2" presStyleCnt="0"/>
      <dgm:spPr/>
    </dgm:pt>
    <dgm:pt modelId="{70FB11D0-38B6-4D07-82A7-9A1EA48C3086}" type="pres">
      <dgm:prSet presAssocID="{36C42DB0-582C-4080-88DB-F3E26CCDB7AD}" presName="tx2" presStyleLbl="revTx" presStyleIdx="1" presStyleCnt="9"/>
      <dgm:spPr/>
    </dgm:pt>
    <dgm:pt modelId="{FC54D624-D581-4C13-BBE8-6EC31066AF6C}" type="pres">
      <dgm:prSet presAssocID="{36C42DB0-582C-4080-88DB-F3E26CCDB7AD}" presName="vert2" presStyleCnt="0"/>
      <dgm:spPr/>
    </dgm:pt>
    <dgm:pt modelId="{3B4181D0-AEBF-4EBB-97B5-4AD392DB498F}" type="pres">
      <dgm:prSet presAssocID="{36C42DB0-582C-4080-88DB-F3E26CCDB7AD}" presName="thinLine2b" presStyleLbl="callout" presStyleIdx="0" presStyleCnt="7"/>
      <dgm:spPr/>
    </dgm:pt>
    <dgm:pt modelId="{5E93E018-7811-42D0-BA3E-58114A4EB66A}" type="pres">
      <dgm:prSet presAssocID="{36C42DB0-582C-4080-88DB-F3E26CCDB7AD}" presName="vertSpace2b" presStyleCnt="0"/>
      <dgm:spPr/>
    </dgm:pt>
    <dgm:pt modelId="{8C4217C9-A23C-4849-A343-28E63396D994}" type="pres">
      <dgm:prSet presAssocID="{1FAC2ACE-E57D-49CD-A1D9-777775C30E85}" presName="horz2" presStyleCnt="0"/>
      <dgm:spPr/>
    </dgm:pt>
    <dgm:pt modelId="{B5947705-B1B6-4519-8AEA-992C50B9D7C8}" type="pres">
      <dgm:prSet presAssocID="{1FAC2ACE-E57D-49CD-A1D9-777775C30E85}" presName="horzSpace2" presStyleCnt="0"/>
      <dgm:spPr/>
    </dgm:pt>
    <dgm:pt modelId="{02F97108-DC74-4E2C-8C5F-07BF13B27727}" type="pres">
      <dgm:prSet presAssocID="{1FAC2ACE-E57D-49CD-A1D9-777775C30E85}" presName="tx2" presStyleLbl="revTx" presStyleIdx="2" presStyleCnt="9"/>
      <dgm:spPr/>
    </dgm:pt>
    <dgm:pt modelId="{1B2BE104-3064-4CF9-8D7C-47EAB254C3ED}" type="pres">
      <dgm:prSet presAssocID="{1FAC2ACE-E57D-49CD-A1D9-777775C30E85}" presName="vert2" presStyleCnt="0"/>
      <dgm:spPr/>
    </dgm:pt>
    <dgm:pt modelId="{F9D77DF6-18BC-47B0-AE53-D1B66DF9F16B}" type="pres">
      <dgm:prSet presAssocID="{1FAC2ACE-E57D-49CD-A1D9-777775C30E85}" presName="thinLine2b" presStyleLbl="callout" presStyleIdx="1" presStyleCnt="7"/>
      <dgm:spPr/>
    </dgm:pt>
    <dgm:pt modelId="{A0D9632C-FE2D-4807-B9C2-9FB1A073D6E4}" type="pres">
      <dgm:prSet presAssocID="{1FAC2ACE-E57D-49CD-A1D9-777775C30E85}" presName="vertSpace2b" presStyleCnt="0"/>
      <dgm:spPr/>
    </dgm:pt>
    <dgm:pt modelId="{E9B537F5-9EFE-4220-B7F8-73EBF11D0166}" type="pres">
      <dgm:prSet presAssocID="{FF86371F-0AD7-44EB-8469-7F8E2BA502F8}" presName="horz2" presStyleCnt="0"/>
      <dgm:spPr/>
    </dgm:pt>
    <dgm:pt modelId="{41B8BF75-95E2-43E4-AE00-9882DB8FE525}" type="pres">
      <dgm:prSet presAssocID="{FF86371F-0AD7-44EB-8469-7F8E2BA502F8}" presName="horzSpace2" presStyleCnt="0"/>
      <dgm:spPr/>
    </dgm:pt>
    <dgm:pt modelId="{3394D178-1313-4DBA-826C-127C91C55410}" type="pres">
      <dgm:prSet presAssocID="{FF86371F-0AD7-44EB-8469-7F8E2BA502F8}" presName="tx2" presStyleLbl="revTx" presStyleIdx="3" presStyleCnt="9"/>
      <dgm:spPr/>
    </dgm:pt>
    <dgm:pt modelId="{B23E4A90-B339-4E47-AFC9-EF805BD858FB}" type="pres">
      <dgm:prSet presAssocID="{FF86371F-0AD7-44EB-8469-7F8E2BA502F8}" presName="vert2" presStyleCnt="0"/>
      <dgm:spPr/>
    </dgm:pt>
    <dgm:pt modelId="{229BAD5B-7EEB-4B02-8079-BD1E50B7A3F5}" type="pres">
      <dgm:prSet presAssocID="{FF86371F-0AD7-44EB-8469-7F8E2BA502F8}" presName="thinLine2b" presStyleLbl="callout" presStyleIdx="2" presStyleCnt="7"/>
      <dgm:spPr/>
    </dgm:pt>
    <dgm:pt modelId="{469ED47A-CC15-4FE6-A37E-C4073D99846F}" type="pres">
      <dgm:prSet presAssocID="{FF86371F-0AD7-44EB-8469-7F8E2BA502F8}" presName="vertSpace2b" presStyleCnt="0"/>
      <dgm:spPr/>
    </dgm:pt>
    <dgm:pt modelId="{BC8D4189-3B92-453C-9DB3-A77CB40AE29C}" type="pres">
      <dgm:prSet presAssocID="{12B1AB31-3BA2-43E9-B2E6-4202FDBBBCA7}" presName="thickLine" presStyleLbl="alignNode1" presStyleIdx="1" presStyleCnt="2"/>
      <dgm:spPr/>
    </dgm:pt>
    <dgm:pt modelId="{05E8AA68-6A15-4306-A078-D62443A3114B}" type="pres">
      <dgm:prSet presAssocID="{12B1AB31-3BA2-43E9-B2E6-4202FDBBBCA7}" presName="horz1" presStyleCnt="0"/>
      <dgm:spPr/>
    </dgm:pt>
    <dgm:pt modelId="{E5F5FEC6-EF4E-4F48-A82C-DEB0B909048E}" type="pres">
      <dgm:prSet presAssocID="{12B1AB31-3BA2-43E9-B2E6-4202FDBBBCA7}" presName="tx1" presStyleLbl="revTx" presStyleIdx="4" presStyleCnt="9"/>
      <dgm:spPr/>
    </dgm:pt>
    <dgm:pt modelId="{73D04E17-B4F8-48F9-88A4-7F4559BE9403}" type="pres">
      <dgm:prSet presAssocID="{12B1AB31-3BA2-43E9-B2E6-4202FDBBBCA7}" presName="vert1" presStyleCnt="0"/>
      <dgm:spPr/>
    </dgm:pt>
    <dgm:pt modelId="{5DF12B3F-71C5-4022-83EF-A44A36FBEA85}" type="pres">
      <dgm:prSet presAssocID="{C5F15CA3-36C8-4922-9457-199AF5854041}" presName="vertSpace2a" presStyleCnt="0"/>
      <dgm:spPr/>
    </dgm:pt>
    <dgm:pt modelId="{0FF20A23-AF70-46AC-8CD5-1BF81333B0DA}" type="pres">
      <dgm:prSet presAssocID="{C5F15CA3-36C8-4922-9457-199AF5854041}" presName="horz2" presStyleCnt="0"/>
      <dgm:spPr/>
    </dgm:pt>
    <dgm:pt modelId="{4F61ACA6-F265-4629-AFA0-39F18EE4DD87}" type="pres">
      <dgm:prSet presAssocID="{C5F15CA3-36C8-4922-9457-199AF5854041}" presName="horzSpace2" presStyleCnt="0"/>
      <dgm:spPr/>
    </dgm:pt>
    <dgm:pt modelId="{32BDA854-2CBB-431F-8110-0A2B61837F0F}" type="pres">
      <dgm:prSet presAssocID="{C5F15CA3-36C8-4922-9457-199AF5854041}" presName="tx2" presStyleLbl="revTx" presStyleIdx="5" presStyleCnt="9"/>
      <dgm:spPr/>
    </dgm:pt>
    <dgm:pt modelId="{BA1EB745-1D05-4C2A-BF7D-06DCC797E410}" type="pres">
      <dgm:prSet presAssocID="{C5F15CA3-36C8-4922-9457-199AF5854041}" presName="vert2" presStyleCnt="0"/>
      <dgm:spPr/>
    </dgm:pt>
    <dgm:pt modelId="{DD9B1526-CD60-4D9D-AFFE-5491C51D9FA8}" type="pres">
      <dgm:prSet presAssocID="{C5F15CA3-36C8-4922-9457-199AF5854041}" presName="thinLine2b" presStyleLbl="callout" presStyleIdx="3" presStyleCnt="7"/>
      <dgm:spPr/>
    </dgm:pt>
    <dgm:pt modelId="{C6C68B9A-77F7-42B4-AA1A-1B82F20AA963}" type="pres">
      <dgm:prSet presAssocID="{C5F15CA3-36C8-4922-9457-199AF5854041}" presName="vertSpace2b" presStyleCnt="0"/>
      <dgm:spPr/>
    </dgm:pt>
    <dgm:pt modelId="{EAA6E5F1-B478-40B7-A7A8-E1CB851B116C}" type="pres">
      <dgm:prSet presAssocID="{8DFF30CF-417E-47CC-AAEC-F2D53E0E6CB6}" presName="horz2" presStyleCnt="0"/>
      <dgm:spPr/>
    </dgm:pt>
    <dgm:pt modelId="{9F1C5219-6CC9-4E68-A568-A7D54AC6890C}" type="pres">
      <dgm:prSet presAssocID="{8DFF30CF-417E-47CC-AAEC-F2D53E0E6CB6}" presName="horzSpace2" presStyleCnt="0"/>
      <dgm:spPr/>
    </dgm:pt>
    <dgm:pt modelId="{9C010D5D-28B6-4CA5-B74B-859C8154D02E}" type="pres">
      <dgm:prSet presAssocID="{8DFF30CF-417E-47CC-AAEC-F2D53E0E6CB6}" presName="tx2" presStyleLbl="revTx" presStyleIdx="6" presStyleCnt="9"/>
      <dgm:spPr/>
    </dgm:pt>
    <dgm:pt modelId="{1D77B37F-FEC9-405D-860A-3387F493C6F8}" type="pres">
      <dgm:prSet presAssocID="{8DFF30CF-417E-47CC-AAEC-F2D53E0E6CB6}" presName="vert2" presStyleCnt="0"/>
      <dgm:spPr/>
    </dgm:pt>
    <dgm:pt modelId="{FAF7D4B2-A59D-4F3E-B6BC-9FD9242CFFC6}" type="pres">
      <dgm:prSet presAssocID="{8DFF30CF-417E-47CC-AAEC-F2D53E0E6CB6}" presName="thinLine2b" presStyleLbl="callout" presStyleIdx="4" presStyleCnt="7"/>
      <dgm:spPr/>
    </dgm:pt>
    <dgm:pt modelId="{65DA07B0-5711-4927-B41F-FE0E002E1F51}" type="pres">
      <dgm:prSet presAssocID="{8DFF30CF-417E-47CC-AAEC-F2D53E0E6CB6}" presName="vertSpace2b" presStyleCnt="0"/>
      <dgm:spPr/>
    </dgm:pt>
    <dgm:pt modelId="{9B2FAA21-DC36-43D7-A865-578028FF8E32}" type="pres">
      <dgm:prSet presAssocID="{BB593085-D165-4EB3-B3D5-C990934788D2}" presName="horz2" presStyleCnt="0"/>
      <dgm:spPr/>
    </dgm:pt>
    <dgm:pt modelId="{A0697E8D-0FF6-4093-B10F-121B0E8D29B7}" type="pres">
      <dgm:prSet presAssocID="{BB593085-D165-4EB3-B3D5-C990934788D2}" presName="horzSpace2" presStyleCnt="0"/>
      <dgm:spPr/>
    </dgm:pt>
    <dgm:pt modelId="{1B1B93B7-4760-413D-A7CE-85EC645D7FDA}" type="pres">
      <dgm:prSet presAssocID="{BB593085-D165-4EB3-B3D5-C990934788D2}" presName="tx2" presStyleLbl="revTx" presStyleIdx="7" presStyleCnt="9"/>
      <dgm:spPr/>
    </dgm:pt>
    <dgm:pt modelId="{CCB599D2-E991-4F90-B057-DF544CAC557E}" type="pres">
      <dgm:prSet presAssocID="{BB593085-D165-4EB3-B3D5-C990934788D2}" presName="vert2" presStyleCnt="0"/>
      <dgm:spPr/>
    </dgm:pt>
    <dgm:pt modelId="{203779F5-AE3A-44EC-88F2-6432BCE2C850}" type="pres">
      <dgm:prSet presAssocID="{BB593085-D165-4EB3-B3D5-C990934788D2}" presName="thinLine2b" presStyleLbl="callout" presStyleIdx="5" presStyleCnt="7"/>
      <dgm:spPr/>
    </dgm:pt>
    <dgm:pt modelId="{2BAE6386-D7CD-4139-B1B3-F224145DE491}" type="pres">
      <dgm:prSet presAssocID="{BB593085-D165-4EB3-B3D5-C990934788D2}" presName="vertSpace2b" presStyleCnt="0"/>
      <dgm:spPr/>
    </dgm:pt>
    <dgm:pt modelId="{70CA219A-3551-417A-9F17-AB0EB261DD77}" type="pres">
      <dgm:prSet presAssocID="{CCE5B9EF-F7FD-4A0F-AC7C-A56F24BA27F6}" presName="horz2" presStyleCnt="0"/>
      <dgm:spPr/>
    </dgm:pt>
    <dgm:pt modelId="{8EE0B0A8-6DD4-4B43-B220-4F572234E245}" type="pres">
      <dgm:prSet presAssocID="{CCE5B9EF-F7FD-4A0F-AC7C-A56F24BA27F6}" presName="horzSpace2" presStyleCnt="0"/>
      <dgm:spPr/>
    </dgm:pt>
    <dgm:pt modelId="{34F06974-D777-4AE0-A778-BC3CEA34D31F}" type="pres">
      <dgm:prSet presAssocID="{CCE5B9EF-F7FD-4A0F-AC7C-A56F24BA27F6}" presName="tx2" presStyleLbl="revTx" presStyleIdx="8" presStyleCnt="9"/>
      <dgm:spPr/>
    </dgm:pt>
    <dgm:pt modelId="{8B2D28B6-655E-4747-80EB-7777AE9CD21C}" type="pres">
      <dgm:prSet presAssocID="{CCE5B9EF-F7FD-4A0F-AC7C-A56F24BA27F6}" presName="vert2" presStyleCnt="0"/>
      <dgm:spPr/>
    </dgm:pt>
    <dgm:pt modelId="{EA544809-88C8-40CA-8BA4-D99B7976AF37}" type="pres">
      <dgm:prSet presAssocID="{CCE5B9EF-F7FD-4A0F-AC7C-A56F24BA27F6}" presName="thinLine2b" presStyleLbl="callout" presStyleIdx="6" presStyleCnt="7"/>
      <dgm:spPr/>
    </dgm:pt>
    <dgm:pt modelId="{3CE9C9DF-BE56-48BA-934E-7BE59AA61748}" type="pres">
      <dgm:prSet presAssocID="{CCE5B9EF-F7FD-4A0F-AC7C-A56F24BA27F6}" presName="vertSpace2b" presStyleCnt="0"/>
      <dgm:spPr/>
    </dgm:pt>
  </dgm:ptLst>
  <dgm:cxnLst>
    <dgm:cxn modelId="{01B79607-DEB9-4F83-8AC7-415ED0ECDD48}" type="presOf" srcId="{36C42DB0-582C-4080-88DB-F3E26CCDB7AD}" destId="{70FB11D0-38B6-4D07-82A7-9A1EA48C3086}" srcOrd="0" destOrd="0" presId="urn:microsoft.com/office/officeart/2008/layout/LinedList"/>
    <dgm:cxn modelId="{9AF5D41A-66C5-4DD3-AD28-147E6860AC06}" srcId="{A76B4F2C-478A-4D59-8526-A6650EFD9382}" destId="{12B1AB31-3BA2-43E9-B2E6-4202FDBBBCA7}" srcOrd="1" destOrd="0" parTransId="{238863BC-507C-4EA4-80F5-162D2EEC7185}" sibTransId="{D42D938B-7CB2-4A04-B527-2167C023D2A2}"/>
    <dgm:cxn modelId="{B71DE926-8E30-4ADA-87EB-166AC5B405C4}" type="presOf" srcId="{12B1AB31-3BA2-43E9-B2E6-4202FDBBBCA7}" destId="{E5F5FEC6-EF4E-4F48-A82C-DEB0B909048E}" srcOrd="0" destOrd="0" presId="urn:microsoft.com/office/officeart/2008/layout/LinedList"/>
    <dgm:cxn modelId="{41EC934C-51D8-485E-A8A3-338E487FCD49}" srcId="{12B1AB31-3BA2-43E9-B2E6-4202FDBBBCA7}" destId="{C5F15CA3-36C8-4922-9457-199AF5854041}" srcOrd="0" destOrd="0" parTransId="{24A0E553-C496-48E2-BDA8-B24CAACD1178}" sibTransId="{FF898389-C79F-4F97-83BC-624F01010669}"/>
    <dgm:cxn modelId="{3313E972-6088-4E00-904A-22ED4B835462}" srcId="{78F365E0-E2D0-441E-ABAC-6BC39688B380}" destId="{36C42DB0-582C-4080-88DB-F3E26CCDB7AD}" srcOrd="0" destOrd="0" parTransId="{E2C1A73E-02F3-4EFC-96C9-65249B7E5F41}" sibTransId="{A5742528-1463-4F89-9C88-5354807599A2}"/>
    <dgm:cxn modelId="{9958A481-D00A-4B13-9F8F-02B6FDBD061B}" type="presOf" srcId="{8DFF30CF-417E-47CC-AAEC-F2D53E0E6CB6}" destId="{9C010D5D-28B6-4CA5-B74B-859C8154D02E}" srcOrd="0" destOrd="0" presId="urn:microsoft.com/office/officeart/2008/layout/LinedList"/>
    <dgm:cxn modelId="{9ADD3086-0FB3-419C-A98F-A06E2279173A}" type="presOf" srcId="{BB593085-D165-4EB3-B3D5-C990934788D2}" destId="{1B1B93B7-4760-413D-A7CE-85EC645D7FDA}" srcOrd="0" destOrd="0" presId="urn:microsoft.com/office/officeart/2008/layout/LinedList"/>
    <dgm:cxn modelId="{2011DD86-31BC-47C2-A9F0-247668E65DD8}" type="presOf" srcId="{1FAC2ACE-E57D-49CD-A1D9-777775C30E85}" destId="{02F97108-DC74-4E2C-8C5F-07BF13B27727}" srcOrd="0" destOrd="0" presId="urn:microsoft.com/office/officeart/2008/layout/LinedList"/>
    <dgm:cxn modelId="{D3B79C95-96DA-4194-BD5B-FD253F99FD1F}" srcId="{12B1AB31-3BA2-43E9-B2E6-4202FDBBBCA7}" destId="{BB593085-D165-4EB3-B3D5-C990934788D2}" srcOrd="2" destOrd="0" parTransId="{2742336F-6C12-45BB-8F4F-CF38D58EEB16}" sibTransId="{D700D961-F936-4E57-B9D8-960D4DF87AD3}"/>
    <dgm:cxn modelId="{DA00809B-6BDE-4E31-8E12-F51BED26AC79}" srcId="{78F365E0-E2D0-441E-ABAC-6BC39688B380}" destId="{1FAC2ACE-E57D-49CD-A1D9-777775C30E85}" srcOrd="1" destOrd="0" parTransId="{6B18E5D1-6E82-4410-BA65-38A7C9FD1DD0}" sibTransId="{E1E56701-C4F7-4C99-A947-C14914984E11}"/>
    <dgm:cxn modelId="{3430ECA1-A6D4-4004-8A54-F1773BB0E8C3}" type="presOf" srcId="{CCE5B9EF-F7FD-4A0F-AC7C-A56F24BA27F6}" destId="{34F06974-D777-4AE0-A778-BC3CEA34D31F}" srcOrd="0" destOrd="0" presId="urn:microsoft.com/office/officeart/2008/layout/LinedList"/>
    <dgm:cxn modelId="{A9C43DB6-ABDF-40C1-9E94-B36FBB79EA7A}" type="presOf" srcId="{78F365E0-E2D0-441E-ABAC-6BC39688B380}" destId="{6B85997E-6C33-49E1-8900-619F8D7DC555}" srcOrd="0" destOrd="0" presId="urn:microsoft.com/office/officeart/2008/layout/LinedList"/>
    <dgm:cxn modelId="{85DFE3BE-0AF7-4D2C-BDD5-EBF7AC8896B2}" type="presOf" srcId="{FF86371F-0AD7-44EB-8469-7F8E2BA502F8}" destId="{3394D178-1313-4DBA-826C-127C91C55410}" srcOrd="0" destOrd="0" presId="urn:microsoft.com/office/officeart/2008/layout/LinedList"/>
    <dgm:cxn modelId="{27B8E5CD-A726-462C-B71E-E3DDD5D890B7}" srcId="{12B1AB31-3BA2-43E9-B2E6-4202FDBBBCA7}" destId="{CCE5B9EF-F7FD-4A0F-AC7C-A56F24BA27F6}" srcOrd="3" destOrd="0" parTransId="{62597EE7-9079-4D53-91A3-5CB6EAE97D59}" sibTransId="{233FF2FB-C144-471E-84A2-07E266A99971}"/>
    <dgm:cxn modelId="{6F660ED5-D6E6-4F77-BC5E-BC55EC66AA93}" type="presOf" srcId="{A76B4F2C-478A-4D59-8526-A6650EFD9382}" destId="{7698C8D5-468E-4F01-9664-259322B1727E}" srcOrd="0" destOrd="0" presId="urn:microsoft.com/office/officeart/2008/layout/LinedList"/>
    <dgm:cxn modelId="{4C6650DC-964C-422A-9F22-953DB4372F6B}" srcId="{78F365E0-E2D0-441E-ABAC-6BC39688B380}" destId="{FF86371F-0AD7-44EB-8469-7F8E2BA502F8}" srcOrd="2" destOrd="0" parTransId="{023199DF-5CEA-432E-9518-752CCE57F00B}" sibTransId="{2BA55D31-871C-4A05-9F21-65636DE89BC6}"/>
    <dgm:cxn modelId="{8DC723DE-D57E-4AAC-B806-3020338CE0F9}" srcId="{12B1AB31-3BA2-43E9-B2E6-4202FDBBBCA7}" destId="{8DFF30CF-417E-47CC-AAEC-F2D53E0E6CB6}" srcOrd="1" destOrd="0" parTransId="{BAD9A60B-34A9-4B53-986D-A0B14DB07EDD}" sibTransId="{F182DE03-FCEF-4C93-BB53-7AD384558A6F}"/>
    <dgm:cxn modelId="{0BD563F0-86F7-4833-A79D-101300A3CC3C}" srcId="{A76B4F2C-478A-4D59-8526-A6650EFD9382}" destId="{78F365E0-E2D0-441E-ABAC-6BC39688B380}" srcOrd="0" destOrd="0" parTransId="{F3DECB3C-3C86-4622-BFD1-1478AB177378}" sibTransId="{4B4CBEAE-3601-44AA-9223-0F6B9DDB41DF}"/>
    <dgm:cxn modelId="{E37C15F9-F23C-4C7C-900D-2B5683E76574}" type="presOf" srcId="{C5F15CA3-36C8-4922-9457-199AF5854041}" destId="{32BDA854-2CBB-431F-8110-0A2B61837F0F}" srcOrd="0" destOrd="0" presId="urn:microsoft.com/office/officeart/2008/layout/LinedList"/>
    <dgm:cxn modelId="{9E32D0CD-19D5-4DED-B00E-3D04ACBC42A9}" type="presParOf" srcId="{7698C8D5-468E-4F01-9664-259322B1727E}" destId="{D80DC9B3-EEF4-46B8-998A-D11A2892DE76}" srcOrd="0" destOrd="0" presId="urn:microsoft.com/office/officeart/2008/layout/LinedList"/>
    <dgm:cxn modelId="{6AC814EB-16A6-4E36-AC2A-62BBABE1BAC9}" type="presParOf" srcId="{7698C8D5-468E-4F01-9664-259322B1727E}" destId="{6D8710D0-B6F6-4293-8FEA-C1A3D971C58B}" srcOrd="1" destOrd="0" presId="urn:microsoft.com/office/officeart/2008/layout/LinedList"/>
    <dgm:cxn modelId="{D448F213-C4C7-4A36-B003-7EC2A58FCA1A}" type="presParOf" srcId="{6D8710D0-B6F6-4293-8FEA-C1A3D971C58B}" destId="{6B85997E-6C33-49E1-8900-619F8D7DC555}" srcOrd="0" destOrd="0" presId="urn:microsoft.com/office/officeart/2008/layout/LinedList"/>
    <dgm:cxn modelId="{4A58EA05-E6D4-4CAC-A952-11FCE0B9FE07}" type="presParOf" srcId="{6D8710D0-B6F6-4293-8FEA-C1A3D971C58B}" destId="{CC39F36C-2C52-44A8-A1CC-F5736F5F7A4C}" srcOrd="1" destOrd="0" presId="urn:microsoft.com/office/officeart/2008/layout/LinedList"/>
    <dgm:cxn modelId="{FA0EE33A-69A7-43E8-B420-CDE2254A4F14}" type="presParOf" srcId="{CC39F36C-2C52-44A8-A1CC-F5736F5F7A4C}" destId="{F72AB417-8A5E-43B7-A011-6C145955B08A}" srcOrd="0" destOrd="0" presId="urn:microsoft.com/office/officeart/2008/layout/LinedList"/>
    <dgm:cxn modelId="{63C474E4-9F78-49B5-8A83-82A92D700BB2}" type="presParOf" srcId="{CC39F36C-2C52-44A8-A1CC-F5736F5F7A4C}" destId="{081B20B8-EAC1-4A81-A8A7-F6F24C78E051}" srcOrd="1" destOrd="0" presId="urn:microsoft.com/office/officeart/2008/layout/LinedList"/>
    <dgm:cxn modelId="{CC0A2C64-8393-4186-91FF-93EAD617D453}" type="presParOf" srcId="{081B20B8-EAC1-4A81-A8A7-F6F24C78E051}" destId="{1E757601-4092-40DE-A167-E803814CD0E4}" srcOrd="0" destOrd="0" presId="urn:microsoft.com/office/officeart/2008/layout/LinedList"/>
    <dgm:cxn modelId="{D2553DFF-3B25-4EE4-9A9F-979AE3408D3D}" type="presParOf" srcId="{081B20B8-EAC1-4A81-A8A7-F6F24C78E051}" destId="{70FB11D0-38B6-4D07-82A7-9A1EA48C3086}" srcOrd="1" destOrd="0" presId="urn:microsoft.com/office/officeart/2008/layout/LinedList"/>
    <dgm:cxn modelId="{87475BE1-4B12-43ED-9E04-239A85F2C3A1}" type="presParOf" srcId="{081B20B8-EAC1-4A81-A8A7-F6F24C78E051}" destId="{FC54D624-D581-4C13-BBE8-6EC31066AF6C}" srcOrd="2" destOrd="0" presId="urn:microsoft.com/office/officeart/2008/layout/LinedList"/>
    <dgm:cxn modelId="{9F636671-70A7-44C8-BED5-281980DADEBB}" type="presParOf" srcId="{CC39F36C-2C52-44A8-A1CC-F5736F5F7A4C}" destId="{3B4181D0-AEBF-4EBB-97B5-4AD392DB498F}" srcOrd="2" destOrd="0" presId="urn:microsoft.com/office/officeart/2008/layout/LinedList"/>
    <dgm:cxn modelId="{A590B7D7-93AE-4CD3-84B5-B2A13C4FD36B}" type="presParOf" srcId="{CC39F36C-2C52-44A8-A1CC-F5736F5F7A4C}" destId="{5E93E018-7811-42D0-BA3E-58114A4EB66A}" srcOrd="3" destOrd="0" presId="urn:microsoft.com/office/officeart/2008/layout/LinedList"/>
    <dgm:cxn modelId="{8E2F8C95-41B8-4809-803F-ADE7AAA7B5E1}" type="presParOf" srcId="{CC39F36C-2C52-44A8-A1CC-F5736F5F7A4C}" destId="{8C4217C9-A23C-4849-A343-28E63396D994}" srcOrd="4" destOrd="0" presId="urn:microsoft.com/office/officeart/2008/layout/LinedList"/>
    <dgm:cxn modelId="{E0C303FB-0B3B-4838-B0A3-A55E048BBCD5}" type="presParOf" srcId="{8C4217C9-A23C-4849-A343-28E63396D994}" destId="{B5947705-B1B6-4519-8AEA-992C50B9D7C8}" srcOrd="0" destOrd="0" presId="urn:microsoft.com/office/officeart/2008/layout/LinedList"/>
    <dgm:cxn modelId="{796E26DD-00D5-437F-977F-17FCFB0E8C93}" type="presParOf" srcId="{8C4217C9-A23C-4849-A343-28E63396D994}" destId="{02F97108-DC74-4E2C-8C5F-07BF13B27727}" srcOrd="1" destOrd="0" presId="urn:microsoft.com/office/officeart/2008/layout/LinedList"/>
    <dgm:cxn modelId="{8D99443B-29CD-4D48-B86B-9A342B53DB28}" type="presParOf" srcId="{8C4217C9-A23C-4849-A343-28E63396D994}" destId="{1B2BE104-3064-4CF9-8D7C-47EAB254C3ED}" srcOrd="2" destOrd="0" presId="urn:microsoft.com/office/officeart/2008/layout/LinedList"/>
    <dgm:cxn modelId="{6A964DDD-E69F-42E8-ABE2-606A3EB95962}" type="presParOf" srcId="{CC39F36C-2C52-44A8-A1CC-F5736F5F7A4C}" destId="{F9D77DF6-18BC-47B0-AE53-D1B66DF9F16B}" srcOrd="5" destOrd="0" presId="urn:microsoft.com/office/officeart/2008/layout/LinedList"/>
    <dgm:cxn modelId="{0A103BD8-1372-4C20-BC86-CDEEC738CFC1}" type="presParOf" srcId="{CC39F36C-2C52-44A8-A1CC-F5736F5F7A4C}" destId="{A0D9632C-FE2D-4807-B9C2-9FB1A073D6E4}" srcOrd="6" destOrd="0" presId="urn:microsoft.com/office/officeart/2008/layout/LinedList"/>
    <dgm:cxn modelId="{242C7B18-28DD-4FFC-95E5-FCBC7B4FFA01}" type="presParOf" srcId="{CC39F36C-2C52-44A8-A1CC-F5736F5F7A4C}" destId="{E9B537F5-9EFE-4220-B7F8-73EBF11D0166}" srcOrd="7" destOrd="0" presId="urn:microsoft.com/office/officeart/2008/layout/LinedList"/>
    <dgm:cxn modelId="{298D7669-30D8-4DC2-AFC0-BCB3EBD3870A}" type="presParOf" srcId="{E9B537F5-9EFE-4220-B7F8-73EBF11D0166}" destId="{41B8BF75-95E2-43E4-AE00-9882DB8FE525}" srcOrd="0" destOrd="0" presId="urn:microsoft.com/office/officeart/2008/layout/LinedList"/>
    <dgm:cxn modelId="{CBE8548A-E422-48D1-98A4-A41F1EA0056A}" type="presParOf" srcId="{E9B537F5-9EFE-4220-B7F8-73EBF11D0166}" destId="{3394D178-1313-4DBA-826C-127C91C55410}" srcOrd="1" destOrd="0" presId="urn:microsoft.com/office/officeart/2008/layout/LinedList"/>
    <dgm:cxn modelId="{946695AC-6A2F-4633-9D1F-3933E09BFA4D}" type="presParOf" srcId="{E9B537F5-9EFE-4220-B7F8-73EBF11D0166}" destId="{B23E4A90-B339-4E47-AFC9-EF805BD858FB}" srcOrd="2" destOrd="0" presId="urn:microsoft.com/office/officeart/2008/layout/LinedList"/>
    <dgm:cxn modelId="{C8AC8061-55AD-4F1F-B6A5-086CE4715D1C}" type="presParOf" srcId="{CC39F36C-2C52-44A8-A1CC-F5736F5F7A4C}" destId="{229BAD5B-7EEB-4B02-8079-BD1E50B7A3F5}" srcOrd="8" destOrd="0" presId="urn:microsoft.com/office/officeart/2008/layout/LinedList"/>
    <dgm:cxn modelId="{66702831-FA61-438E-8DBE-DCDD5FB78D12}" type="presParOf" srcId="{CC39F36C-2C52-44A8-A1CC-F5736F5F7A4C}" destId="{469ED47A-CC15-4FE6-A37E-C4073D99846F}" srcOrd="9" destOrd="0" presId="urn:microsoft.com/office/officeart/2008/layout/LinedList"/>
    <dgm:cxn modelId="{F671D67A-4D1A-410F-B1B1-F8FDC762E3DA}" type="presParOf" srcId="{7698C8D5-468E-4F01-9664-259322B1727E}" destId="{BC8D4189-3B92-453C-9DB3-A77CB40AE29C}" srcOrd="2" destOrd="0" presId="urn:microsoft.com/office/officeart/2008/layout/LinedList"/>
    <dgm:cxn modelId="{CC33D222-02EC-4A32-8C55-3546F6A084BD}" type="presParOf" srcId="{7698C8D5-468E-4F01-9664-259322B1727E}" destId="{05E8AA68-6A15-4306-A078-D62443A3114B}" srcOrd="3" destOrd="0" presId="urn:microsoft.com/office/officeart/2008/layout/LinedList"/>
    <dgm:cxn modelId="{ABA6059B-D744-4A3B-96C8-DA557BB2DC2B}" type="presParOf" srcId="{05E8AA68-6A15-4306-A078-D62443A3114B}" destId="{E5F5FEC6-EF4E-4F48-A82C-DEB0B909048E}" srcOrd="0" destOrd="0" presId="urn:microsoft.com/office/officeart/2008/layout/LinedList"/>
    <dgm:cxn modelId="{0F4EB25D-EFB2-453B-ABE8-606967529D34}" type="presParOf" srcId="{05E8AA68-6A15-4306-A078-D62443A3114B}" destId="{73D04E17-B4F8-48F9-88A4-7F4559BE9403}" srcOrd="1" destOrd="0" presId="urn:microsoft.com/office/officeart/2008/layout/LinedList"/>
    <dgm:cxn modelId="{9D4E5069-481A-40C0-89AD-C981F103F969}" type="presParOf" srcId="{73D04E17-B4F8-48F9-88A4-7F4559BE9403}" destId="{5DF12B3F-71C5-4022-83EF-A44A36FBEA85}" srcOrd="0" destOrd="0" presId="urn:microsoft.com/office/officeart/2008/layout/LinedList"/>
    <dgm:cxn modelId="{4A1EDBB2-1209-4632-9815-A3614D38B568}" type="presParOf" srcId="{73D04E17-B4F8-48F9-88A4-7F4559BE9403}" destId="{0FF20A23-AF70-46AC-8CD5-1BF81333B0DA}" srcOrd="1" destOrd="0" presId="urn:microsoft.com/office/officeart/2008/layout/LinedList"/>
    <dgm:cxn modelId="{302C33D2-2CFA-4B67-806B-F709927B500A}" type="presParOf" srcId="{0FF20A23-AF70-46AC-8CD5-1BF81333B0DA}" destId="{4F61ACA6-F265-4629-AFA0-39F18EE4DD87}" srcOrd="0" destOrd="0" presId="urn:microsoft.com/office/officeart/2008/layout/LinedList"/>
    <dgm:cxn modelId="{F6DEC7BA-E43E-4CF9-B1F0-11587EEE58D9}" type="presParOf" srcId="{0FF20A23-AF70-46AC-8CD5-1BF81333B0DA}" destId="{32BDA854-2CBB-431F-8110-0A2B61837F0F}" srcOrd="1" destOrd="0" presId="urn:microsoft.com/office/officeart/2008/layout/LinedList"/>
    <dgm:cxn modelId="{C57CE65B-A6F4-4D71-A576-61CB87FEC60F}" type="presParOf" srcId="{0FF20A23-AF70-46AC-8CD5-1BF81333B0DA}" destId="{BA1EB745-1D05-4C2A-BF7D-06DCC797E410}" srcOrd="2" destOrd="0" presId="urn:microsoft.com/office/officeart/2008/layout/LinedList"/>
    <dgm:cxn modelId="{4F190110-1F5D-4038-A348-9B5CFBACB900}" type="presParOf" srcId="{73D04E17-B4F8-48F9-88A4-7F4559BE9403}" destId="{DD9B1526-CD60-4D9D-AFFE-5491C51D9FA8}" srcOrd="2" destOrd="0" presId="urn:microsoft.com/office/officeart/2008/layout/LinedList"/>
    <dgm:cxn modelId="{8FB1E025-C65D-4825-B2EC-231FBB4CA654}" type="presParOf" srcId="{73D04E17-B4F8-48F9-88A4-7F4559BE9403}" destId="{C6C68B9A-77F7-42B4-AA1A-1B82F20AA963}" srcOrd="3" destOrd="0" presId="urn:microsoft.com/office/officeart/2008/layout/LinedList"/>
    <dgm:cxn modelId="{68F1F3F7-040A-43FF-ABA8-B152ADED033F}" type="presParOf" srcId="{73D04E17-B4F8-48F9-88A4-7F4559BE9403}" destId="{EAA6E5F1-B478-40B7-A7A8-E1CB851B116C}" srcOrd="4" destOrd="0" presId="urn:microsoft.com/office/officeart/2008/layout/LinedList"/>
    <dgm:cxn modelId="{D29E3764-5E90-45AE-B872-9743BDA7AC2F}" type="presParOf" srcId="{EAA6E5F1-B478-40B7-A7A8-E1CB851B116C}" destId="{9F1C5219-6CC9-4E68-A568-A7D54AC6890C}" srcOrd="0" destOrd="0" presId="urn:microsoft.com/office/officeart/2008/layout/LinedList"/>
    <dgm:cxn modelId="{80B634EE-5E85-439C-8A39-3917CD6A23A8}" type="presParOf" srcId="{EAA6E5F1-B478-40B7-A7A8-E1CB851B116C}" destId="{9C010D5D-28B6-4CA5-B74B-859C8154D02E}" srcOrd="1" destOrd="0" presId="urn:microsoft.com/office/officeart/2008/layout/LinedList"/>
    <dgm:cxn modelId="{CF5C35DF-9007-4F31-BAF3-CD432B6100AD}" type="presParOf" srcId="{EAA6E5F1-B478-40B7-A7A8-E1CB851B116C}" destId="{1D77B37F-FEC9-405D-860A-3387F493C6F8}" srcOrd="2" destOrd="0" presId="urn:microsoft.com/office/officeart/2008/layout/LinedList"/>
    <dgm:cxn modelId="{4FD3F103-A686-4BB1-BAAF-06FDF9A88587}" type="presParOf" srcId="{73D04E17-B4F8-48F9-88A4-7F4559BE9403}" destId="{FAF7D4B2-A59D-4F3E-B6BC-9FD9242CFFC6}" srcOrd="5" destOrd="0" presId="urn:microsoft.com/office/officeart/2008/layout/LinedList"/>
    <dgm:cxn modelId="{3EDA7F10-52A3-44B2-99AD-6D97C911DB8D}" type="presParOf" srcId="{73D04E17-B4F8-48F9-88A4-7F4559BE9403}" destId="{65DA07B0-5711-4927-B41F-FE0E002E1F51}" srcOrd="6" destOrd="0" presId="urn:microsoft.com/office/officeart/2008/layout/LinedList"/>
    <dgm:cxn modelId="{04766F96-9472-4130-876A-70F4F76264F5}" type="presParOf" srcId="{73D04E17-B4F8-48F9-88A4-7F4559BE9403}" destId="{9B2FAA21-DC36-43D7-A865-578028FF8E32}" srcOrd="7" destOrd="0" presId="urn:microsoft.com/office/officeart/2008/layout/LinedList"/>
    <dgm:cxn modelId="{167C721B-29BE-4592-9ABB-40BF85BC2D67}" type="presParOf" srcId="{9B2FAA21-DC36-43D7-A865-578028FF8E32}" destId="{A0697E8D-0FF6-4093-B10F-121B0E8D29B7}" srcOrd="0" destOrd="0" presId="urn:microsoft.com/office/officeart/2008/layout/LinedList"/>
    <dgm:cxn modelId="{BBC2544F-D487-4F9E-AC0D-697D39E0F6E6}" type="presParOf" srcId="{9B2FAA21-DC36-43D7-A865-578028FF8E32}" destId="{1B1B93B7-4760-413D-A7CE-85EC645D7FDA}" srcOrd="1" destOrd="0" presId="urn:microsoft.com/office/officeart/2008/layout/LinedList"/>
    <dgm:cxn modelId="{687735E3-3D05-4A73-97B3-43EFAB0925DA}" type="presParOf" srcId="{9B2FAA21-DC36-43D7-A865-578028FF8E32}" destId="{CCB599D2-E991-4F90-B057-DF544CAC557E}" srcOrd="2" destOrd="0" presId="urn:microsoft.com/office/officeart/2008/layout/LinedList"/>
    <dgm:cxn modelId="{7ED7C033-C246-4B49-85FB-A7CEE0A58E6A}" type="presParOf" srcId="{73D04E17-B4F8-48F9-88A4-7F4559BE9403}" destId="{203779F5-AE3A-44EC-88F2-6432BCE2C850}" srcOrd="8" destOrd="0" presId="urn:microsoft.com/office/officeart/2008/layout/LinedList"/>
    <dgm:cxn modelId="{8C23C7E4-113E-4100-BA6F-57D687349C63}" type="presParOf" srcId="{73D04E17-B4F8-48F9-88A4-7F4559BE9403}" destId="{2BAE6386-D7CD-4139-B1B3-F224145DE491}" srcOrd="9" destOrd="0" presId="urn:microsoft.com/office/officeart/2008/layout/LinedList"/>
    <dgm:cxn modelId="{828764B8-824E-48CB-A9F5-0FEA79AD549B}" type="presParOf" srcId="{73D04E17-B4F8-48F9-88A4-7F4559BE9403}" destId="{70CA219A-3551-417A-9F17-AB0EB261DD77}" srcOrd="10" destOrd="0" presId="urn:microsoft.com/office/officeart/2008/layout/LinedList"/>
    <dgm:cxn modelId="{49D4D76C-018F-43E3-A163-D88D697A922E}" type="presParOf" srcId="{70CA219A-3551-417A-9F17-AB0EB261DD77}" destId="{8EE0B0A8-6DD4-4B43-B220-4F572234E245}" srcOrd="0" destOrd="0" presId="urn:microsoft.com/office/officeart/2008/layout/LinedList"/>
    <dgm:cxn modelId="{BA04CED7-064F-4F8E-9E74-8DC1D4945988}" type="presParOf" srcId="{70CA219A-3551-417A-9F17-AB0EB261DD77}" destId="{34F06974-D777-4AE0-A778-BC3CEA34D31F}" srcOrd="1" destOrd="0" presId="urn:microsoft.com/office/officeart/2008/layout/LinedList"/>
    <dgm:cxn modelId="{BB6F7895-9A7B-484F-BA8F-D463AB13A7D0}" type="presParOf" srcId="{70CA219A-3551-417A-9F17-AB0EB261DD77}" destId="{8B2D28B6-655E-4747-80EB-7777AE9CD21C}" srcOrd="2" destOrd="0" presId="urn:microsoft.com/office/officeart/2008/layout/LinedList"/>
    <dgm:cxn modelId="{C12C5A9D-BFA0-48D3-8E22-62531030E91A}" type="presParOf" srcId="{73D04E17-B4F8-48F9-88A4-7F4559BE9403}" destId="{EA544809-88C8-40CA-8BA4-D99B7976AF37}" srcOrd="11" destOrd="0" presId="urn:microsoft.com/office/officeart/2008/layout/LinedList"/>
    <dgm:cxn modelId="{88877BDD-7CDA-4D5D-8CBB-E8692FE4661F}" type="presParOf" srcId="{73D04E17-B4F8-48F9-88A4-7F4559BE9403}" destId="{3CE9C9DF-BE56-48BA-934E-7BE59AA61748}"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ED7C9D7-A95C-4667-B576-11079FAE4E4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00341A5-A327-4CC4-A623-82D7CB9894ED}">
      <dgm:prSet/>
      <dgm:spPr/>
      <dgm:t>
        <a:bodyPr/>
        <a:lstStyle/>
        <a:p>
          <a:r>
            <a:rPr lang="en-US"/>
            <a:t>3. Best Model Selection</a:t>
          </a:r>
        </a:p>
      </dgm:t>
    </dgm:pt>
    <dgm:pt modelId="{EDF77E81-FE2D-4013-99EB-4A2DE342A727}" type="parTrans" cxnId="{A74F8B49-B5D5-45F5-8B5A-DA76245E8A5F}">
      <dgm:prSet/>
      <dgm:spPr/>
      <dgm:t>
        <a:bodyPr/>
        <a:lstStyle/>
        <a:p>
          <a:endParaRPr lang="en-US"/>
        </a:p>
      </dgm:t>
    </dgm:pt>
    <dgm:pt modelId="{65D11E6C-77CD-452A-A17A-D7ADE51AF764}" type="sibTrans" cxnId="{A74F8B49-B5D5-45F5-8B5A-DA76245E8A5F}">
      <dgm:prSet/>
      <dgm:spPr/>
      <dgm:t>
        <a:bodyPr/>
        <a:lstStyle/>
        <a:p>
          <a:endParaRPr lang="en-US"/>
        </a:p>
      </dgm:t>
    </dgm:pt>
    <dgm:pt modelId="{2A40E691-B5C7-4D48-BE57-D2B429459416}">
      <dgm:prSet/>
      <dgm:spPr/>
      <dgm:t>
        <a:bodyPr/>
        <a:lstStyle/>
        <a:p>
          <a:r>
            <a:rPr lang="en-US"/>
            <a:t>- Compared all strategies including combined approach</a:t>
          </a:r>
        </a:p>
      </dgm:t>
    </dgm:pt>
    <dgm:pt modelId="{0E146191-C40A-447E-87C7-2537443817FB}" type="parTrans" cxnId="{2EFBC985-05F9-4803-83C4-4F21895A4A7A}">
      <dgm:prSet/>
      <dgm:spPr/>
      <dgm:t>
        <a:bodyPr/>
        <a:lstStyle/>
        <a:p>
          <a:endParaRPr lang="en-US"/>
        </a:p>
      </dgm:t>
    </dgm:pt>
    <dgm:pt modelId="{55F6DC1E-A355-4F2D-9F6A-0C769EF4D8EE}" type="sibTrans" cxnId="{2EFBC985-05F9-4803-83C4-4F21895A4A7A}">
      <dgm:prSet/>
      <dgm:spPr/>
      <dgm:t>
        <a:bodyPr/>
        <a:lstStyle/>
        <a:p>
          <a:endParaRPr lang="en-US"/>
        </a:p>
      </dgm:t>
    </dgm:pt>
    <dgm:pt modelId="{A1CDE022-4931-4957-A420-6B67535214F8}">
      <dgm:prSet/>
      <dgm:spPr/>
      <dgm:t>
        <a:bodyPr/>
        <a:lstStyle/>
        <a:p>
          <a:r>
            <a:rPr lang="en-US"/>
            <a:t>- Identified CatBoost AFT with native missing support as best performer (cMSE: 1.7339)</a:t>
          </a:r>
        </a:p>
      </dgm:t>
    </dgm:pt>
    <dgm:pt modelId="{D41575B5-951E-4FAD-8FAD-BBEF0C9B9305}" type="parTrans" cxnId="{C9EDAD86-6051-4408-BF26-71F30202ED50}">
      <dgm:prSet/>
      <dgm:spPr/>
      <dgm:t>
        <a:bodyPr/>
        <a:lstStyle/>
        <a:p>
          <a:endParaRPr lang="en-US"/>
        </a:p>
      </dgm:t>
    </dgm:pt>
    <dgm:pt modelId="{F82012BB-083E-4B14-87BA-5E2AD2C12DDA}" type="sibTrans" cxnId="{C9EDAD86-6051-4408-BF26-71F30202ED50}">
      <dgm:prSet/>
      <dgm:spPr/>
      <dgm:t>
        <a:bodyPr/>
        <a:lstStyle/>
        <a:p>
          <a:endParaRPr lang="en-US"/>
        </a:p>
      </dgm:t>
    </dgm:pt>
    <dgm:pt modelId="{82D27BFF-28CD-4F9B-A69C-049459278759}">
      <dgm:prSet/>
      <dgm:spPr/>
      <dgm:t>
        <a:bodyPr/>
        <a:lstStyle/>
        <a:p>
          <a:r>
            <a:rPr lang="en-US"/>
            <a:t>4. Test Predictions &amp; Submission</a:t>
          </a:r>
        </a:p>
      </dgm:t>
    </dgm:pt>
    <dgm:pt modelId="{243F9D12-E47D-4894-B9F3-50F8BD6F0DAF}" type="parTrans" cxnId="{0FBC923A-2E43-4AD3-94DB-BCFE959DDD3C}">
      <dgm:prSet/>
      <dgm:spPr/>
      <dgm:t>
        <a:bodyPr/>
        <a:lstStyle/>
        <a:p>
          <a:endParaRPr lang="en-US"/>
        </a:p>
      </dgm:t>
    </dgm:pt>
    <dgm:pt modelId="{54D803C0-E297-4923-B027-2D40A8E0A947}" type="sibTrans" cxnId="{0FBC923A-2E43-4AD3-94DB-BCFE959DDD3C}">
      <dgm:prSet/>
      <dgm:spPr/>
      <dgm:t>
        <a:bodyPr/>
        <a:lstStyle/>
        <a:p>
          <a:endParaRPr lang="en-US"/>
        </a:p>
      </dgm:t>
    </dgm:pt>
    <dgm:pt modelId="{7A31D7D0-EBFA-4546-8DD7-9C16712124D7}">
      <dgm:prSet/>
      <dgm:spPr/>
      <dgm:t>
        <a:bodyPr/>
        <a:lstStyle/>
        <a:p>
          <a:r>
            <a:rPr lang="en-US"/>
            <a:t>- Generated predictions on test data using best model (CatBoost AFT)</a:t>
          </a:r>
        </a:p>
      </dgm:t>
    </dgm:pt>
    <dgm:pt modelId="{BFE06A59-B2D4-4BA2-9C09-0F29DE35A0E6}" type="parTrans" cxnId="{52505E05-CF81-420E-9949-0E09BA3F659A}">
      <dgm:prSet/>
      <dgm:spPr/>
      <dgm:t>
        <a:bodyPr/>
        <a:lstStyle/>
        <a:p>
          <a:endParaRPr lang="en-US"/>
        </a:p>
      </dgm:t>
    </dgm:pt>
    <dgm:pt modelId="{5FB51DF2-1EEF-42DD-88F7-AE85F0A73041}" type="sibTrans" cxnId="{52505E05-CF81-420E-9949-0E09BA3F659A}">
      <dgm:prSet/>
      <dgm:spPr/>
      <dgm:t>
        <a:bodyPr/>
        <a:lstStyle/>
        <a:p>
          <a:endParaRPr lang="en-US"/>
        </a:p>
      </dgm:t>
    </dgm:pt>
    <dgm:pt modelId="{168EE5FA-C74C-4D73-A3A2-AAB43B63AE41}">
      <dgm:prSet/>
      <dgm:spPr/>
      <dgm:t>
        <a:bodyPr/>
        <a:lstStyle/>
        <a:p>
          <a:r>
            <a:rPr lang="en-US"/>
            <a:t>- Created Kaggle submission file: `handle-missing-submission-xx.csv`</a:t>
          </a:r>
        </a:p>
      </dgm:t>
    </dgm:pt>
    <dgm:pt modelId="{CF9D864F-01D1-4074-AC27-50F485AF0A51}" type="parTrans" cxnId="{4C2857E2-8FF2-4CA5-A93D-8249F67C2591}">
      <dgm:prSet/>
      <dgm:spPr/>
      <dgm:t>
        <a:bodyPr/>
        <a:lstStyle/>
        <a:p>
          <a:endParaRPr lang="en-US"/>
        </a:p>
      </dgm:t>
    </dgm:pt>
    <dgm:pt modelId="{D85D92C4-991E-4DC4-9B1C-20F9B7315CC9}" type="sibTrans" cxnId="{4C2857E2-8FF2-4CA5-A93D-8249F67C2591}">
      <dgm:prSet/>
      <dgm:spPr/>
      <dgm:t>
        <a:bodyPr/>
        <a:lstStyle/>
        <a:p>
          <a:endParaRPr lang="en-US"/>
        </a:p>
      </dgm:t>
    </dgm:pt>
    <dgm:pt modelId="{940A391D-19B3-43E4-83DC-2E9D865F6C8C}" type="pres">
      <dgm:prSet presAssocID="{BED7C9D7-A95C-4667-B576-11079FAE4E45}" presName="vert0" presStyleCnt="0">
        <dgm:presLayoutVars>
          <dgm:dir/>
          <dgm:animOne val="branch"/>
          <dgm:animLvl val="lvl"/>
        </dgm:presLayoutVars>
      </dgm:prSet>
      <dgm:spPr/>
    </dgm:pt>
    <dgm:pt modelId="{F816D270-1A8A-477B-8257-3B23609E1A32}" type="pres">
      <dgm:prSet presAssocID="{100341A5-A327-4CC4-A623-82D7CB9894ED}" presName="thickLine" presStyleLbl="alignNode1" presStyleIdx="0" presStyleCnt="2"/>
      <dgm:spPr/>
    </dgm:pt>
    <dgm:pt modelId="{C1093008-AF49-439B-9D4E-3D154B462AA2}" type="pres">
      <dgm:prSet presAssocID="{100341A5-A327-4CC4-A623-82D7CB9894ED}" presName="horz1" presStyleCnt="0"/>
      <dgm:spPr/>
    </dgm:pt>
    <dgm:pt modelId="{AECE4F14-D5CB-4515-A9D2-EB6F7D29D93A}" type="pres">
      <dgm:prSet presAssocID="{100341A5-A327-4CC4-A623-82D7CB9894ED}" presName="tx1" presStyleLbl="revTx" presStyleIdx="0" presStyleCnt="6"/>
      <dgm:spPr/>
    </dgm:pt>
    <dgm:pt modelId="{1D9D9A70-3991-4A50-9AB9-5EFCB20D1ED7}" type="pres">
      <dgm:prSet presAssocID="{100341A5-A327-4CC4-A623-82D7CB9894ED}" presName="vert1" presStyleCnt="0"/>
      <dgm:spPr/>
    </dgm:pt>
    <dgm:pt modelId="{FA1BC448-7B57-42CA-90BF-254BC0D19DF9}" type="pres">
      <dgm:prSet presAssocID="{2A40E691-B5C7-4D48-BE57-D2B429459416}" presName="vertSpace2a" presStyleCnt="0"/>
      <dgm:spPr/>
    </dgm:pt>
    <dgm:pt modelId="{8CFA6B91-62F4-4AD8-BBA1-67DC2AE2FC31}" type="pres">
      <dgm:prSet presAssocID="{2A40E691-B5C7-4D48-BE57-D2B429459416}" presName="horz2" presStyleCnt="0"/>
      <dgm:spPr/>
    </dgm:pt>
    <dgm:pt modelId="{DAEB2FB0-5841-4355-868E-7B4F2EA8C364}" type="pres">
      <dgm:prSet presAssocID="{2A40E691-B5C7-4D48-BE57-D2B429459416}" presName="horzSpace2" presStyleCnt="0"/>
      <dgm:spPr/>
    </dgm:pt>
    <dgm:pt modelId="{99C50889-E8FB-4009-8683-1974DC1CD09C}" type="pres">
      <dgm:prSet presAssocID="{2A40E691-B5C7-4D48-BE57-D2B429459416}" presName="tx2" presStyleLbl="revTx" presStyleIdx="1" presStyleCnt="6"/>
      <dgm:spPr/>
    </dgm:pt>
    <dgm:pt modelId="{FBE1A7FE-2A27-4608-972C-B88FBECE57B8}" type="pres">
      <dgm:prSet presAssocID="{2A40E691-B5C7-4D48-BE57-D2B429459416}" presName="vert2" presStyleCnt="0"/>
      <dgm:spPr/>
    </dgm:pt>
    <dgm:pt modelId="{6FB7EFC9-C029-49DA-A0AC-6E0FE299894C}" type="pres">
      <dgm:prSet presAssocID="{2A40E691-B5C7-4D48-BE57-D2B429459416}" presName="thinLine2b" presStyleLbl="callout" presStyleIdx="0" presStyleCnt="4"/>
      <dgm:spPr/>
    </dgm:pt>
    <dgm:pt modelId="{3A2BA0E9-3CC3-4D0F-B624-F49059F6F141}" type="pres">
      <dgm:prSet presAssocID="{2A40E691-B5C7-4D48-BE57-D2B429459416}" presName="vertSpace2b" presStyleCnt="0"/>
      <dgm:spPr/>
    </dgm:pt>
    <dgm:pt modelId="{C3664D4E-F3CC-4BD3-957C-0871A7BC63A5}" type="pres">
      <dgm:prSet presAssocID="{A1CDE022-4931-4957-A420-6B67535214F8}" presName="horz2" presStyleCnt="0"/>
      <dgm:spPr/>
    </dgm:pt>
    <dgm:pt modelId="{7E28026D-9768-4A93-9084-CC232539A6BF}" type="pres">
      <dgm:prSet presAssocID="{A1CDE022-4931-4957-A420-6B67535214F8}" presName="horzSpace2" presStyleCnt="0"/>
      <dgm:spPr/>
    </dgm:pt>
    <dgm:pt modelId="{41D67258-B4DC-4D74-82D0-C6DA9C7AA63B}" type="pres">
      <dgm:prSet presAssocID="{A1CDE022-4931-4957-A420-6B67535214F8}" presName="tx2" presStyleLbl="revTx" presStyleIdx="2" presStyleCnt="6"/>
      <dgm:spPr/>
    </dgm:pt>
    <dgm:pt modelId="{BD9C4CF7-4C09-44F6-98FB-B085DC32CB69}" type="pres">
      <dgm:prSet presAssocID="{A1CDE022-4931-4957-A420-6B67535214F8}" presName="vert2" presStyleCnt="0"/>
      <dgm:spPr/>
    </dgm:pt>
    <dgm:pt modelId="{7E1203C1-D4BE-4083-863C-05C97E545D70}" type="pres">
      <dgm:prSet presAssocID="{A1CDE022-4931-4957-A420-6B67535214F8}" presName="thinLine2b" presStyleLbl="callout" presStyleIdx="1" presStyleCnt="4"/>
      <dgm:spPr/>
    </dgm:pt>
    <dgm:pt modelId="{02C7A80B-6FBC-409A-BE31-DA688BA0E29B}" type="pres">
      <dgm:prSet presAssocID="{A1CDE022-4931-4957-A420-6B67535214F8}" presName="vertSpace2b" presStyleCnt="0"/>
      <dgm:spPr/>
    </dgm:pt>
    <dgm:pt modelId="{C4F2EAAF-E771-4DDC-8C7C-5BDA8F7CEE99}" type="pres">
      <dgm:prSet presAssocID="{82D27BFF-28CD-4F9B-A69C-049459278759}" presName="thickLine" presStyleLbl="alignNode1" presStyleIdx="1" presStyleCnt="2"/>
      <dgm:spPr/>
    </dgm:pt>
    <dgm:pt modelId="{0046921C-9479-44E4-A379-FEF80DD18761}" type="pres">
      <dgm:prSet presAssocID="{82D27BFF-28CD-4F9B-A69C-049459278759}" presName="horz1" presStyleCnt="0"/>
      <dgm:spPr/>
    </dgm:pt>
    <dgm:pt modelId="{53532AA3-DD54-4310-843A-E24E3AF7B125}" type="pres">
      <dgm:prSet presAssocID="{82D27BFF-28CD-4F9B-A69C-049459278759}" presName="tx1" presStyleLbl="revTx" presStyleIdx="3" presStyleCnt="6"/>
      <dgm:spPr/>
    </dgm:pt>
    <dgm:pt modelId="{B0C291B6-220A-409D-916D-569D9C1CB30F}" type="pres">
      <dgm:prSet presAssocID="{82D27BFF-28CD-4F9B-A69C-049459278759}" presName="vert1" presStyleCnt="0"/>
      <dgm:spPr/>
    </dgm:pt>
    <dgm:pt modelId="{543C6B0A-264E-4B84-9EEA-387DF9A54DAB}" type="pres">
      <dgm:prSet presAssocID="{7A31D7D0-EBFA-4546-8DD7-9C16712124D7}" presName="vertSpace2a" presStyleCnt="0"/>
      <dgm:spPr/>
    </dgm:pt>
    <dgm:pt modelId="{DDACA7F8-7C1A-4A2B-A3CA-996BDC5E2C90}" type="pres">
      <dgm:prSet presAssocID="{7A31D7D0-EBFA-4546-8DD7-9C16712124D7}" presName="horz2" presStyleCnt="0"/>
      <dgm:spPr/>
    </dgm:pt>
    <dgm:pt modelId="{AF32684C-6163-409E-8AA9-191DDD0D6A12}" type="pres">
      <dgm:prSet presAssocID="{7A31D7D0-EBFA-4546-8DD7-9C16712124D7}" presName="horzSpace2" presStyleCnt="0"/>
      <dgm:spPr/>
    </dgm:pt>
    <dgm:pt modelId="{B65BDC38-66F8-4B09-B4A1-5D322E3BE786}" type="pres">
      <dgm:prSet presAssocID="{7A31D7D0-EBFA-4546-8DD7-9C16712124D7}" presName="tx2" presStyleLbl="revTx" presStyleIdx="4" presStyleCnt="6"/>
      <dgm:spPr/>
    </dgm:pt>
    <dgm:pt modelId="{CEEC59B7-A58C-441A-909C-8E0F390394E2}" type="pres">
      <dgm:prSet presAssocID="{7A31D7D0-EBFA-4546-8DD7-9C16712124D7}" presName="vert2" presStyleCnt="0"/>
      <dgm:spPr/>
    </dgm:pt>
    <dgm:pt modelId="{99D6012C-7FE0-4290-A755-B4D553C1DA9C}" type="pres">
      <dgm:prSet presAssocID="{7A31D7D0-EBFA-4546-8DD7-9C16712124D7}" presName="thinLine2b" presStyleLbl="callout" presStyleIdx="2" presStyleCnt="4"/>
      <dgm:spPr/>
    </dgm:pt>
    <dgm:pt modelId="{039C1BC8-C3B6-4940-8916-35ED87C76E38}" type="pres">
      <dgm:prSet presAssocID="{7A31D7D0-EBFA-4546-8DD7-9C16712124D7}" presName="vertSpace2b" presStyleCnt="0"/>
      <dgm:spPr/>
    </dgm:pt>
    <dgm:pt modelId="{C4583784-F92A-4D8F-B78A-FEB47B2FA0D9}" type="pres">
      <dgm:prSet presAssocID="{168EE5FA-C74C-4D73-A3A2-AAB43B63AE41}" presName="horz2" presStyleCnt="0"/>
      <dgm:spPr/>
    </dgm:pt>
    <dgm:pt modelId="{14BA4037-01BA-4B58-AFE1-03288BF61F7E}" type="pres">
      <dgm:prSet presAssocID="{168EE5FA-C74C-4D73-A3A2-AAB43B63AE41}" presName="horzSpace2" presStyleCnt="0"/>
      <dgm:spPr/>
    </dgm:pt>
    <dgm:pt modelId="{528457A7-4645-4041-A3D9-862F94EDADF7}" type="pres">
      <dgm:prSet presAssocID="{168EE5FA-C74C-4D73-A3A2-AAB43B63AE41}" presName="tx2" presStyleLbl="revTx" presStyleIdx="5" presStyleCnt="6"/>
      <dgm:spPr/>
    </dgm:pt>
    <dgm:pt modelId="{2386B5AF-86CB-41DC-AB6D-B726E97D7054}" type="pres">
      <dgm:prSet presAssocID="{168EE5FA-C74C-4D73-A3A2-AAB43B63AE41}" presName="vert2" presStyleCnt="0"/>
      <dgm:spPr/>
    </dgm:pt>
    <dgm:pt modelId="{1631432C-8941-4F79-A7F6-379BD8CDFC22}" type="pres">
      <dgm:prSet presAssocID="{168EE5FA-C74C-4D73-A3A2-AAB43B63AE41}" presName="thinLine2b" presStyleLbl="callout" presStyleIdx="3" presStyleCnt="4"/>
      <dgm:spPr/>
    </dgm:pt>
    <dgm:pt modelId="{B8370C10-40A3-44B6-9E19-E9DE6A0DD4D3}" type="pres">
      <dgm:prSet presAssocID="{168EE5FA-C74C-4D73-A3A2-AAB43B63AE41}" presName="vertSpace2b" presStyleCnt="0"/>
      <dgm:spPr/>
    </dgm:pt>
  </dgm:ptLst>
  <dgm:cxnLst>
    <dgm:cxn modelId="{52505E05-CF81-420E-9949-0E09BA3F659A}" srcId="{82D27BFF-28CD-4F9B-A69C-049459278759}" destId="{7A31D7D0-EBFA-4546-8DD7-9C16712124D7}" srcOrd="0" destOrd="0" parTransId="{BFE06A59-B2D4-4BA2-9C09-0F29DE35A0E6}" sibTransId="{5FB51DF2-1EEF-42DD-88F7-AE85F0A73041}"/>
    <dgm:cxn modelId="{3FAEC91B-F7C0-43B2-90E7-3CACC3425BCD}" type="presOf" srcId="{82D27BFF-28CD-4F9B-A69C-049459278759}" destId="{53532AA3-DD54-4310-843A-E24E3AF7B125}" srcOrd="0" destOrd="0" presId="urn:microsoft.com/office/officeart/2008/layout/LinedList"/>
    <dgm:cxn modelId="{ED046F2C-F526-436A-BF44-B75A1006349B}" type="presOf" srcId="{7A31D7D0-EBFA-4546-8DD7-9C16712124D7}" destId="{B65BDC38-66F8-4B09-B4A1-5D322E3BE786}" srcOrd="0" destOrd="0" presId="urn:microsoft.com/office/officeart/2008/layout/LinedList"/>
    <dgm:cxn modelId="{0FBC923A-2E43-4AD3-94DB-BCFE959DDD3C}" srcId="{BED7C9D7-A95C-4667-B576-11079FAE4E45}" destId="{82D27BFF-28CD-4F9B-A69C-049459278759}" srcOrd="1" destOrd="0" parTransId="{243F9D12-E47D-4894-B9F3-50F8BD6F0DAF}" sibTransId="{54D803C0-E297-4923-B027-2D40A8E0A947}"/>
    <dgm:cxn modelId="{4D0BA363-4FAB-4ADC-B800-EBF11A7396AD}" type="presOf" srcId="{100341A5-A327-4CC4-A623-82D7CB9894ED}" destId="{AECE4F14-D5CB-4515-A9D2-EB6F7D29D93A}" srcOrd="0" destOrd="0" presId="urn:microsoft.com/office/officeart/2008/layout/LinedList"/>
    <dgm:cxn modelId="{CB4D7C48-04E7-4513-AF51-80919C178C8D}" type="presOf" srcId="{BED7C9D7-A95C-4667-B576-11079FAE4E45}" destId="{940A391D-19B3-43E4-83DC-2E9D865F6C8C}" srcOrd="0" destOrd="0" presId="urn:microsoft.com/office/officeart/2008/layout/LinedList"/>
    <dgm:cxn modelId="{A74F8B49-B5D5-45F5-8B5A-DA76245E8A5F}" srcId="{BED7C9D7-A95C-4667-B576-11079FAE4E45}" destId="{100341A5-A327-4CC4-A623-82D7CB9894ED}" srcOrd="0" destOrd="0" parTransId="{EDF77E81-FE2D-4013-99EB-4A2DE342A727}" sibTransId="{65D11E6C-77CD-452A-A17A-D7ADE51AF764}"/>
    <dgm:cxn modelId="{EFE1D575-F698-431B-BD62-25F420D752C4}" type="presOf" srcId="{A1CDE022-4931-4957-A420-6B67535214F8}" destId="{41D67258-B4DC-4D74-82D0-C6DA9C7AA63B}" srcOrd="0" destOrd="0" presId="urn:microsoft.com/office/officeart/2008/layout/LinedList"/>
    <dgm:cxn modelId="{2EFBC985-05F9-4803-83C4-4F21895A4A7A}" srcId="{100341A5-A327-4CC4-A623-82D7CB9894ED}" destId="{2A40E691-B5C7-4D48-BE57-D2B429459416}" srcOrd="0" destOrd="0" parTransId="{0E146191-C40A-447E-87C7-2537443817FB}" sibTransId="{55F6DC1E-A355-4F2D-9F6A-0C769EF4D8EE}"/>
    <dgm:cxn modelId="{C9EDAD86-6051-4408-BF26-71F30202ED50}" srcId="{100341A5-A327-4CC4-A623-82D7CB9894ED}" destId="{A1CDE022-4931-4957-A420-6B67535214F8}" srcOrd="1" destOrd="0" parTransId="{D41575B5-951E-4FAD-8FAD-BBEF0C9B9305}" sibTransId="{F82012BB-083E-4B14-87BA-5E2AD2C12DDA}"/>
    <dgm:cxn modelId="{6C90078B-1A2C-4AC0-BD7D-87F96B7519BC}" type="presOf" srcId="{168EE5FA-C74C-4D73-A3A2-AAB43B63AE41}" destId="{528457A7-4645-4041-A3D9-862F94EDADF7}" srcOrd="0" destOrd="0" presId="urn:microsoft.com/office/officeart/2008/layout/LinedList"/>
    <dgm:cxn modelId="{8A724DB1-1F68-4F05-A5F9-F486B4F7AA92}" type="presOf" srcId="{2A40E691-B5C7-4D48-BE57-D2B429459416}" destId="{99C50889-E8FB-4009-8683-1974DC1CD09C}" srcOrd="0" destOrd="0" presId="urn:microsoft.com/office/officeart/2008/layout/LinedList"/>
    <dgm:cxn modelId="{4C2857E2-8FF2-4CA5-A93D-8249F67C2591}" srcId="{82D27BFF-28CD-4F9B-A69C-049459278759}" destId="{168EE5FA-C74C-4D73-A3A2-AAB43B63AE41}" srcOrd="1" destOrd="0" parTransId="{CF9D864F-01D1-4074-AC27-50F485AF0A51}" sibTransId="{D85D92C4-991E-4DC4-9B1C-20F9B7315CC9}"/>
    <dgm:cxn modelId="{48416867-C1BE-45DD-B258-36538B354630}" type="presParOf" srcId="{940A391D-19B3-43E4-83DC-2E9D865F6C8C}" destId="{F816D270-1A8A-477B-8257-3B23609E1A32}" srcOrd="0" destOrd="0" presId="urn:microsoft.com/office/officeart/2008/layout/LinedList"/>
    <dgm:cxn modelId="{65F2934E-C0AE-4A11-A9E5-D78A19BC9B18}" type="presParOf" srcId="{940A391D-19B3-43E4-83DC-2E9D865F6C8C}" destId="{C1093008-AF49-439B-9D4E-3D154B462AA2}" srcOrd="1" destOrd="0" presId="urn:microsoft.com/office/officeart/2008/layout/LinedList"/>
    <dgm:cxn modelId="{6EEFC65C-B500-43B7-B726-2809CE1C24A6}" type="presParOf" srcId="{C1093008-AF49-439B-9D4E-3D154B462AA2}" destId="{AECE4F14-D5CB-4515-A9D2-EB6F7D29D93A}" srcOrd="0" destOrd="0" presId="urn:microsoft.com/office/officeart/2008/layout/LinedList"/>
    <dgm:cxn modelId="{0F582CC3-D8A6-4BBA-9089-06184210C204}" type="presParOf" srcId="{C1093008-AF49-439B-9D4E-3D154B462AA2}" destId="{1D9D9A70-3991-4A50-9AB9-5EFCB20D1ED7}" srcOrd="1" destOrd="0" presId="urn:microsoft.com/office/officeart/2008/layout/LinedList"/>
    <dgm:cxn modelId="{020F33A7-2165-47FA-9066-D8F5A6065830}" type="presParOf" srcId="{1D9D9A70-3991-4A50-9AB9-5EFCB20D1ED7}" destId="{FA1BC448-7B57-42CA-90BF-254BC0D19DF9}" srcOrd="0" destOrd="0" presId="urn:microsoft.com/office/officeart/2008/layout/LinedList"/>
    <dgm:cxn modelId="{504C80EE-9D5C-47E2-8D54-98AA40EDEF6A}" type="presParOf" srcId="{1D9D9A70-3991-4A50-9AB9-5EFCB20D1ED7}" destId="{8CFA6B91-62F4-4AD8-BBA1-67DC2AE2FC31}" srcOrd="1" destOrd="0" presId="urn:microsoft.com/office/officeart/2008/layout/LinedList"/>
    <dgm:cxn modelId="{8FAB3143-FA43-4AE6-AD1C-70EFA5BD4CEA}" type="presParOf" srcId="{8CFA6B91-62F4-4AD8-BBA1-67DC2AE2FC31}" destId="{DAEB2FB0-5841-4355-868E-7B4F2EA8C364}" srcOrd="0" destOrd="0" presId="urn:microsoft.com/office/officeart/2008/layout/LinedList"/>
    <dgm:cxn modelId="{2578FF68-B90E-42BA-B81D-B383D7FAC140}" type="presParOf" srcId="{8CFA6B91-62F4-4AD8-BBA1-67DC2AE2FC31}" destId="{99C50889-E8FB-4009-8683-1974DC1CD09C}" srcOrd="1" destOrd="0" presId="urn:microsoft.com/office/officeart/2008/layout/LinedList"/>
    <dgm:cxn modelId="{A9BD42B3-5A66-4DE4-8915-1170C861F8C1}" type="presParOf" srcId="{8CFA6B91-62F4-4AD8-BBA1-67DC2AE2FC31}" destId="{FBE1A7FE-2A27-4608-972C-B88FBECE57B8}" srcOrd="2" destOrd="0" presId="urn:microsoft.com/office/officeart/2008/layout/LinedList"/>
    <dgm:cxn modelId="{30E6D12E-DCD9-4ABD-AA4C-75450861694A}" type="presParOf" srcId="{1D9D9A70-3991-4A50-9AB9-5EFCB20D1ED7}" destId="{6FB7EFC9-C029-49DA-A0AC-6E0FE299894C}" srcOrd="2" destOrd="0" presId="urn:microsoft.com/office/officeart/2008/layout/LinedList"/>
    <dgm:cxn modelId="{20443145-185C-4F29-8AB6-17D8B4AD6D48}" type="presParOf" srcId="{1D9D9A70-3991-4A50-9AB9-5EFCB20D1ED7}" destId="{3A2BA0E9-3CC3-4D0F-B624-F49059F6F141}" srcOrd="3" destOrd="0" presId="urn:microsoft.com/office/officeart/2008/layout/LinedList"/>
    <dgm:cxn modelId="{731E2B37-DF29-408B-ABED-DCD84AF64B56}" type="presParOf" srcId="{1D9D9A70-3991-4A50-9AB9-5EFCB20D1ED7}" destId="{C3664D4E-F3CC-4BD3-957C-0871A7BC63A5}" srcOrd="4" destOrd="0" presId="urn:microsoft.com/office/officeart/2008/layout/LinedList"/>
    <dgm:cxn modelId="{BABE376A-96F0-40BF-9ABA-1628C6CCEE46}" type="presParOf" srcId="{C3664D4E-F3CC-4BD3-957C-0871A7BC63A5}" destId="{7E28026D-9768-4A93-9084-CC232539A6BF}" srcOrd="0" destOrd="0" presId="urn:microsoft.com/office/officeart/2008/layout/LinedList"/>
    <dgm:cxn modelId="{0A45FADC-9377-4254-BB7B-AD3EC85F13E7}" type="presParOf" srcId="{C3664D4E-F3CC-4BD3-957C-0871A7BC63A5}" destId="{41D67258-B4DC-4D74-82D0-C6DA9C7AA63B}" srcOrd="1" destOrd="0" presId="urn:microsoft.com/office/officeart/2008/layout/LinedList"/>
    <dgm:cxn modelId="{194FDE4C-2105-42EE-AAE6-5F7C00CF81F8}" type="presParOf" srcId="{C3664D4E-F3CC-4BD3-957C-0871A7BC63A5}" destId="{BD9C4CF7-4C09-44F6-98FB-B085DC32CB69}" srcOrd="2" destOrd="0" presId="urn:microsoft.com/office/officeart/2008/layout/LinedList"/>
    <dgm:cxn modelId="{1C1BA6DA-D012-4853-AF2F-057395A939BE}" type="presParOf" srcId="{1D9D9A70-3991-4A50-9AB9-5EFCB20D1ED7}" destId="{7E1203C1-D4BE-4083-863C-05C97E545D70}" srcOrd="5" destOrd="0" presId="urn:microsoft.com/office/officeart/2008/layout/LinedList"/>
    <dgm:cxn modelId="{ECED96AA-A8B3-47C0-B86B-E4B5111F3000}" type="presParOf" srcId="{1D9D9A70-3991-4A50-9AB9-5EFCB20D1ED7}" destId="{02C7A80B-6FBC-409A-BE31-DA688BA0E29B}" srcOrd="6" destOrd="0" presId="urn:microsoft.com/office/officeart/2008/layout/LinedList"/>
    <dgm:cxn modelId="{E3ED923F-073F-4141-BD07-F8617599046E}" type="presParOf" srcId="{940A391D-19B3-43E4-83DC-2E9D865F6C8C}" destId="{C4F2EAAF-E771-4DDC-8C7C-5BDA8F7CEE99}" srcOrd="2" destOrd="0" presId="urn:microsoft.com/office/officeart/2008/layout/LinedList"/>
    <dgm:cxn modelId="{8EBF2185-795D-462F-BE30-5728EB1F3CD5}" type="presParOf" srcId="{940A391D-19B3-43E4-83DC-2E9D865F6C8C}" destId="{0046921C-9479-44E4-A379-FEF80DD18761}" srcOrd="3" destOrd="0" presId="urn:microsoft.com/office/officeart/2008/layout/LinedList"/>
    <dgm:cxn modelId="{AEA56825-A2DC-4EF3-926D-A224AA0BF1DD}" type="presParOf" srcId="{0046921C-9479-44E4-A379-FEF80DD18761}" destId="{53532AA3-DD54-4310-843A-E24E3AF7B125}" srcOrd="0" destOrd="0" presId="urn:microsoft.com/office/officeart/2008/layout/LinedList"/>
    <dgm:cxn modelId="{04B4F9CB-E512-47C4-A46D-49EE56A104E5}" type="presParOf" srcId="{0046921C-9479-44E4-A379-FEF80DD18761}" destId="{B0C291B6-220A-409D-916D-569D9C1CB30F}" srcOrd="1" destOrd="0" presId="urn:microsoft.com/office/officeart/2008/layout/LinedList"/>
    <dgm:cxn modelId="{96A7BD67-4BF3-4BF5-8857-FED613BBE92B}" type="presParOf" srcId="{B0C291B6-220A-409D-916D-569D9C1CB30F}" destId="{543C6B0A-264E-4B84-9EEA-387DF9A54DAB}" srcOrd="0" destOrd="0" presId="urn:microsoft.com/office/officeart/2008/layout/LinedList"/>
    <dgm:cxn modelId="{32820153-DB08-473F-8CB9-7221366DDDA3}" type="presParOf" srcId="{B0C291B6-220A-409D-916D-569D9C1CB30F}" destId="{DDACA7F8-7C1A-4A2B-A3CA-996BDC5E2C90}" srcOrd="1" destOrd="0" presId="urn:microsoft.com/office/officeart/2008/layout/LinedList"/>
    <dgm:cxn modelId="{C18B4948-AAF3-4B25-A61C-4EEA24405EAF}" type="presParOf" srcId="{DDACA7F8-7C1A-4A2B-A3CA-996BDC5E2C90}" destId="{AF32684C-6163-409E-8AA9-191DDD0D6A12}" srcOrd="0" destOrd="0" presId="urn:microsoft.com/office/officeart/2008/layout/LinedList"/>
    <dgm:cxn modelId="{F3F7CE73-B1ED-4005-ADF7-D2204314DE16}" type="presParOf" srcId="{DDACA7F8-7C1A-4A2B-A3CA-996BDC5E2C90}" destId="{B65BDC38-66F8-4B09-B4A1-5D322E3BE786}" srcOrd="1" destOrd="0" presId="urn:microsoft.com/office/officeart/2008/layout/LinedList"/>
    <dgm:cxn modelId="{75271E4E-6056-498E-871C-11BF031FC9F2}" type="presParOf" srcId="{DDACA7F8-7C1A-4A2B-A3CA-996BDC5E2C90}" destId="{CEEC59B7-A58C-441A-909C-8E0F390394E2}" srcOrd="2" destOrd="0" presId="urn:microsoft.com/office/officeart/2008/layout/LinedList"/>
    <dgm:cxn modelId="{23178B08-0855-46C4-B42D-531DDF8EFEFD}" type="presParOf" srcId="{B0C291B6-220A-409D-916D-569D9C1CB30F}" destId="{99D6012C-7FE0-4290-A755-B4D553C1DA9C}" srcOrd="2" destOrd="0" presId="urn:microsoft.com/office/officeart/2008/layout/LinedList"/>
    <dgm:cxn modelId="{5A6F876A-8616-483A-800E-924D3652B9A5}" type="presParOf" srcId="{B0C291B6-220A-409D-916D-569D9C1CB30F}" destId="{039C1BC8-C3B6-4940-8916-35ED87C76E38}" srcOrd="3" destOrd="0" presId="urn:microsoft.com/office/officeart/2008/layout/LinedList"/>
    <dgm:cxn modelId="{A418789F-A0B6-43A9-867C-E4DACB88CDFF}" type="presParOf" srcId="{B0C291B6-220A-409D-916D-569D9C1CB30F}" destId="{C4583784-F92A-4D8F-B78A-FEB47B2FA0D9}" srcOrd="4" destOrd="0" presId="urn:microsoft.com/office/officeart/2008/layout/LinedList"/>
    <dgm:cxn modelId="{1E0D0258-71DD-40F6-822B-6D2A4CF1C92F}" type="presParOf" srcId="{C4583784-F92A-4D8F-B78A-FEB47B2FA0D9}" destId="{14BA4037-01BA-4B58-AFE1-03288BF61F7E}" srcOrd="0" destOrd="0" presId="urn:microsoft.com/office/officeart/2008/layout/LinedList"/>
    <dgm:cxn modelId="{F0E8BAB0-59EA-464D-AEA0-B2F99BE6A7E1}" type="presParOf" srcId="{C4583784-F92A-4D8F-B78A-FEB47B2FA0D9}" destId="{528457A7-4645-4041-A3D9-862F94EDADF7}" srcOrd="1" destOrd="0" presId="urn:microsoft.com/office/officeart/2008/layout/LinedList"/>
    <dgm:cxn modelId="{4445CA68-7797-4E65-B96D-F1BD5A1CF79F}" type="presParOf" srcId="{C4583784-F92A-4D8F-B78A-FEB47B2FA0D9}" destId="{2386B5AF-86CB-41DC-AB6D-B726E97D7054}" srcOrd="2" destOrd="0" presId="urn:microsoft.com/office/officeart/2008/layout/LinedList"/>
    <dgm:cxn modelId="{D15D622F-61D5-43F6-9CE1-BE88A46E6CF4}" type="presParOf" srcId="{B0C291B6-220A-409D-916D-569D9C1CB30F}" destId="{1631432C-8941-4F79-A7F6-379BD8CDFC22}" srcOrd="5" destOrd="0" presId="urn:microsoft.com/office/officeart/2008/layout/LinedList"/>
    <dgm:cxn modelId="{EE86B2EF-9AF6-4BCC-AE8A-45A2DB097542}" type="presParOf" srcId="{B0C291B6-220A-409D-916D-569D9C1CB30F}" destId="{B8370C10-40A3-44B6-9E19-E9DE6A0DD4D3}"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6E897A-6E4A-48FC-A0D8-1CED9A730F34}">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12DA1FB-9497-4C4D-97C2-E967FB7FF41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1. Data Preparation</a:t>
          </a:r>
          <a:endParaRPr lang="en-US" sz="2300" kern="1200"/>
        </a:p>
      </dsp:txBody>
      <dsp:txXfrm>
        <a:off x="0" y="1593"/>
        <a:ext cx="1704120" cy="1087073"/>
      </dsp:txXfrm>
    </dsp:sp>
    <dsp:sp modelId="{1DBF83B1-F240-4DA1-98BF-CAB88A89C527}">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Load original dataset with missing values</a:t>
          </a:r>
          <a:endParaRPr lang="en-US" sz="1200" kern="1200"/>
        </a:p>
      </dsp:txBody>
      <dsp:txXfrm>
        <a:off x="1831929" y="18579"/>
        <a:ext cx="6688671" cy="339710"/>
      </dsp:txXfrm>
    </dsp:sp>
    <dsp:sp modelId="{23B54297-6D5E-4873-A403-4C540D074EA3}">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A1FC106-5161-495C-A143-825E55DBBB4D}">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 missing value patterns</a:t>
          </a:r>
          <a:endParaRPr lang="en-US" sz="1200" kern="1200"/>
        </a:p>
      </dsp:txBody>
      <dsp:txXfrm>
        <a:off x="1831929" y="375275"/>
        <a:ext cx="6688671" cy="339710"/>
      </dsp:txXfrm>
    </dsp:sp>
    <dsp:sp modelId="{5A94E8F2-AF71-41A6-83E2-CCBC9677CF20}">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393928-F1BF-4E88-9A4F-02253C66619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Prepare feature matrix (X) and target variable (y) with missing data intact</a:t>
          </a:r>
          <a:endParaRPr lang="en-US" sz="1200" kern="1200"/>
        </a:p>
      </dsp:txBody>
      <dsp:txXfrm>
        <a:off x="1831929" y="731971"/>
        <a:ext cx="6688671" cy="339710"/>
      </dsp:txXfrm>
    </dsp:sp>
    <dsp:sp modelId="{17E04FBC-74A8-4A7D-98B9-D007CF02891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4F8164-17D6-4ADC-A169-63363AB6CA1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6B5A8BA-D65D-4A68-BDB2-01A53C0A6F6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2. Imputation Strategies</a:t>
          </a:r>
          <a:endParaRPr lang="en-US" sz="2300" kern="1200"/>
        </a:p>
      </dsp:txBody>
      <dsp:txXfrm>
        <a:off x="0" y="1088667"/>
        <a:ext cx="1704120" cy="1087073"/>
      </dsp:txXfrm>
    </dsp:sp>
    <dsp:sp modelId="{3EECA7BC-2EB1-45E2-A2B3-BBAC49207B3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Mean</a:t>
          </a:r>
          <a:r>
            <a:rPr lang="pt-PT" sz="1200" kern="1200" dirty="0"/>
            <a:t> </a:t>
          </a:r>
          <a:r>
            <a:rPr lang="pt-PT" sz="1200" kern="1200" dirty="0" err="1"/>
            <a:t>Imputation</a:t>
          </a:r>
          <a:r>
            <a:rPr lang="pt-PT" sz="1200" kern="1200" dirty="0"/>
            <a:t>: </a:t>
          </a:r>
          <a:r>
            <a:rPr lang="pt-PT" sz="1200" kern="1200" dirty="0" err="1"/>
            <a:t>Replace</a:t>
          </a:r>
          <a:r>
            <a:rPr lang="pt-PT" sz="1200" kern="1200" dirty="0"/>
            <a:t> </a:t>
          </a:r>
          <a:r>
            <a:rPr lang="pt-PT" sz="1200" kern="1200" dirty="0" err="1"/>
            <a:t>missing</a:t>
          </a:r>
          <a:r>
            <a:rPr lang="pt-PT" sz="1200" kern="1200" dirty="0"/>
            <a:t> </a:t>
          </a:r>
          <a:r>
            <a:rPr lang="pt-PT" sz="1200" kern="1200" dirty="0" err="1"/>
            <a:t>values</a:t>
          </a:r>
          <a:r>
            <a:rPr lang="pt-PT" sz="1200" kern="1200" dirty="0"/>
            <a:t> </a:t>
          </a:r>
          <a:r>
            <a:rPr lang="pt-PT" sz="1200" kern="1200" dirty="0" err="1"/>
            <a:t>with</a:t>
          </a:r>
          <a:r>
            <a:rPr lang="pt-PT" sz="1200" kern="1200" dirty="0"/>
            <a:t> </a:t>
          </a:r>
          <a:r>
            <a:rPr lang="pt-PT" sz="1200" kern="1200" dirty="0" err="1"/>
            <a:t>column</a:t>
          </a:r>
          <a:r>
            <a:rPr lang="pt-PT" sz="1200" kern="1200" dirty="0"/>
            <a:t> </a:t>
          </a:r>
          <a:r>
            <a:rPr lang="pt-PT" sz="1200" kern="1200" dirty="0" err="1"/>
            <a:t>means</a:t>
          </a:r>
          <a:endParaRPr lang="en-US" sz="1200" kern="1200" dirty="0"/>
        </a:p>
      </dsp:txBody>
      <dsp:txXfrm>
        <a:off x="1831929" y="1105652"/>
        <a:ext cx="6688671" cy="339710"/>
      </dsp:txXfrm>
    </dsp:sp>
    <dsp:sp modelId="{2D488E23-907F-4535-99FC-0206BDD304F3}">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8FCD878-8CB3-412B-893A-BF3DF01EE9B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KNN </a:t>
          </a:r>
          <a:r>
            <a:rPr lang="pt-PT" sz="1200" kern="1200" dirty="0" err="1"/>
            <a:t>Imputation</a:t>
          </a:r>
          <a:r>
            <a:rPr lang="pt-PT" sz="1200" kern="1200" dirty="0"/>
            <a:t>: Use k-</a:t>
          </a:r>
          <a:r>
            <a:rPr lang="pt-PT" sz="1200" kern="1200" dirty="0" err="1"/>
            <a:t>nearest</a:t>
          </a:r>
          <a:r>
            <a:rPr lang="pt-PT" sz="1200" kern="1200" dirty="0"/>
            <a:t> </a:t>
          </a:r>
          <a:r>
            <a:rPr lang="pt-PT" sz="1200" kern="1200" dirty="0" err="1"/>
            <a:t>neighbors</a:t>
          </a:r>
          <a:r>
            <a:rPr lang="pt-PT" sz="1200" kern="1200" dirty="0"/>
            <a:t> to </a:t>
          </a:r>
          <a:r>
            <a:rPr lang="pt-PT" sz="1200" kern="1200" dirty="0" err="1"/>
            <a:t>estimate</a:t>
          </a:r>
          <a:r>
            <a:rPr lang="pt-PT" sz="1200" kern="1200" dirty="0"/>
            <a:t> </a:t>
          </a:r>
          <a:r>
            <a:rPr lang="pt-PT" sz="1200" kern="1200" dirty="0" err="1"/>
            <a:t>missing</a:t>
          </a:r>
          <a:r>
            <a:rPr lang="pt-PT" sz="1200" kern="1200" dirty="0"/>
            <a:t> </a:t>
          </a:r>
          <a:r>
            <a:rPr lang="pt-PT" sz="1200" kern="1200" dirty="0" err="1"/>
            <a:t>values</a:t>
          </a:r>
          <a:endParaRPr lang="en-US" sz="1200" kern="1200" dirty="0"/>
        </a:p>
      </dsp:txBody>
      <dsp:txXfrm>
        <a:off x="1831929" y="1462348"/>
        <a:ext cx="6688671" cy="339710"/>
      </dsp:txXfrm>
    </dsp:sp>
    <dsp:sp modelId="{54B3608B-D04E-49DA-A8F6-4E3BE756A132}">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FA6EC58-797B-42DD-A51E-EEBDBB2F230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Iterative</a:t>
          </a:r>
          <a:r>
            <a:rPr lang="pt-PT" sz="1200" kern="1200" dirty="0"/>
            <a:t> </a:t>
          </a:r>
          <a:r>
            <a:rPr lang="pt-PT" sz="1200" kern="1200" dirty="0" err="1"/>
            <a:t>Imputation</a:t>
          </a:r>
          <a:r>
            <a:rPr lang="pt-PT" sz="1200" kern="1200" dirty="0"/>
            <a:t>: Use </a:t>
          </a:r>
          <a:r>
            <a:rPr lang="pt-PT" sz="1200" kern="1200" dirty="0" err="1"/>
            <a:t>Bayesian</a:t>
          </a:r>
          <a:r>
            <a:rPr lang="pt-PT" sz="1200" kern="1200" dirty="0"/>
            <a:t> </a:t>
          </a:r>
          <a:r>
            <a:rPr lang="pt-PT" sz="1200" kern="1200" dirty="0" err="1"/>
            <a:t>Ridge</a:t>
          </a:r>
          <a:r>
            <a:rPr lang="pt-PT" sz="1200" kern="1200" dirty="0"/>
            <a:t> </a:t>
          </a:r>
          <a:r>
            <a:rPr lang="pt-PT" sz="1200" kern="1200" dirty="0" err="1"/>
            <a:t>regression</a:t>
          </a:r>
          <a:r>
            <a:rPr lang="pt-PT" sz="1200" kern="1200" dirty="0"/>
            <a:t> for </a:t>
          </a:r>
          <a:r>
            <a:rPr lang="pt-PT" sz="1200" kern="1200" dirty="0" err="1"/>
            <a:t>multivariate</a:t>
          </a:r>
          <a:r>
            <a:rPr lang="pt-PT" sz="1200" kern="1200" dirty="0"/>
            <a:t> </a:t>
          </a:r>
          <a:r>
            <a:rPr lang="pt-PT" sz="1200" kern="1200" dirty="0" err="1"/>
            <a:t>imputation</a:t>
          </a:r>
          <a:endParaRPr lang="en-US" sz="1200" kern="1200" dirty="0"/>
        </a:p>
      </dsp:txBody>
      <dsp:txXfrm>
        <a:off x="1831929" y="1819044"/>
        <a:ext cx="6688671" cy="339710"/>
      </dsp:txXfrm>
    </dsp:sp>
    <dsp:sp modelId="{541E130F-4F0B-483D-A445-394F2854D6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316B34-4C1E-44D5-90BB-0344790758D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6F75E16-2E8B-4EB0-85E5-F681CF9A3B64}">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3. Model Evaluation</a:t>
          </a:r>
          <a:endParaRPr lang="en-US" sz="2300" kern="1200"/>
        </a:p>
      </dsp:txBody>
      <dsp:txXfrm>
        <a:off x="0" y="2175740"/>
        <a:ext cx="1704120" cy="1087073"/>
      </dsp:txXfrm>
    </dsp:sp>
    <dsp:sp modelId="{AE92B10D-88F6-4F6D-B5C9-DE2300F7A36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Train baseline Linear Regression model on each imputed dataset</a:t>
          </a:r>
          <a:endParaRPr lang="en-US" sz="1200" kern="1200"/>
        </a:p>
      </dsp:txBody>
      <dsp:txXfrm>
        <a:off x="1831929" y="2188519"/>
        <a:ext cx="6688671" cy="255579"/>
      </dsp:txXfrm>
    </dsp:sp>
    <dsp:sp modelId="{6851BF19-073C-47AA-8D90-789C283967B2}">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FF8F218-5B56-46CC-B72B-6AD0C287DA1A}">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 using both train/test split and cross-validation approaches</a:t>
          </a:r>
          <a:endParaRPr lang="en-US" sz="1200" kern="1200"/>
        </a:p>
      </dsp:txBody>
      <dsp:txXfrm>
        <a:off x="1831929" y="2456877"/>
        <a:ext cx="6688671" cy="255579"/>
      </dsp:txXfrm>
    </dsp:sp>
    <dsp:sp modelId="{9670E561-9038-450C-8748-44178B1AD60D}">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610CFB4-6B7E-471F-B34C-BB93BEEDBD85}">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 performance using cMSE (Censored Mean Squared Error)</a:t>
          </a:r>
          <a:endParaRPr lang="en-US" sz="1200" kern="1200"/>
        </a:p>
      </dsp:txBody>
      <dsp:txXfrm>
        <a:off x="1831929" y="2725235"/>
        <a:ext cx="6688671" cy="255579"/>
      </dsp:txXfrm>
    </dsp:sp>
    <dsp:sp modelId="{4A512112-3FAB-4DAB-BE9B-3EF2A5A04A01}">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D4FAE74-CD52-437F-9712-CABD8D53CA2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Test with KNN Regression model for comparison</a:t>
          </a:r>
          <a:endParaRPr lang="en-US" sz="1200" kern="1200"/>
        </a:p>
      </dsp:txBody>
      <dsp:txXfrm>
        <a:off x="1831929" y="2993593"/>
        <a:ext cx="6688671" cy="255579"/>
      </dsp:txXfrm>
    </dsp:sp>
    <dsp:sp modelId="{12DFB566-F227-47D0-861E-F198F3FDA56F}">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0DC9B3-EEF4-46B8-998A-D11A2892DE76}">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B85997E-6C33-49E1-8900-619F8D7DC55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1. Comparison Analysis</a:t>
          </a:r>
        </a:p>
      </dsp:txBody>
      <dsp:txXfrm>
        <a:off x="0" y="0"/>
        <a:ext cx="1704120" cy="1632203"/>
      </dsp:txXfrm>
    </dsp:sp>
    <dsp:sp modelId="{70FB11D0-38B6-4D07-82A7-9A1EA48C3086}">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Built comparison table with all strategies: baseline, imputation methods (Mean, KNN, Iterative), and models handling missing data (Decision Tree, HistGradientBoosting, CatBoost AFT)</a:t>
          </a:r>
        </a:p>
      </dsp:txBody>
      <dsp:txXfrm>
        <a:off x="1831929" y="25503"/>
        <a:ext cx="6688671" cy="510063"/>
      </dsp:txXfrm>
    </dsp:sp>
    <dsp:sp modelId="{3B4181D0-AEBF-4EBB-97B5-4AD392DB498F}">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2F97108-DC74-4E2C-8C5F-07BF13B27727}">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Displayed MSE and cMSE metrics for all approaches</a:t>
          </a:r>
        </a:p>
      </dsp:txBody>
      <dsp:txXfrm>
        <a:off x="1831929" y="561070"/>
        <a:ext cx="6688671" cy="510063"/>
      </dsp:txXfrm>
    </dsp:sp>
    <dsp:sp modelId="{F9D77DF6-18BC-47B0-AE53-D1B66DF9F16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394D178-1313-4DBA-826C-127C91C55410}">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y vs y-hat scatter plots for visual comparison of model performance</a:t>
          </a:r>
        </a:p>
      </dsp:txBody>
      <dsp:txXfrm>
        <a:off x="1831929" y="1096637"/>
        <a:ext cx="6688671" cy="510063"/>
      </dsp:txXfrm>
    </dsp:sp>
    <dsp:sp modelId="{229BAD5B-7EEB-4B02-8079-BD1E50B7A3F5}">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C8D4189-3B92-453C-9DB3-A77CB40AE29C}">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5F5FEC6-EF4E-4F48-A82C-DEB0B909048E}">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2. Combined Approach Testing</a:t>
          </a:r>
        </a:p>
      </dsp:txBody>
      <dsp:txXfrm>
        <a:off x="0" y="1632203"/>
        <a:ext cx="1704120" cy="1632203"/>
      </dsp:txXfrm>
    </dsp:sp>
    <dsp:sp modelId="{32BDA854-2CBB-431F-8110-0A2B61837F0F}">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Selected best imputation strategy from Task 3.1: Mean Imputation (cMSE: 1.7645)</a:t>
          </a:r>
        </a:p>
      </dsp:txBody>
      <dsp:txXfrm>
        <a:off x="1831929" y="1651391"/>
        <a:ext cx="6688671" cy="383743"/>
      </dsp:txXfrm>
    </dsp:sp>
    <dsp:sp modelId="{DD9B1526-CD60-4D9D-AFFE-5491C51D9FA8}">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010D5D-28B6-4CA5-B74B-859C8154D02E}">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Combined with best model from Task 3.2: CatBoost AFT</a:t>
          </a:r>
        </a:p>
      </dsp:txBody>
      <dsp:txXfrm>
        <a:off x="1831929" y="2054321"/>
        <a:ext cx="6688671" cy="383743"/>
      </dsp:txXfrm>
    </dsp:sp>
    <dsp:sp modelId="{FAF7D4B2-A59D-4F3E-B6BC-9FD9242CFFC6}">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B1B93B7-4760-413D-A7CE-85EC645D7FDA}">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Trained CatBoost AFT on mean-imputed data</a:t>
          </a:r>
        </a:p>
      </dsp:txBody>
      <dsp:txXfrm>
        <a:off x="1831929" y="2457252"/>
        <a:ext cx="6688671" cy="383743"/>
      </dsp:txXfrm>
    </dsp:sp>
    <dsp:sp modelId="{203779F5-AE3A-44EC-88F2-6432BCE2C850}">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4F06974-D777-4AE0-A778-BC3CEA34D31F}">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Evaluated performance: cMSE of 3.1236 (worse than native missing handling)</a:t>
          </a:r>
        </a:p>
      </dsp:txBody>
      <dsp:txXfrm>
        <a:off x="1831929" y="2860182"/>
        <a:ext cx="6688671" cy="383743"/>
      </dsp:txXfrm>
    </dsp:sp>
    <dsp:sp modelId="{EA544809-88C8-40CA-8BA4-D99B7976AF37}">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16D270-1A8A-477B-8257-3B23609E1A32}">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ECE4F14-D5CB-4515-A9D2-EB6F7D29D93A}">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3. Best Model Selection</a:t>
          </a:r>
        </a:p>
      </dsp:txBody>
      <dsp:txXfrm>
        <a:off x="0" y="0"/>
        <a:ext cx="1704120" cy="1632203"/>
      </dsp:txXfrm>
    </dsp:sp>
    <dsp:sp modelId="{99C50889-E8FB-4009-8683-1974DC1CD09C}">
      <dsp:nvSpPr>
        <dsp:cNvPr id="0" name=""/>
        <dsp:cNvSpPr/>
      </dsp:nvSpPr>
      <dsp:spPr>
        <a:xfrm>
          <a:off x="1831929" y="3793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Compared all strategies including combined approach</a:t>
          </a:r>
        </a:p>
      </dsp:txBody>
      <dsp:txXfrm>
        <a:off x="1831929" y="37935"/>
        <a:ext cx="6688671" cy="758719"/>
      </dsp:txXfrm>
    </dsp:sp>
    <dsp:sp modelId="{6FB7EFC9-C029-49DA-A0AC-6E0FE299894C}">
      <dsp:nvSpPr>
        <dsp:cNvPr id="0" name=""/>
        <dsp:cNvSpPr/>
      </dsp:nvSpPr>
      <dsp:spPr>
        <a:xfrm>
          <a:off x="1704120" y="7966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1D67258-B4DC-4D74-82D0-C6DA9C7AA63B}">
      <dsp:nvSpPr>
        <dsp:cNvPr id="0" name=""/>
        <dsp:cNvSpPr/>
      </dsp:nvSpPr>
      <dsp:spPr>
        <a:xfrm>
          <a:off x="1831929" y="834591"/>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Identified CatBoost AFT with native missing support as best performer (cMSE: 1.7339)</a:t>
          </a:r>
        </a:p>
      </dsp:txBody>
      <dsp:txXfrm>
        <a:off x="1831929" y="834591"/>
        <a:ext cx="6688671" cy="758719"/>
      </dsp:txXfrm>
    </dsp:sp>
    <dsp:sp modelId="{7E1203C1-D4BE-4083-863C-05C97E545D70}">
      <dsp:nvSpPr>
        <dsp:cNvPr id="0" name=""/>
        <dsp:cNvSpPr/>
      </dsp:nvSpPr>
      <dsp:spPr>
        <a:xfrm>
          <a:off x="1704120" y="159331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4F2EAAF-E771-4DDC-8C7C-5BDA8F7CEE99}">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532AA3-DD54-4310-843A-E24E3AF7B125}">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4. Test Predictions &amp; Submission</a:t>
          </a:r>
        </a:p>
      </dsp:txBody>
      <dsp:txXfrm>
        <a:off x="0" y="1632203"/>
        <a:ext cx="1704120" cy="1632203"/>
      </dsp:txXfrm>
    </dsp:sp>
    <dsp:sp modelId="{B65BDC38-66F8-4B09-B4A1-5D322E3BE786}">
      <dsp:nvSpPr>
        <dsp:cNvPr id="0" name=""/>
        <dsp:cNvSpPr/>
      </dsp:nvSpPr>
      <dsp:spPr>
        <a:xfrm>
          <a:off x="1831929" y="1670139"/>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Generated predictions on test data using best model (CatBoost AFT)</a:t>
          </a:r>
        </a:p>
      </dsp:txBody>
      <dsp:txXfrm>
        <a:off x="1831929" y="1670139"/>
        <a:ext cx="6688671" cy="758719"/>
      </dsp:txXfrm>
    </dsp:sp>
    <dsp:sp modelId="{99D6012C-7FE0-4290-A755-B4D553C1DA9C}">
      <dsp:nvSpPr>
        <dsp:cNvPr id="0" name=""/>
        <dsp:cNvSpPr/>
      </dsp:nvSpPr>
      <dsp:spPr>
        <a:xfrm>
          <a:off x="1704120" y="24288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8457A7-4645-4041-A3D9-862F94EDADF7}">
      <dsp:nvSpPr>
        <dsp:cNvPr id="0" name=""/>
        <dsp:cNvSpPr/>
      </dsp:nvSpPr>
      <dsp:spPr>
        <a:xfrm>
          <a:off x="1831929" y="246679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Created Kaggle submission file: `handle-missing-submission-xx.csv`</a:t>
          </a:r>
        </a:p>
      </dsp:txBody>
      <dsp:txXfrm>
        <a:off x="1831929" y="2466795"/>
        <a:ext cx="6688671" cy="758719"/>
      </dsp:txXfrm>
    </dsp:sp>
    <dsp:sp modelId="{1631432C-8941-4F79-A7F6-379BD8CDFC22}">
      <dsp:nvSpPr>
        <dsp:cNvPr id="0" name=""/>
        <dsp:cNvSpPr/>
      </dsp:nvSpPr>
      <dsp:spPr>
        <a:xfrm>
          <a:off x="1704120" y="322551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FB3C8618-C924-13D7-80D4-9846B29CB461}"/>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253068B-ABB4-A50C-3D05-80160D116A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3675A2FA-E3D6-347C-A5C7-5C15354B0B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2457689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56719F64-10F0-8A39-DBD7-6BDB97DBE508}"/>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E1899DEC-4DD8-C578-99E0-D070BD6AAC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853BAC00-E73A-5C95-166A-44CCF8D28E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63480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42EEB7E1-7F75-5336-0C94-84A9B0A94D95}"/>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8CAF06DC-A590-0083-CE6F-CF2EAD4A83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DF0F3559-37F8-5AB0-C7BC-C92312F017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67305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3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2.58777 </a:t>
            </a:r>
          </a:p>
          <a:p>
            <a:pPr marL="0" lvl="0" indent="0" algn="l" rtl="0">
              <a:spcBef>
                <a:spcPts val="1200"/>
              </a:spcBef>
              <a:spcAft>
                <a:spcPts val="0"/>
              </a:spcAft>
              <a:buNone/>
            </a:pPr>
            <a:r>
              <a:rPr lang="en" dirty="0"/>
              <a:t>Leaderboard</a:t>
            </a:r>
            <a:r>
              <a:rPr lang="en-US" dirty="0"/>
              <a:t> private</a:t>
            </a:r>
            <a:r>
              <a:rPr lang="en" dirty="0"/>
              <a:t> ranking: 30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46085-88AC-EABE-5CDC-69B96B691E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A311B9C-2AB9-ABAA-675D-FC156CCAEF3A}"/>
              </a:ext>
            </a:extLst>
          </p:cNvPr>
          <p:cNvSpPr>
            <a:spLocks noGrp="1"/>
          </p:cNvSpPr>
          <p:nvPr>
            <p:ph type="title"/>
          </p:nvPr>
        </p:nvSpPr>
        <p:spPr/>
        <p:txBody>
          <a:bodyPr>
            <a:normAutofit fontScale="90000"/>
          </a:bodyPr>
          <a:lstStyle/>
          <a:p>
            <a:r>
              <a:rPr lang="en-US"/>
              <a:t>Results and Analysis from task [1.1]</a:t>
            </a:r>
            <a:endParaRPr lang="pt-PT" dirty="0"/>
          </a:p>
        </p:txBody>
      </p:sp>
      <p:sp>
        <p:nvSpPr>
          <p:cNvPr id="4" name="Slide Number Placeholder 3">
            <a:extLst>
              <a:ext uri="{FF2B5EF4-FFF2-40B4-BE49-F238E27FC236}">
                <a16:creationId xmlns:a16="http://schemas.microsoft.com/office/drawing/2014/main" id="{2BC66AB1-AA82-0A70-D519-B5475214E7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dirty="0"/>
          </a:p>
        </p:txBody>
      </p:sp>
      <p:pic>
        <p:nvPicPr>
          <p:cNvPr id="6" name="Imagem 5" descr="Uma imagem com texto, captura de ecrã, Tipo de letra, file&#10;&#10;Os conteúdos gerados por IA podem estar incorretos.">
            <a:extLst>
              <a:ext uri="{FF2B5EF4-FFF2-40B4-BE49-F238E27FC236}">
                <a16:creationId xmlns:a16="http://schemas.microsoft.com/office/drawing/2014/main" id="{40E35B5E-5C32-3E89-092B-A68FB52B395C}"/>
              </a:ext>
            </a:extLst>
          </p:cNvPr>
          <p:cNvPicPr>
            <a:picLocks noChangeAspect="1"/>
          </p:cNvPicPr>
          <p:nvPr/>
        </p:nvPicPr>
        <p:blipFill>
          <a:blip r:embed="rId2"/>
          <a:stretch>
            <a:fillRect/>
          </a:stretch>
        </p:blipFill>
        <p:spPr>
          <a:xfrm>
            <a:off x="1905979" y="1058133"/>
            <a:ext cx="4626621" cy="2761324"/>
          </a:xfrm>
          <a:prstGeom prst="rect">
            <a:avLst/>
          </a:prstGeom>
        </p:spPr>
      </p:pic>
      <p:sp>
        <p:nvSpPr>
          <p:cNvPr id="10" name="Rectangle 4">
            <a:extLst>
              <a:ext uri="{FF2B5EF4-FFF2-40B4-BE49-F238E27FC236}">
                <a16:creationId xmlns:a16="http://schemas.microsoft.com/office/drawing/2014/main" id="{670EAC4C-706C-C6EE-B30E-052863C0BF2B}"/>
              </a:ext>
            </a:extLst>
          </p:cNvPr>
          <p:cNvSpPr>
            <a:spLocks noGrp="1" noChangeArrowheads="1"/>
          </p:cNvSpPr>
          <p:nvPr>
            <p:ph type="body" idx="1"/>
          </p:nvPr>
        </p:nvSpPr>
        <p:spPr bwMode="auto">
          <a:xfrm>
            <a:off x="431711" y="3927581"/>
            <a:ext cx="831509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a:ln>
                  <a:noFill/>
                </a:ln>
                <a:solidFill>
                  <a:schemeClr val="tx1"/>
                </a:solidFill>
                <a:effectLst/>
                <a:latin typeface="Arial" panose="020B0604020202020204" pitchFamily="34" charset="0"/>
              </a:rPr>
              <a:t>Bar </a:t>
            </a:r>
            <a:r>
              <a:rPr kumimoji="0" lang="pt-PT" altLang="pt-PT" sz="1800" b="0" i="0" u="none" strike="noStrike" cap="none" normalizeH="0" baseline="0" dirty="0" err="1">
                <a:ln>
                  <a:noFill/>
                </a:ln>
                <a:solidFill>
                  <a:schemeClr val="tx1"/>
                </a:solidFill>
                <a:effectLst/>
                <a:latin typeface="Arial" panose="020B0604020202020204" pitchFamily="34" charset="0"/>
              </a:rPr>
              <a:t>chart</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showing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missing-value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counts</a:t>
            </a:r>
            <a:r>
              <a:rPr kumimoji="0" lang="pt-PT" altLang="pt-PT" sz="1800" b="0" i="0" u="none" strike="noStrike" cap="none" normalizeH="0" baseline="0" dirty="0">
                <a:ln>
                  <a:noFill/>
                </a:ln>
                <a:solidFill>
                  <a:schemeClr val="tx1"/>
                </a:solidFill>
                <a:effectLst/>
                <a:latin typeface="Arial" panose="020B0604020202020204" pitchFamily="34" charset="0"/>
              </a:rPr>
              <a:t> per </a:t>
            </a:r>
            <a:r>
              <a:rPr kumimoji="0" lang="pt-PT" altLang="pt-PT" sz="1800" b="0" i="0" u="none" strike="noStrike" cap="none" normalizeH="0" baseline="0" dirty="0" err="1">
                <a:ln>
                  <a:noFill/>
                </a:ln>
                <a:solidFill>
                  <a:schemeClr val="tx1"/>
                </a:solidFill>
                <a:effectLst/>
                <a:latin typeface="Arial" panose="020B0604020202020204" pitchFamily="34" charset="0"/>
              </a:rPr>
              <a:t>variable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with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labels</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indicating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how</a:t>
            </a:r>
            <a:r>
              <a:rPr kumimoji="0" lang="pt-PT" altLang="pt-PT" sz="1800" b="0" i="0" u="none" strike="noStrike" cap="none" normalizeH="0" baseline="0" dirty="0">
                <a:ln>
                  <a:noFill/>
                </a:ln>
                <a:solidFill>
                  <a:schemeClr val="tx1"/>
                </a:solidFill>
                <a:effectLst/>
                <a:latin typeface="Arial" panose="020B0604020202020204" pitchFamily="34" charset="0"/>
              </a:rPr>
              <a:t> </a:t>
            </a:r>
          </a:p>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err="1">
                <a:ln>
                  <a:noFill/>
                </a:ln>
                <a:solidFill>
                  <a:schemeClr val="tx1"/>
                </a:solidFill>
                <a:effectLst/>
                <a:latin typeface="Arial" panose="020B0604020202020204" pitchFamily="34" charset="0"/>
              </a:rPr>
              <a:t>many</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entries</a:t>
            </a:r>
            <a:r>
              <a:rPr kumimoji="0" lang="pt-PT" altLang="pt-PT" sz="1800" b="0" i="0" u="none" strike="noStrike" cap="none" normalizeH="0" baseline="0" dirty="0">
                <a:ln>
                  <a:noFill/>
                </a:ln>
                <a:solidFill>
                  <a:schemeClr val="tx1"/>
                </a:solidFill>
                <a:effectLst/>
                <a:latin typeface="Arial" panose="020B0604020202020204" pitchFamily="34" charset="0"/>
              </a:rPr>
              <a:t> are </a:t>
            </a:r>
            <a:r>
              <a:rPr kumimoji="0" lang="pt-PT" altLang="pt-PT" sz="1800" b="0" i="0" u="none" strike="noStrike" cap="none" normalizeH="0" baseline="0" dirty="0" err="1">
                <a:ln>
                  <a:noFill/>
                </a:ln>
                <a:solidFill>
                  <a:schemeClr val="tx1"/>
                </a:solidFill>
                <a:effectLst/>
                <a:latin typeface="Arial" panose="020B0604020202020204" pitchFamily="34" charset="0"/>
              </a:rPr>
              <a:t>missing</a:t>
            </a:r>
            <a:r>
              <a:rPr kumimoji="0" lang="pt-PT" altLang="pt-PT" sz="1800" b="0" i="0" u="none" strike="noStrike" cap="none" normalizeH="0" baseline="0" dirty="0">
                <a:ln>
                  <a:noFill/>
                </a:ln>
                <a:solidFill>
                  <a:schemeClr val="tx1"/>
                </a:solidFill>
                <a:effectLst/>
                <a:latin typeface="Arial" panose="020B0604020202020204" pitchFamily="34" charset="0"/>
              </a:rPr>
              <a:t> in </a:t>
            </a:r>
            <a:r>
              <a:rPr kumimoji="0" lang="pt-PT" altLang="pt-PT" sz="1800" b="0" i="0" u="none" strike="noStrike" cap="none" normalizeH="0" baseline="0" dirty="0" err="1">
                <a:ln>
                  <a:noFill/>
                </a:ln>
                <a:solidFill>
                  <a:schemeClr val="tx1"/>
                </a:solidFill>
                <a:effectLst/>
                <a:latin typeface="Arial" panose="020B0604020202020204" pitchFamily="34" charset="0"/>
              </a:rPr>
              <a:t>each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column</a:t>
            </a:r>
            <a:r>
              <a:rPr kumimoji="0" lang="pt-PT" altLang="pt-PT" sz="18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2926091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pic>
        <p:nvPicPr>
          <p:cNvPr id="6" name="Imagem 5" descr="Uma imagem com texto, captura de ecrã, diagrama, número&#10;&#10;Os conteúdos gerados por IA podem estar incorretos.">
            <a:extLst>
              <a:ext uri="{FF2B5EF4-FFF2-40B4-BE49-F238E27FC236}">
                <a16:creationId xmlns:a16="http://schemas.microsoft.com/office/drawing/2014/main" id="{11DDDB60-A0D3-BBAD-41BD-983921AA7EA5}"/>
              </a:ext>
            </a:extLst>
          </p:cNvPr>
          <p:cNvPicPr>
            <a:picLocks noChangeAspect="1"/>
          </p:cNvPicPr>
          <p:nvPr/>
        </p:nvPicPr>
        <p:blipFill>
          <a:blip r:embed="rId2"/>
          <a:stretch>
            <a:fillRect/>
          </a:stretch>
        </p:blipFill>
        <p:spPr>
          <a:xfrm>
            <a:off x="1862686" y="1119323"/>
            <a:ext cx="4411867" cy="2740752"/>
          </a:xfrm>
          <a:prstGeom prst="rect">
            <a:avLst/>
          </a:prstGeom>
        </p:spPr>
      </p:pic>
      <p:sp>
        <p:nvSpPr>
          <p:cNvPr id="8" name="CaixaDeTexto 7">
            <a:extLst>
              <a:ext uri="{FF2B5EF4-FFF2-40B4-BE49-F238E27FC236}">
                <a16:creationId xmlns:a16="http://schemas.microsoft.com/office/drawing/2014/main" id="{DF3DC718-1BAE-BACE-2976-D5CCECA29C69}"/>
              </a:ext>
            </a:extLst>
          </p:cNvPr>
          <p:cNvSpPr txBox="1"/>
          <p:nvPr/>
        </p:nvSpPr>
        <p:spPr>
          <a:xfrm>
            <a:off x="646545" y="4069567"/>
            <a:ext cx="7850909" cy="646331"/>
          </a:xfrm>
          <a:prstGeom prst="rect">
            <a:avLst/>
          </a:prstGeom>
          <a:noFill/>
        </p:spPr>
        <p:txBody>
          <a:bodyPr wrap="square" rtlCol="0">
            <a:spAutoFit/>
          </a:bodyPr>
          <a:lstStyle/>
          <a:p>
            <a:pPr algn="ctr"/>
            <a:r>
              <a:rPr lang="en-US" sz="1800" dirty="0"/>
              <a:t>Heatmap showing correlations between missing-value patterns across selected variables, with mostly weak relationships.</a:t>
            </a:r>
            <a:endParaRPr lang="pt-PT" sz="1800" dirty="0"/>
          </a:p>
        </p:txBody>
      </p:sp>
    </p:spTree>
    <p:extLst>
      <p:ext uri="{BB962C8B-B14F-4D97-AF65-F5344CB8AC3E}">
        <p14:creationId xmlns:p14="http://schemas.microsoft.com/office/powerpoint/2010/main" val="3013217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F7034-EDE2-860F-CB64-1BB55530BC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5A70EF-DDC4-C226-C2C4-BB16DD9E25CD}"/>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923875D1-4B3C-0E9A-394A-6BCE4F04AF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6" name="Imagem 5" descr="Uma imagem com texto, captura de ecrã, file, Retângulo&#10;&#10;Os conteúdos gerados por IA podem estar incorretos.">
            <a:extLst>
              <a:ext uri="{FF2B5EF4-FFF2-40B4-BE49-F238E27FC236}">
                <a16:creationId xmlns:a16="http://schemas.microsoft.com/office/drawing/2014/main" id="{A547CE73-1A1E-3358-CA04-06D6593E022C}"/>
              </a:ext>
            </a:extLst>
          </p:cNvPr>
          <p:cNvPicPr>
            <a:picLocks noChangeAspect="1"/>
          </p:cNvPicPr>
          <p:nvPr/>
        </p:nvPicPr>
        <p:blipFill>
          <a:blip r:embed="rId2"/>
          <a:stretch>
            <a:fillRect/>
          </a:stretch>
        </p:blipFill>
        <p:spPr>
          <a:xfrm>
            <a:off x="1817227" y="1017725"/>
            <a:ext cx="5142497" cy="3069862"/>
          </a:xfrm>
          <a:prstGeom prst="rect">
            <a:avLst/>
          </a:prstGeom>
        </p:spPr>
      </p:pic>
      <p:sp>
        <p:nvSpPr>
          <p:cNvPr id="5" name="CaixaDeTexto 4">
            <a:extLst>
              <a:ext uri="{FF2B5EF4-FFF2-40B4-BE49-F238E27FC236}">
                <a16:creationId xmlns:a16="http://schemas.microsoft.com/office/drawing/2014/main" id="{C1BF6140-2520-1EDC-8384-2A5982C55852}"/>
              </a:ext>
            </a:extLst>
          </p:cNvPr>
          <p:cNvSpPr txBox="1"/>
          <p:nvPr/>
        </p:nvSpPr>
        <p:spPr>
          <a:xfrm>
            <a:off x="230909" y="4156363"/>
            <a:ext cx="8377382" cy="861774"/>
          </a:xfrm>
          <a:prstGeom prst="rect">
            <a:avLst/>
          </a:prstGeom>
          <a:noFill/>
        </p:spPr>
        <p:txBody>
          <a:bodyPr wrap="square" rtlCol="0">
            <a:spAutoFit/>
          </a:bodyPr>
          <a:lstStyle/>
          <a:p>
            <a:pPr algn="ctr"/>
            <a:r>
              <a:rPr lang="en-US" sz="1800" dirty="0"/>
              <a:t>Matrix plot highlighting which entries are missing across variables, showing the distribution and density of gaps in the dataset.</a:t>
            </a:r>
          </a:p>
          <a:p>
            <a:endParaRPr lang="pt-PT" dirty="0"/>
          </a:p>
        </p:txBody>
      </p:sp>
    </p:spTree>
    <p:extLst>
      <p:ext uri="{BB962C8B-B14F-4D97-AF65-F5344CB8AC3E}">
        <p14:creationId xmlns:p14="http://schemas.microsoft.com/office/powerpoint/2010/main" val="4176173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7A07-E38E-965E-1DD7-2D0400D94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E2ACEA-5345-9396-7992-9F867262E58E}"/>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EE29963B-10B7-7993-1DA9-B2BD6E93AC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7" name="Imagem 6" descr="Uma imagem com texto, captura de ecrã, diagrama, design&#10;&#10;Os conteúdos gerados por IA podem estar incorretos.">
            <a:extLst>
              <a:ext uri="{FF2B5EF4-FFF2-40B4-BE49-F238E27FC236}">
                <a16:creationId xmlns:a16="http://schemas.microsoft.com/office/drawing/2014/main" id="{CD7063AD-D9BC-8DD6-5E19-AE5890AE7FA2}"/>
              </a:ext>
            </a:extLst>
          </p:cNvPr>
          <p:cNvPicPr>
            <a:picLocks noChangeAspect="1"/>
          </p:cNvPicPr>
          <p:nvPr/>
        </p:nvPicPr>
        <p:blipFill>
          <a:blip r:embed="rId2"/>
          <a:stretch>
            <a:fillRect/>
          </a:stretch>
        </p:blipFill>
        <p:spPr>
          <a:xfrm>
            <a:off x="1484475" y="1017725"/>
            <a:ext cx="6175049" cy="2934616"/>
          </a:xfrm>
          <a:prstGeom prst="rect">
            <a:avLst/>
          </a:prstGeom>
        </p:spPr>
      </p:pic>
      <p:sp>
        <p:nvSpPr>
          <p:cNvPr id="9" name="CaixaDeTexto 8">
            <a:extLst>
              <a:ext uri="{FF2B5EF4-FFF2-40B4-BE49-F238E27FC236}">
                <a16:creationId xmlns:a16="http://schemas.microsoft.com/office/drawing/2014/main" id="{B191E14A-BE57-3B18-4B42-7D9F6FB14575}"/>
              </a:ext>
            </a:extLst>
          </p:cNvPr>
          <p:cNvSpPr txBox="1"/>
          <p:nvPr/>
        </p:nvSpPr>
        <p:spPr>
          <a:xfrm>
            <a:off x="406398" y="4125775"/>
            <a:ext cx="8331201" cy="646331"/>
          </a:xfrm>
          <a:prstGeom prst="rect">
            <a:avLst/>
          </a:prstGeom>
          <a:noFill/>
        </p:spPr>
        <p:txBody>
          <a:bodyPr wrap="square">
            <a:spAutoFit/>
          </a:bodyPr>
          <a:lstStyle/>
          <a:p>
            <a:pPr algn="ctr"/>
            <a:r>
              <a:rPr lang="en-US" sz="1800" dirty="0"/>
              <a:t>Matrix plot showing the cleaned dataset, confirming that all variables have no remaining missing values.</a:t>
            </a:r>
          </a:p>
        </p:txBody>
      </p:sp>
    </p:spTree>
    <p:extLst>
      <p:ext uri="{BB962C8B-B14F-4D97-AF65-F5344CB8AC3E}">
        <p14:creationId xmlns:p14="http://schemas.microsoft.com/office/powerpoint/2010/main" val="4006165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FB9C-7CF7-6FB0-C773-88E5D7BAE7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4430FB-70E1-257A-CD41-BFE2AC185FA0}"/>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97DC3CB3-433D-53A1-D9F8-129C73D7642E}"/>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10</a:t>
            </a:fld>
            <a:endParaRPr lang="en" sz="900"/>
          </a:p>
        </p:txBody>
      </p:sp>
      <p:pic>
        <p:nvPicPr>
          <p:cNvPr id="7" name="Imagem 6" descr="Uma imagem com texto, diagrama, file, Paralelo&#10;&#10;Os conteúdos gerados por IA podem estar incorretos.">
            <a:extLst>
              <a:ext uri="{FF2B5EF4-FFF2-40B4-BE49-F238E27FC236}">
                <a16:creationId xmlns:a16="http://schemas.microsoft.com/office/drawing/2014/main" id="{BEA1B7FE-235E-0097-9F18-BA2C3731A6D8}"/>
              </a:ext>
            </a:extLst>
          </p:cNvPr>
          <p:cNvPicPr>
            <a:picLocks noChangeAspect="1"/>
          </p:cNvPicPr>
          <p:nvPr/>
        </p:nvPicPr>
        <p:blipFill>
          <a:blip r:embed="rId2"/>
          <a:srcRect t="-160" r="-4" b="-745"/>
          <a:stretch>
            <a:fillRect/>
          </a:stretch>
        </p:blipFill>
        <p:spPr>
          <a:xfrm>
            <a:off x="311700" y="1006322"/>
            <a:ext cx="3784627" cy="3916660"/>
          </a:xfrm>
          <a:prstGeom prst="rect">
            <a:avLst/>
          </a:prstGeom>
          <a:noFill/>
          <a:ln>
            <a:noFill/>
          </a:ln>
        </p:spPr>
      </p:pic>
      <p:sp>
        <p:nvSpPr>
          <p:cNvPr id="5" name="CaixaDeTexto 4">
            <a:extLst>
              <a:ext uri="{FF2B5EF4-FFF2-40B4-BE49-F238E27FC236}">
                <a16:creationId xmlns:a16="http://schemas.microsoft.com/office/drawing/2014/main" id="{090A0575-F7C1-C360-8F2C-211809105D04}"/>
              </a:ext>
            </a:extLst>
          </p:cNvPr>
          <p:cNvSpPr txBox="1"/>
          <p:nvPr/>
        </p:nvSpPr>
        <p:spPr>
          <a:xfrm>
            <a:off x="4762500" y="1351389"/>
            <a:ext cx="4069800" cy="3264408"/>
          </a:xfrm>
          <a:prstGeom prst="rect">
            <a:avLst/>
          </a:prstGeom>
          <a:noFill/>
          <a:ln>
            <a:noFill/>
          </a:ln>
        </p:spPr>
        <p:txBody>
          <a:bodyPr rtlCol="0" anchor="t">
            <a:normAutofit/>
          </a:bodyPr>
          <a:lstStyle/>
          <a:p>
            <a:pPr algn="ctr">
              <a:lnSpc>
                <a:spcPct val="90000"/>
              </a:lnSpc>
              <a:spcAft>
                <a:spcPts val="600"/>
              </a:spcAft>
              <a:buFont typeface="Arial"/>
              <a:buNone/>
            </a:pPr>
            <a:r>
              <a:rPr lang="en-US" sz="900" b="0" i="0" u="none" strike="noStrike" cap="none" dirty="0">
                <a:solidFill>
                  <a:schemeClr val="dk1"/>
                </a:solidFill>
              </a:rPr>
              <a:t>Age</a:t>
            </a:r>
            <a:br>
              <a:rPr lang="en-US" sz="900" b="0" i="0" u="none" strike="noStrike" cap="none" dirty="0">
                <a:solidFill>
                  <a:schemeClr val="dk1"/>
                </a:solidFill>
              </a:rPr>
            </a:br>
            <a:r>
              <a:rPr lang="en-US" sz="900" b="0" i="0" u="none" strike="noStrike" cap="none" dirty="0">
                <a:solidFill>
                  <a:schemeClr val="dk1"/>
                </a:solidFill>
              </a:rPr>
              <a:t>• Roughly uniform distribution between 40 and 85.</a:t>
            </a:r>
            <a:br>
              <a:rPr lang="en-US" sz="900" b="0" i="0" u="none" strike="noStrike" cap="none" dirty="0">
                <a:solidFill>
                  <a:schemeClr val="dk1"/>
                </a:solidFill>
              </a:rPr>
            </a:br>
            <a:r>
              <a:rPr lang="en-US" sz="900" b="0" i="0" u="none" strike="noStrike" cap="none" dirty="0">
                <a:solidFill>
                  <a:schemeClr val="dk1"/>
                </a:solidFill>
              </a:rPr>
              <a:t>• No clear relationship with Stage, Gender, or </a:t>
            </a:r>
            <a:r>
              <a:rPr lang="en-US" sz="900" b="0" i="0" u="none" strike="noStrike" cap="none" dirty="0" err="1">
                <a:solidFill>
                  <a:schemeClr val="dk1"/>
                </a:solidFill>
              </a:rPr>
              <a:t>TreatmentType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Slight indication that lower ages may correspond to higher </a:t>
            </a:r>
            <a:r>
              <a:rPr lang="en-US" sz="900" b="0" i="0" u="none" strike="noStrike" cap="none" dirty="0" err="1">
                <a:solidFill>
                  <a:schemeClr val="dk1"/>
                </a:solidFill>
              </a:rPr>
              <a:t>SurvivalTime</a:t>
            </a:r>
            <a:r>
              <a:rPr lang="en-US" sz="900" b="0" i="0" u="none" strike="noStrike" cap="none" dirty="0">
                <a:solidFill>
                  <a:schemeClr val="dk1"/>
                </a:solidFill>
              </a:rPr>
              <a:t>, but with large variability.</a:t>
            </a:r>
          </a:p>
          <a:p>
            <a:pPr algn="ctr">
              <a:lnSpc>
                <a:spcPct val="90000"/>
              </a:lnSpc>
              <a:spcAft>
                <a:spcPts val="600"/>
              </a:spcAft>
              <a:buFont typeface="Arial"/>
              <a:buNone/>
            </a:pPr>
            <a:r>
              <a:rPr lang="en-US" sz="900" b="0" i="0" u="none" strike="noStrike" cap="none" dirty="0">
                <a:solidFill>
                  <a:schemeClr val="dk1"/>
                </a:solidFill>
              </a:rPr>
              <a:t>Gender</a:t>
            </a:r>
            <a:br>
              <a:rPr lang="en-US" sz="900" b="0" i="0" u="none" strike="noStrike" cap="none" dirty="0">
                <a:solidFill>
                  <a:schemeClr val="dk1"/>
                </a:solidFill>
              </a:rPr>
            </a:br>
            <a:r>
              <a:rPr lang="en-US" sz="900" b="0" i="0" u="none" strike="noStrike" cap="none" dirty="0">
                <a:solidFill>
                  <a:schemeClr val="dk1"/>
                </a:solidFill>
              </a:rPr>
              <a:t>• Binary variable with no meaningful pattern across other features.</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dirty="0">
                <a:solidFill>
                  <a:schemeClr val="dk1"/>
                </a:solidFill>
              </a:rPr>
              <a:t> </a:t>
            </a:r>
            <a:r>
              <a:rPr lang="en-US" sz="900" b="0" i="0" u="none" strike="noStrike" cap="none" dirty="0">
                <a:solidFill>
                  <a:schemeClr val="dk1"/>
                </a:solidFill>
              </a:rPr>
              <a:t>similarly distributed between genders.</a:t>
            </a:r>
          </a:p>
          <a:p>
            <a:pPr algn="ctr">
              <a:lnSpc>
                <a:spcPct val="90000"/>
              </a:lnSpc>
              <a:spcAft>
                <a:spcPts val="600"/>
              </a:spcAft>
              <a:buFont typeface="Arial"/>
              <a:buNone/>
            </a:pPr>
            <a:r>
              <a:rPr lang="en-US" sz="900" b="0" i="0" u="none" strike="noStrike" cap="none" dirty="0">
                <a:solidFill>
                  <a:schemeClr val="dk1"/>
                </a:solidFill>
              </a:rPr>
              <a:t>Stage</a:t>
            </a:r>
            <a:br>
              <a:rPr lang="en-US" sz="900" b="0" i="0" u="none" strike="noStrike" cap="none" dirty="0">
                <a:solidFill>
                  <a:schemeClr val="dk1"/>
                </a:solidFill>
              </a:rPr>
            </a:br>
            <a:r>
              <a:rPr lang="en-US" sz="900" b="0" i="0" u="none" strike="noStrike" cap="none" dirty="0">
                <a:solidFill>
                  <a:schemeClr val="dk1"/>
                </a:solidFill>
              </a:rPr>
              <a:t>• Balanced distribution across stages 1–4.</a:t>
            </a:r>
            <a:br>
              <a:rPr lang="en-US" sz="900" b="0" i="0" u="none" strike="noStrike" cap="none" dirty="0">
                <a:solidFill>
                  <a:schemeClr val="dk1"/>
                </a:solidFill>
              </a:rPr>
            </a:br>
            <a:r>
              <a:rPr lang="en-US" sz="900" b="0" i="0" u="none" strike="noStrike" cap="none" dirty="0">
                <a:solidFill>
                  <a:schemeClr val="dk1"/>
                </a:solidFill>
              </a:rPr>
              <a:t>• Clear trend: higher stages correspond to lower </a:t>
            </a:r>
            <a:r>
              <a:rPr lang="en-US" sz="900" b="0" i="0" u="none" strike="noStrike" cap="none" dirty="0" err="1">
                <a:solidFill>
                  <a:schemeClr val="dk1"/>
                </a:solidFill>
              </a:rPr>
              <a:t>SurvivalTime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No noticeable relationship with Age or Gender.</a:t>
            </a:r>
          </a:p>
          <a:p>
            <a:pPr algn="ctr">
              <a:lnSpc>
                <a:spcPct val="90000"/>
              </a:lnSpc>
              <a:spcAft>
                <a:spcPts val="600"/>
              </a:spcAft>
              <a:buFont typeface="Arial"/>
              <a:buNone/>
            </a:pPr>
            <a:r>
              <a:rPr lang="en-US" sz="900" b="0" i="0" u="none" strike="noStrike" cap="none" dirty="0" err="1">
                <a:solidFill>
                  <a:schemeClr val="dk1"/>
                </a:solidFill>
              </a:rPr>
              <a:t>TreatmentType</a:t>
            </a:r>
            <a:br>
              <a:rPr lang="en-US" sz="900" b="0" i="0" u="none" strike="noStrike" cap="none" dirty="0">
                <a:solidFill>
                  <a:schemeClr val="dk1"/>
                </a:solidFill>
              </a:rPr>
            </a:br>
            <a:r>
              <a:rPr lang="en-US" sz="900" b="0" i="0" u="none" strike="noStrike" cap="none" dirty="0">
                <a:solidFill>
                  <a:schemeClr val="dk1"/>
                </a:solidFill>
              </a:rPr>
              <a:t>• Most individuals fall into one or two treatment categories.</a:t>
            </a:r>
            <a:br>
              <a:rPr lang="en-US" sz="900" b="0" i="0" u="none" strike="noStrike" cap="none" dirty="0">
                <a:solidFill>
                  <a:schemeClr val="dk1"/>
                </a:solidFill>
              </a:rPr>
            </a:br>
            <a:r>
              <a:rPr lang="en-US" sz="900" b="0" i="0" u="none" strike="noStrike" cap="none" dirty="0">
                <a:solidFill>
                  <a:schemeClr val="dk1"/>
                </a:solidFill>
              </a:rPr>
              <a:t>• No strong association with Age or Gender.</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b="0" i="0" u="none" strike="noStrike" cap="none" dirty="0">
                <a:solidFill>
                  <a:schemeClr val="dk1"/>
                </a:solidFill>
              </a:rPr>
              <a:t> varies within each treatment group without strong separation.</a:t>
            </a:r>
          </a:p>
          <a:p>
            <a:pPr algn="ctr">
              <a:lnSpc>
                <a:spcPct val="90000"/>
              </a:lnSpc>
              <a:spcAft>
                <a:spcPts val="600"/>
              </a:spcAft>
              <a:buFont typeface="Arial"/>
              <a:buNone/>
            </a:pPr>
            <a:r>
              <a:rPr lang="en-US" sz="900" b="0" i="0" u="none" strike="noStrike" cap="none" dirty="0" err="1">
                <a:solidFill>
                  <a:schemeClr val="dk1"/>
                </a:solidFill>
              </a:rPr>
              <a:t>SurvivalTime</a:t>
            </a:r>
            <a:br>
              <a:rPr lang="en-US" sz="900" b="0" i="0" u="none" strike="noStrike" cap="none" dirty="0">
                <a:solidFill>
                  <a:schemeClr val="dk1"/>
                </a:solidFill>
              </a:rPr>
            </a:br>
            <a:r>
              <a:rPr lang="en-US" sz="900" b="0" i="0" u="none" strike="noStrike" cap="none" dirty="0">
                <a:solidFill>
                  <a:schemeClr val="dk1"/>
                </a:solidFill>
              </a:rPr>
              <a:t>• Right-skewed distribution, with most values between 1 and 5 years.</a:t>
            </a:r>
            <a:br>
              <a:rPr lang="en-US" sz="900" b="0" i="0" u="none" strike="noStrike" cap="none" dirty="0">
                <a:solidFill>
                  <a:schemeClr val="dk1"/>
                </a:solidFill>
              </a:rPr>
            </a:br>
            <a:r>
              <a:rPr lang="en-US" sz="900" b="0" i="0" u="none" strike="noStrike" cap="none" dirty="0">
                <a:solidFill>
                  <a:schemeClr val="dk1"/>
                </a:solidFill>
              </a:rPr>
              <a:t>• Strongest visible relationship is with Stage (more advanced stages → shorter survival).</a:t>
            </a:r>
            <a:br>
              <a:rPr lang="en-US" sz="900" b="0" i="0" u="none" strike="noStrike" cap="none" dirty="0">
                <a:solidFill>
                  <a:schemeClr val="dk1"/>
                </a:solidFill>
              </a:rPr>
            </a:br>
            <a:r>
              <a:rPr lang="en-US" sz="900" b="0" i="0" u="none" strike="noStrike" cap="none" dirty="0">
                <a:solidFill>
                  <a:schemeClr val="dk1"/>
                </a:solidFill>
              </a:rPr>
              <a:t>• No clear patterns with Gender or </a:t>
            </a:r>
            <a:r>
              <a:rPr lang="en-US" sz="900" b="0" i="0" u="none" strike="noStrike" cap="none" dirty="0" err="1">
                <a:solidFill>
                  <a:schemeClr val="dk1"/>
                </a:solidFill>
              </a:rPr>
              <a:t>TreatmentType</a:t>
            </a:r>
            <a:r>
              <a:rPr lang="en-US" sz="900" b="0" i="0" u="none" strike="noStrike" cap="none" dirty="0">
                <a:solidFill>
                  <a:schemeClr val="dk1"/>
                </a:solidFill>
              </a:rPr>
              <a:t>.</a:t>
            </a:r>
          </a:p>
          <a:p>
            <a:pPr algn="ctr">
              <a:lnSpc>
                <a:spcPct val="90000"/>
              </a:lnSpc>
              <a:spcAft>
                <a:spcPts val="600"/>
              </a:spcAft>
            </a:pPr>
            <a:endParaRPr lang="en-US" sz="900" b="0" i="0" u="none" strike="noStrike" cap="none" dirty="0">
              <a:solidFill>
                <a:schemeClr val="dk1"/>
              </a:solidFill>
            </a:endParaRPr>
          </a:p>
        </p:txBody>
      </p:sp>
    </p:spTree>
    <p:extLst>
      <p:ext uri="{BB962C8B-B14F-4D97-AF65-F5344CB8AC3E}">
        <p14:creationId xmlns:p14="http://schemas.microsoft.com/office/powerpoint/2010/main" val="603348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D1101-FB49-3F5E-9E1B-BC785C0562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486254-7F46-D9E0-EE6A-669525D1950F}"/>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D848EBC0-96DA-7203-92B0-1DEB50DE9C16}"/>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11</a:t>
            </a:fld>
            <a:endParaRPr lang="en" sz="900"/>
          </a:p>
        </p:txBody>
      </p:sp>
      <p:graphicFrame>
        <p:nvGraphicFramePr>
          <p:cNvPr id="8" name="Tabela 7">
            <a:extLst>
              <a:ext uri="{FF2B5EF4-FFF2-40B4-BE49-F238E27FC236}">
                <a16:creationId xmlns:a16="http://schemas.microsoft.com/office/drawing/2014/main" id="{8701AAC0-DD07-8FF0-2A5A-EF1A3D70DA30}"/>
              </a:ext>
            </a:extLst>
          </p:cNvPr>
          <p:cNvGraphicFramePr>
            <a:graphicFrameLocks noGrp="1"/>
          </p:cNvGraphicFramePr>
          <p:nvPr>
            <p:extLst>
              <p:ext uri="{D42A27DB-BD31-4B8C-83A1-F6EECF244321}">
                <p14:modId xmlns:p14="http://schemas.microsoft.com/office/powerpoint/2010/main" val="1395034641"/>
              </p:ext>
            </p:extLst>
          </p:nvPr>
        </p:nvGraphicFramePr>
        <p:xfrm>
          <a:off x="1231280" y="1549090"/>
          <a:ext cx="6096000" cy="148336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Simple</a:t>
                      </a:r>
                      <a:r>
                        <a:rPr lang="pt-PT" dirty="0"/>
                        <a:t> Split</a:t>
                      </a:r>
                    </a:p>
                  </a:txBody>
                  <a:tcPr/>
                </a:tc>
                <a:tc>
                  <a:txBody>
                    <a:bodyPr/>
                    <a:lstStyle/>
                    <a:p>
                      <a:r>
                        <a:rPr lang="pt-PT" dirty="0"/>
                        <a:t>5.0473</a:t>
                      </a:r>
                    </a:p>
                  </a:txBody>
                  <a:tcPr/>
                </a:tc>
                <a:tc>
                  <a:txBody>
                    <a:bodyPr/>
                    <a:lstStyle/>
                    <a:p>
                      <a:r>
                        <a:rPr lang="pt-PT" sz="1400" b="0" u="none" strike="noStrike" cap="none" dirty="0">
                          <a:solidFill>
                            <a:schemeClr val="dk1"/>
                          </a:solidFill>
                          <a:effectLst/>
                          <a:sym typeface="Arial"/>
                        </a:rPr>
                        <a:t>5.0473</a:t>
                      </a:r>
                      <a:endParaRPr lang="pt-PT" dirty="0"/>
                    </a:p>
                  </a:txBody>
                  <a:tcPr/>
                </a:tc>
                <a:extLst>
                  <a:ext uri="{0D108BD9-81ED-4DB2-BD59-A6C34878D82A}">
                    <a16:rowId xmlns:a16="http://schemas.microsoft.com/office/drawing/2014/main" val="3342851220"/>
                  </a:ext>
                </a:extLst>
              </a:tr>
              <a:tr h="370840">
                <a:tc>
                  <a:txBody>
                    <a:bodyPr/>
                    <a:lstStyle/>
                    <a:p>
                      <a:r>
                        <a:rPr lang="pt-PT" dirty="0"/>
                        <a:t>Cross-</a:t>
                      </a:r>
                      <a:r>
                        <a:rPr lang="pt-PT" dirty="0" err="1"/>
                        <a:t>Validation</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extLst>
                  <a:ext uri="{0D108BD9-81ED-4DB2-BD59-A6C34878D82A}">
                    <a16:rowId xmlns:a16="http://schemas.microsoft.com/office/drawing/2014/main" val="3370096487"/>
                  </a:ext>
                </a:extLst>
              </a:tr>
              <a:tr h="370840">
                <a:tc>
                  <a:txBody>
                    <a:bodyPr/>
                    <a:lstStyle/>
                    <a:p>
                      <a:r>
                        <a:rPr lang="pt-PT" dirty="0"/>
                        <a:t>Pipeline</a:t>
                      </a:r>
                    </a:p>
                  </a:txBody>
                  <a:tcPr/>
                </a:tc>
                <a:tc>
                  <a:txBody>
                    <a:bodyPr/>
                    <a:lstStyle/>
                    <a:p>
                      <a:r>
                        <a:rPr lang="pt-PT" sz="1400" b="0" u="none" strike="noStrike" cap="none" dirty="0">
                          <a:solidFill>
                            <a:schemeClr val="dk1"/>
                          </a:solidFill>
                          <a:effectLst/>
                          <a:sym typeface="Arial"/>
                        </a:rPr>
                        <a:t>4.4112</a:t>
                      </a:r>
                      <a:endParaRPr lang="pt-PT" dirty="0"/>
                    </a:p>
                  </a:txBody>
                  <a:tcPr/>
                </a:tc>
                <a:tc>
                  <a:txBody>
                    <a:bodyPr/>
                    <a:lstStyle/>
                    <a:p>
                      <a:r>
                        <a:rPr lang="pt-PT" sz="1400" b="0" u="none" strike="noStrike" cap="none" dirty="0">
                          <a:solidFill>
                            <a:schemeClr val="dk1"/>
                          </a:solidFill>
                          <a:effectLst/>
                          <a:sym typeface="Arial"/>
                        </a:rPr>
                        <a:t>4.4112</a:t>
                      </a:r>
                      <a:endParaRPr lang="pt-PT" dirty="0"/>
                    </a:p>
                  </a:txBody>
                  <a:tcPr/>
                </a:tc>
                <a:extLst>
                  <a:ext uri="{0D108BD9-81ED-4DB2-BD59-A6C34878D82A}">
                    <a16:rowId xmlns:a16="http://schemas.microsoft.com/office/drawing/2014/main" val="2334557051"/>
                  </a:ext>
                </a:extLst>
              </a:tr>
            </a:tbl>
          </a:graphicData>
        </a:graphic>
      </p:graphicFrame>
      <p:sp>
        <p:nvSpPr>
          <p:cNvPr id="9" name="CaixaDeTexto 8">
            <a:extLst>
              <a:ext uri="{FF2B5EF4-FFF2-40B4-BE49-F238E27FC236}">
                <a16:creationId xmlns:a16="http://schemas.microsoft.com/office/drawing/2014/main" id="{D43E6FA5-18AC-C144-AB0A-0A047C97EBE8}"/>
              </a:ext>
            </a:extLst>
          </p:cNvPr>
          <p:cNvSpPr txBox="1"/>
          <p:nvPr/>
        </p:nvSpPr>
        <p:spPr>
          <a:xfrm>
            <a:off x="543621" y="3563815"/>
            <a:ext cx="8056757" cy="954107"/>
          </a:xfrm>
          <a:prstGeom prst="rect">
            <a:avLst/>
          </a:prstGeom>
          <a:noFill/>
        </p:spPr>
        <p:txBody>
          <a:bodyPr wrap="square" rtlCol="0">
            <a:spAutoFit/>
          </a:bodyPr>
          <a:lstStyle/>
          <a:p>
            <a:r>
              <a:rPr lang="en-US" dirty="0"/>
              <a:t>The results show that cross-validation improves performance compared to a simple train–test split, reducing the MSE by almost one unit. </a:t>
            </a:r>
          </a:p>
          <a:p>
            <a:r>
              <a:rPr lang="en-US" dirty="0"/>
              <a:t>The pipeline approach performs slightly worse than cross-validation but still better than the simple split.</a:t>
            </a:r>
            <a:endParaRPr lang="pt-PT" dirty="0"/>
          </a:p>
        </p:txBody>
      </p:sp>
    </p:spTree>
    <p:extLst>
      <p:ext uri="{BB962C8B-B14F-4D97-AF65-F5344CB8AC3E}">
        <p14:creationId xmlns:p14="http://schemas.microsoft.com/office/powerpoint/2010/main" val="2853361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77476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14</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BD89-724B-912A-9623-65AAF5CDD91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ECED1B7-F3DE-7766-DC7B-CE2BA15FC37D}"/>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76E2471A-D2CC-9C2B-9F42-35221726DE87}"/>
              </a:ext>
            </a:extLst>
          </p:cNvPr>
          <p:cNvSpPr>
            <a:spLocks noGrp="1"/>
          </p:cNvSpPr>
          <p:nvPr>
            <p:ph type="body" idx="1"/>
          </p:nvPr>
        </p:nvSpPr>
        <p:spPr/>
        <p:txBody>
          <a:bodyPr/>
          <a:lstStyle/>
          <a:p>
            <a:r>
              <a:rPr lang="en-US" dirty="0"/>
              <a:t>Baseline Model Training with Cross-Validation</a:t>
            </a:r>
            <a:br>
              <a:rPr lang="en-US" dirty="0"/>
            </a:br>
            <a:br>
              <a:rPr lang="en-US" dirty="0"/>
            </a:br>
            <a:br>
              <a:rPr lang="en-US" dirty="0"/>
            </a:br>
            <a:endParaRPr lang="pt-PT" dirty="0"/>
          </a:p>
        </p:txBody>
      </p:sp>
      <p:sp>
        <p:nvSpPr>
          <p:cNvPr id="4" name="Slide Number Placeholder 3">
            <a:extLst>
              <a:ext uri="{FF2B5EF4-FFF2-40B4-BE49-F238E27FC236}">
                <a16:creationId xmlns:a16="http://schemas.microsoft.com/office/drawing/2014/main" id="{51DB8FF6-593E-A8D4-C701-B8FF057CB03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graphicFrame>
        <p:nvGraphicFramePr>
          <p:cNvPr id="5" name="Tabela 4">
            <a:extLst>
              <a:ext uri="{FF2B5EF4-FFF2-40B4-BE49-F238E27FC236}">
                <a16:creationId xmlns:a16="http://schemas.microsoft.com/office/drawing/2014/main" id="{B04185E3-219A-78AC-4FAF-3CB45075247E}"/>
              </a:ext>
            </a:extLst>
          </p:cNvPr>
          <p:cNvGraphicFramePr>
            <a:graphicFrameLocks noGrp="1"/>
          </p:cNvGraphicFramePr>
          <p:nvPr>
            <p:extLst>
              <p:ext uri="{D42A27DB-BD31-4B8C-83A1-F6EECF244321}">
                <p14:modId xmlns:p14="http://schemas.microsoft.com/office/powerpoint/2010/main" val="22124504"/>
              </p:ext>
            </p:extLst>
          </p:nvPr>
        </p:nvGraphicFramePr>
        <p:xfrm>
          <a:off x="1524000" y="2200910"/>
          <a:ext cx="6096000" cy="74168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176002428"/>
                    </a:ext>
                  </a:extLst>
                </a:gridCol>
                <a:gridCol w="2032000">
                  <a:extLst>
                    <a:ext uri="{9D8B030D-6E8A-4147-A177-3AD203B41FA5}">
                      <a16:colId xmlns:a16="http://schemas.microsoft.com/office/drawing/2014/main" val="3071465648"/>
                    </a:ext>
                  </a:extLst>
                </a:gridCol>
                <a:gridCol w="2032000">
                  <a:extLst>
                    <a:ext uri="{9D8B030D-6E8A-4147-A177-3AD203B41FA5}">
                      <a16:colId xmlns:a16="http://schemas.microsoft.com/office/drawing/2014/main" val="3595856794"/>
                    </a:ext>
                  </a:extLst>
                </a:gridCol>
              </a:tblGrid>
              <a:tr h="370840">
                <a:tc>
                  <a:txBody>
                    <a:bodyPr/>
                    <a:lstStyle/>
                    <a:p>
                      <a:pPr algn="ctr"/>
                      <a:r>
                        <a:rPr lang="pt-PT" dirty="0"/>
                        <a:t>MSE</a:t>
                      </a:r>
                    </a:p>
                  </a:txBody>
                  <a:tcPr/>
                </a:tc>
                <a:tc>
                  <a:txBody>
                    <a:bodyPr/>
                    <a:lstStyle/>
                    <a:p>
                      <a:pPr algn="ctr"/>
                      <a:r>
                        <a:rPr lang="pt-PT" dirty="0" err="1"/>
                        <a:t>cMSE</a:t>
                      </a:r>
                      <a:endParaRPr lang="pt-PT" dirty="0"/>
                    </a:p>
                  </a:txBody>
                  <a:tcPr/>
                </a:tc>
                <a:tc>
                  <a:txBody>
                    <a:bodyPr/>
                    <a:lstStyle/>
                    <a:p>
                      <a:pPr algn="ctr"/>
                      <a:r>
                        <a:rPr lang="pt-PT" dirty="0" err="1"/>
                        <a:t>Best</a:t>
                      </a:r>
                      <a:r>
                        <a:rPr lang="pt-PT" dirty="0"/>
                        <a:t> </a:t>
                      </a:r>
                      <a:r>
                        <a:rPr lang="pt-PT" dirty="0" err="1"/>
                        <a:t>Kaggle</a:t>
                      </a:r>
                      <a:r>
                        <a:rPr lang="pt-PT" dirty="0"/>
                        <a:t> Score	</a:t>
                      </a:r>
                    </a:p>
                  </a:txBody>
                  <a:tcPr/>
                </a:tc>
                <a:extLst>
                  <a:ext uri="{0D108BD9-81ED-4DB2-BD59-A6C34878D82A}">
                    <a16:rowId xmlns:a16="http://schemas.microsoft.com/office/drawing/2014/main" val="1624641579"/>
                  </a:ext>
                </a:extLst>
              </a:tr>
              <a:tr h="370840">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dirty="0"/>
                        <a:t>3.87347</a:t>
                      </a:r>
                    </a:p>
                  </a:txBody>
                  <a:tcPr/>
                </a:tc>
                <a:extLst>
                  <a:ext uri="{0D108BD9-81ED-4DB2-BD59-A6C34878D82A}">
                    <a16:rowId xmlns:a16="http://schemas.microsoft.com/office/drawing/2014/main" val="2943483964"/>
                  </a:ext>
                </a:extLst>
              </a:tr>
            </a:tbl>
          </a:graphicData>
        </a:graphic>
      </p:graphicFrame>
    </p:spTree>
    <p:extLst>
      <p:ext uri="{BB962C8B-B14F-4D97-AF65-F5344CB8AC3E}">
        <p14:creationId xmlns:p14="http://schemas.microsoft.com/office/powerpoint/2010/main" val="20611559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41EE0C64-99C0-2953-49E3-C879261CFC43}"/>
              </a:ext>
            </a:extLst>
          </p:cNvPr>
          <p:cNvPicPr>
            <a:picLocks noChangeAspect="1"/>
          </p:cNvPicPr>
          <p:nvPr/>
        </p:nvPicPr>
        <p:blipFill>
          <a:blip r:embed="rId2"/>
          <a:stretch>
            <a:fillRect/>
          </a:stretch>
        </p:blipFill>
        <p:spPr>
          <a:xfrm>
            <a:off x="692257" y="1086996"/>
            <a:ext cx="7759485" cy="2727915"/>
          </a:xfrm>
          <a:prstGeom prst="rect">
            <a:avLst/>
          </a:prstGeom>
        </p:spPr>
      </p:pic>
      <p:sp>
        <p:nvSpPr>
          <p:cNvPr id="5" name="CaixaDeTexto 4">
            <a:extLst>
              <a:ext uri="{FF2B5EF4-FFF2-40B4-BE49-F238E27FC236}">
                <a16:creationId xmlns:a16="http://schemas.microsoft.com/office/drawing/2014/main" id="{8DD8C66C-2523-9FD2-AF27-6D3890E5F29D}"/>
              </a:ext>
            </a:extLst>
          </p:cNvPr>
          <p:cNvSpPr txBox="1"/>
          <p:nvPr/>
        </p:nvSpPr>
        <p:spPr>
          <a:xfrm>
            <a:off x="277091" y="3973949"/>
            <a:ext cx="8146473" cy="1384995"/>
          </a:xfrm>
          <a:prstGeom prst="rect">
            <a:avLst/>
          </a:prstGeom>
          <a:noFill/>
        </p:spPr>
        <p:txBody>
          <a:bodyPr wrap="square" rtlCol="0">
            <a:spAutoFit/>
          </a:bodyPr>
          <a:lstStyle/>
          <a:p>
            <a:pPr algn="ctr"/>
            <a:r>
              <a:rPr lang="en-US" dirty="0"/>
              <a:t>The scatter plot shows that the model’s predictions are squeezed into a narrow band, mostly around 4–6 years and rarely follow the true values across their full range. </a:t>
            </a:r>
          </a:p>
          <a:p>
            <a:pPr algn="ctr"/>
            <a:r>
              <a:rPr lang="en-US" dirty="0"/>
              <a:t>The boxplots make this even clearer: the true survival times vary widely, while the predicted ones stay tightly grouped. </a:t>
            </a:r>
          </a:p>
          <a:p>
            <a:pPr algn="ctr"/>
            <a:r>
              <a:rPr lang="en-US" dirty="0"/>
              <a:t>Overall, the model isn’t capturing the real variability in the data and is underfitting.</a:t>
            </a:r>
          </a:p>
          <a:p>
            <a:endParaRPr lang="pt-PT" dirty="0"/>
          </a:p>
        </p:txBody>
      </p:sp>
    </p:spTree>
    <p:extLst>
      <p:ext uri="{BB962C8B-B14F-4D97-AF65-F5344CB8AC3E}">
        <p14:creationId xmlns:p14="http://schemas.microsoft.com/office/powerpoint/2010/main" val="26565612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extLst>
      <p:ext uri="{BB962C8B-B14F-4D97-AF65-F5344CB8AC3E}">
        <p14:creationId xmlns:p14="http://schemas.microsoft.com/office/powerpoint/2010/main" val="25331103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18</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19</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extLst>
      <p:ext uri="{BB962C8B-B14F-4D97-AF65-F5344CB8AC3E}">
        <p14:creationId xmlns:p14="http://schemas.microsoft.com/office/powerpoint/2010/main" val="41362947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a:t>Evaluation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extLst>
      <p:ext uri="{BB962C8B-B14F-4D97-AF65-F5344CB8AC3E}">
        <p14:creationId xmlns:p14="http://schemas.microsoft.com/office/powerpoint/2010/main" val="3590109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22</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23</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B6E4AD41-0CE5-75EC-7747-9BD003896DBF}"/>
              </a:ext>
            </a:extLst>
          </p:cNvPr>
          <p:cNvPicPr>
            <a:picLocks noChangeAspect="1"/>
          </p:cNvPicPr>
          <p:nvPr/>
        </p:nvPicPr>
        <p:blipFill>
          <a:blip r:embed="rId2"/>
          <a:stretch>
            <a:fillRect/>
          </a:stretch>
        </p:blipFill>
        <p:spPr>
          <a:xfrm>
            <a:off x="616016" y="1195206"/>
            <a:ext cx="7719461" cy="2531707"/>
          </a:xfrm>
          <a:prstGeom prst="rect">
            <a:avLst/>
          </a:prstGeom>
        </p:spPr>
      </p:pic>
    </p:spTree>
    <p:extLst>
      <p:ext uri="{BB962C8B-B14F-4D97-AF65-F5344CB8AC3E}">
        <p14:creationId xmlns:p14="http://schemas.microsoft.com/office/powerpoint/2010/main" val="5883309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92A7E-20B1-5855-1A97-3B3D4E7B2B0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F55ED8-63BA-75DA-A065-40F5381C64C0}"/>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64B26AC2-46B1-50C8-C0EA-73B5A9812CA7}"/>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D0DF76B7-FD20-A223-51A3-FBAFD90A7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pic>
        <p:nvPicPr>
          <p:cNvPr id="6" name="Imagem 5" descr="Uma imagem com texto, Gráfico, file, diagrama&#10;&#10;Os conteúdos gerados por IA podem estar incorretos.">
            <a:extLst>
              <a:ext uri="{FF2B5EF4-FFF2-40B4-BE49-F238E27FC236}">
                <a16:creationId xmlns:a16="http://schemas.microsoft.com/office/drawing/2014/main" id="{BD8B902B-4B03-84AC-475E-B9BCA3AFE4DF}"/>
              </a:ext>
            </a:extLst>
          </p:cNvPr>
          <p:cNvPicPr>
            <a:picLocks noChangeAspect="1"/>
          </p:cNvPicPr>
          <p:nvPr/>
        </p:nvPicPr>
        <p:blipFill>
          <a:blip r:embed="rId2"/>
          <a:stretch>
            <a:fillRect/>
          </a:stretch>
        </p:blipFill>
        <p:spPr>
          <a:xfrm>
            <a:off x="2417152" y="1152475"/>
            <a:ext cx="4309695" cy="3198630"/>
          </a:xfrm>
          <a:prstGeom prst="rect">
            <a:avLst/>
          </a:prstGeom>
        </p:spPr>
      </p:pic>
    </p:spTree>
    <p:extLst>
      <p:ext uri="{BB962C8B-B14F-4D97-AF65-F5344CB8AC3E}">
        <p14:creationId xmlns:p14="http://schemas.microsoft.com/office/powerpoint/2010/main" val="10850616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88D94-C361-44B0-2CCB-18151430764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23A635D-16DA-2112-FC22-CA8CE027835E}"/>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7FE5A4F9-5578-342C-0029-9BD85600D0FE}"/>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3578F6BB-BD57-7D81-56F0-9EEE0D5B3B9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pic>
        <p:nvPicPr>
          <p:cNvPr id="6" name="Imagem 5" descr="Uma imagem com texto, Gráfico, file, diagrama&#10;&#10;Os conteúdos gerados por IA podem estar incorretos.">
            <a:extLst>
              <a:ext uri="{FF2B5EF4-FFF2-40B4-BE49-F238E27FC236}">
                <a16:creationId xmlns:a16="http://schemas.microsoft.com/office/drawing/2014/main" id="{170F8F18-AF7F-D862-55F9-C9630787A9B4}"/>
              </a:ext>
            </a:extLst>
          </p:cNvPr>
          <p:cNvPicPr>
            <a:picLocks noChangeAspect="1"/>
          </p:cNvPicPr>
          <p:nvPr/>
        </p:nvPicPr>
        <p:blipFill>
          <a:blip r:embed="rId2"/>
          <a:stretch>
            <a:fillRect/>
          </a:stretch>
        </p:blipFill>
        <p:spPr>
          <a:xfrm>
            <a:off x="2310078" y="1017725"/>
            <a:ext cx="4523843" cy="3357570"/>
          </a:xfrm>
          <a:prstGeom prst="rect">
            <a:avLst/>
          </a:prstGeom>
        </p:spPr>
      </p:pic>
    </p:spTree>
    <p:extLst>
      <p:ext uri="{BB962C8B-B14F-4D97-AF65-F5344CB8AC3E}">
        <p14:creationId xmlns:p14="http://schemas.microsoft.com/office/powerpoint/2010/main" val="2099148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8616-5317-8D90-36D3-3E1F13FF30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38BD29-29BB-85EE-9627-20B540EBE392}"/>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A8CAA558-BDC8-081D-8370-BD5B8B02484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71EE8298-D914-8CBF-20FB-5C818E45B0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pic>
        <p:nvPicPr>
          <p:cNvPr id="6" name="Imagem 5" descr="Uma imagem com texto, file, Gráfico, Tipo de letra&#10;&#10;Os conteúdos gerados por IA podem estar incorretos.">
            <a:extLst>
              <a:ext uri="{FF2B5EF4-FFF2-40B4-BE49-F238E27FC236}">
                <a16:creationId xmlns:a16="http://schemas.microsoft.com/office/drawing/2014/main" id="{48E1BDF3-D4D2-003F-5DA4-3438CEE63321}"/>
              </a:ext>
            </a:extLst>
          </p:cNvPr>
          <p:cNvPicPr>
            <a:picLocks noChangeAspect="1"/>
          </p:cNvPicPr>
          <p:nvPr/>
        </p:nvPicPr>
        <p:blipFill>
          <a:blip r:embed="rId2"/>
          <a:stretch>
            <a:fillRect/>
          </a:stretch>
        </p:blipFill>
        <p:spPr>
          <a:xfrm>
            <a:off x="1155031" y="1194808"/>
            <a:ext cx="6833937" cy="1856743"/>
          </a:xfrm>
          <a:prstGeom prst="rect">
            <a:avLst/>
          </a:prstGeom>
        </p:spPr>
      </p:pic>
    </p:spTree>
    <p:extLst>
      <p:ext uri="{BB962C8B-B14F-4D97-AF65-F5344CB8AC3E}">
        <p14:creationId xmlns:p14="http://schemas.microsoft.com/office/powerpoint/2010/main" val="15999853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358FA298-6210-E8AB-3761-839BD96A7E5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06BD0513-AE09-5262-6079-D4B6B1C93A4F}"/>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[3.1] - </a:t>
            </a:r>
            <a:r>
              <a:rPr lang="pt-PT" dirty="0" err="1"/>
              <a:t>Missing</a:t>
            </a:r>
            <a:r>
              <a:rPr lang="pt-PT" dirty="0"/>
              <a:t> data </a:t>
            </a:r>
            <a:r>
              <a:rPr lang="pt-PT" dirty="0" err="1"/>
              <a:t>imputation</a:t>
            </a:r>
            <a:endParaRPr lang="pt-PT" dirty="0"/>
          </a:p>
        </p:txBody>
      </p:sp>
      <p:sp>
        <p:nvSpPr>
          <p:cNvPr id="2" name="Slide Number Placeholder 1">
            <a:extLst>
              <a:ext uri="{FF2B5EF4-FFF2-40B4-BE49-F238E27FC236}">
                <a16:creationId xmlns:a16="http://schemas.microsoft.com/office/drawing/2014/main" id="{81697F7F-8850-0BDA-AF73-F8D8079953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a:p>
        </p:txBody>
      </p:sp>
    </p:spTree>
    <p:extLst>
      <p:ext uri="{BB962C8B-B14F-4D97-AF65-F5344CB8AC3E}">
        <p14:creationId xmlns:p14="http://schemas.microsoft.com/office/powerpoint/2010/main" val="21749925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E0C30-90F4-487F-C4FB-13D07A4858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4A647A-C443-635E-D692-5C73BC3B6ECF}"/>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dirty="0"/>
              <a:t>What was done in task [3.1]</a:t>
            </a:r>
            <a:endParaRPr lang="pt-PT" dirty="0"/>
          </a:p>
        </p:txBody>
      </p:sp>
      <p:sp>
        <p:nvSpPr>
          <p:cNvPr id="4" name="Slide Number Placeholder 3">
            <a:extLst>
              <a:ext uri="{FF2B5EF4-FFF2-40B4-BE49-F238E27FC236}">
                <a16:creationId xmlns:a16="http://schemas.microsoft.com/office/drawing/2014/main" id="{57E2E9B2-4C2A-2A76-ABA6-A023292D7ED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29</a:t>
            </a:fld>
            <a:endParaRPr lang="en" sz="900"/>
          </a:p>
        </p:txBody>
      </p:sp>
      <p:graphicFrame>
        <p:nvGraphicFramePr>
          <p:cNvPr id="6" name="Marcador de Posição do Texto 2">
            <a:extLst>
              <a:ext uri="{FF2B5EF4-FFF2-40B4-BE49-F238E27FC236}">
                <a16:creationId xmlns:a16="http://schemas.microsoft.com/office/drawing/2014/main" id="{AFA64280-60EE-6642-F408-671DDE8842A7}"/>
              </a:ext>
            </a:extLst>
          </p:cNvPr>
          <p:cNvGraphicFramePr/>
          <p:nvPr>
            <p:extLst>
              <p:ext uri="{D42A27DB-BD31-4B8C-83A1-F6EECF244321}">
                <p14:modId xmlns:p14="http://schemas.microsoft.com/office/powerpoint/2010/main" val="288758768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075462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0CBC2-70A6-8A51-3F62-608B5E20A9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8C47A1A-FFC1-4D92-BA15-D93573A70EA6}"/>
              </a:ext>
            </a:extLst>
          </p:cNvPr>
          <p:cNvSpPr>
            <a:spLocks noGrp="1"/>
          </p:cNvSpPr>
          <p:nvPr>
            <p:ph type="title"/>
          </p:nvPr>
        </p:nvSpPr>
        <p:spPr/>
        <p:txBody>
          <a:bodyPr>
            <a:normAutofit fontScale="90000"/>
          </a:bodyPr>
          <a:lstStyle/>
          <a:p>
            <a:r>
              <a:rPr lang="en-US" dirty="0"/>
              <a:t>Results and Analysis from task [3.1]</a:t>
            </a:r>
            <a:endParaRPr lang="pt-PT" dirty="0"/>
          </a:p>
        </p:txBody>
      </p:sp>
      <p:sp>
        <p:nvSpPr>
          <p:cNvPr id="3" name="Marcador de Posição do Texto 2">
            <a:extLst>
              <a:ext uri="{FF2B5EF4-FFF2-40B4-BE49-F238E27FC236}">
                <a16:creationId xmlns:a16="http://schemas.microsoft.com/office/drawing/2014/main" id="{D6E55347-ABA5-4216-8EB3-C0E37C80BD99}"/>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2B40AFD1-7B73-C7D5-B828-D9712659B9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D1B9338D-CEDE-5AB7-CA39-9A68C978E1BD}"/>
              </a:ext>
            </a:extLst>
          </p:cNvPr>
          <p:cNvPicPr>
            <a:picLocks noChangeAspect="1"/>
          </p:cNvPicPr>
          <p:nvPr/>
        </p:nvPicPr>
        <p:blipFill>
          <a:blip r:embed="rId2"/>
          <a:stretch>
            <a:fillRect/>
          </a:stretch>
        </p:blipFill>
        <p:spPr>
          <a:xfrm>
            <a:off x="616016" y="1195206"/>
            <a:ext cx="7719461" cy="2531707"/>
          </a:xfrm>
          <a:prstGeom prst="rect">
            <a:avLst/>
          </a:prstGeom>
        </p:spPr>
      </p:pic>
    </p:spTree>
    <p:extLst>
      <p:ext uri="{BB962C8B-B14F-4D97-AF65-F5344CB8AC3E}">
        <p14:creationId xmlns:p14="http://schemas.microsoft.com/office/powerpoint/2010/main" val="562186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91A2A4B4-BC49-23DE-A5C8-B77AAD4DB1B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FE4A7C5-6543-6CE8-4381-25EAA17AB526}"/>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[3.2] - </a:t>
            </a:r>
            <a:r>
              <a:rPr lang="pt-PT" dirty="0" err="1"/>
              <a:t>Train</a:t>
            </a:r>
            <a:r>
              <a:rPr lang="pt-PT" dirty="0"/>
              <a:t> </a:t>
            </a:r>
            <a:r>
              <a:rPr lang="pt-PT" dirty="0" err="1"/>
              <a:t>models</a:t>
            </a:r>
            <a:r>
              <a:rPr lang="pt-PT" dirty="0"/>
              <a:t> </a:t>
            </a:r>
            <a:r>
              <a:rPr lang="pt-PT" dirty="0" err="1"/>
              <a:t>that</a:t>
            </a:r>
            <a:r>
              <a:rPr lang="pt-PT" dirty="0"/>
              <a:t> do </a:t>
            </a:r>
            <a:r>
              <a:rPr lang="pt-PT" dirty="0" err="1"/>
              <a:t>not</a:t>
            </a:r>
            <a:r>
              <a:rPr lang="pt-PT" dirty="0"/>
              <a:t> </a:t>
            </a:r>
            <a:r>
              <a:rPr lang="pt-PT" dirty="0" err="1"/>
              <a:t>require</a:t>
            </a:r>
            <a:r>
              <a:rPr lang="pt-PT" dirty="0"/>
              <a:t> </a:t>
            </a:r>
            <a:r>
              <a:rPr lang="pt-PT" dirty="0" err="1"/>
              <a:t>imputation</a:t>
            </a:r>
            <a:endParaRPr lang="pt-PT" dirty="0"/>
          </a:p>
        </p:txBody>
      </p:sp>
      <p:sp>
        <p:nvSpPr>
          <p:cNvPr id="2" name="Slide Number Placeholder 1">
            <a:extLst>
              <a:ext uri="{FF2B5EF4-FFF2-40B4-BE49-F238E27FC236}">
                <a16:creationId xmlns:a16="http://schemas.microsoft.com/office/drawing/2014/main" id="{0FEA535C-C27C-E41A-CBBA-9DBB35A7FE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Tree>
    <p:extLst>
      <p:ext uri="{BB962C8B-B14F-4D97-AF65-F5344CB8AC3E}">
        <p14:creationId xmlns:p14="http://schemas.microsoft.com/office/powerpoint/2010/main" val="34847214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5F19C-C8E8-38F7-1860-6FBC8F55397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88D7E71-A541-8A9E-E65C-2029014BFA78}"/>
              </a:ext>
            </a:extLst>
          </p:cNvPr>
          <p:cNvSpPr>
            <a:spLocks noGrp="1"/>
          </p:cNvSpPr>
          <p:nvPr>
            <p:ph type="title"/>
          </p:nvPr>
        </p:nvSpPr>
        <p:spPr/>
        <p:txBody>
          <a:bodyPr wrap="square" anchor="ctr">
            <a:normAutofit/>
          </a:bodyPr>
          <a:lstStyle/>
          <a:p>
            <a:pPr>
              <a:lnSpc>
                <a:spcPct val="90000"/>
              </a:lnSpc>
            </a:pPr>
            <a:r>
              <a:rPr lang="en-US" dirty="0"/>
              <a:t>What was done in task [3.2]</a:t>
            </a:r>
            <a:endParaRPr lang="pt-PT" dirty="0"/>
          </a:p>
        </p:txBody>
      </p:sp>
      <p:sp>
        <p:nvSpPr>
          <p:cNvPr id="3" name="Marcador de Posição do Texto 2">
            <a:extLst>
              <a:ext uri="{FF2B5EF4-FFF2-40B4-BE49-F238E27FC236}">
                <a16:creationId xmlns:a16="http://schemas.microsoft.com/office/drawing/2014/main" id="{356DE278-5D21-1432-719C-978BD86BDDDF}"/>
              </a:ext>
            </a:extLst>
          </p:cNvPr>
          <p:cNvSpPr>
            <a:spLocks noGrp="1"/>
          </p:cNvSpPr>
          <p:nvPr>
            <p:ph type="body" idx="1"/>
          </p:nvPr>
        </p:nvSpPr>
        <p:spPr/>
        <p:txBody>
          <a:bodyPr/>
          <a:lstStyle/>
          <a:p>
            <a:endParaRPr lang="pt-PT"/>
          </a:p>
        </p:txBody>
      </p:sp>
      <p:sp>
        <p:nvSpPr>
          <p:cNvPr id="4" name="Slide Number Placeholder 3">
            <a:extLst>
              <a:ext uri="{FF2B5EF4-FFF2-40B4-BE49-F238E27FC236}">
                <a16:creationId xmlns:a16="http://schemas.microsoft.com/office/drawing/2014/main" id="{2E1AE0DB-55FF-253B-4AEC-F08BF09D0B0A}"/>
              </a:ext>
            </a:extLst>
          </p:cNvPr>
          <p:cNvSpPr>
            <a:spLocks noGrp="1"/>
          </p:cNvSpPr>
          <p:nvPr>
            <p:ph type="sldNum" idx="12"/>
          </p:nvPr>
        </p:nvSpPr>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32</a:t>
            </a:fld>
            <a:endParaRPr lang="en" sz="900"/>
          </a:p>
        </p:txBody>
      </p:sp>
    </p:spTree>
    <p:extLst>
      <p:ext uri="{BB962C8B-B14F-4D97-AF65-F5344CB8AC3E}">
        <p14:creationId xmlns:p14="http://schemas.microsoft.com/office/powerpoint/2010/main" val="18409733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CD829-ADE9-26D2-8F47-08301DDE772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BA4DE9-FF86-C80B-D2F5-11C55A25B7EA}"/>
              </a:ext>
            </a:extLst>
          </p:cNvPr>
          <p:cNvSpPr>
            <a:spLocks noGrp="1"/>
          </p:cNvSpPr>
          <p:nvPr>
            <p:ph type="title"/>
          </p:nvPr>
        </p:nvSpPr>
        <p:spPr/>
        <p:txBody>
          <a:bodyPr>
            <a:normAutofit fontScale="90000"/>
          </a:bodyPr>
          <a:lstStyle/>
          <a:p>
            <a:r>
              <a:rPr lang="en-US" dirty="0"/>
              <a:t>Results and Analysis from task [3.2]</a:t>
            </a:r>
            <a:endParaRPr lang="pt-PT" dirty="0"/>
          </a:p>
        </p:txBody>
      </p:sp>
      <p:sp>
        <p:nvSpPr>
          <p:cNvPr id="3" name="Marcador de Posição do Texto 2">
            <a:extLst>
              <a:ext uri="{FF2B5EF4-FFF2-40B4-BE49-F238E27FC236}">
                <a16:creationId xmlns:a16="http://schemas.microsoft.com/office/drawing/2014/main" id="{25E449D1-FD4D-E044-CD31-4D00B23E8187}"/>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FA46D540-CC44-EF47-95FF-C308422EBFD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spTree>
    <p:extLst>
      <p:ext uri="{BB962C8B-B14F-4D97-AF65-F5344CB8AC3E}">
        <p14:creationId xmlns:p14="http://schemas.microsoft.com/office/powerpoint/2010/main" val="4788978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E15C6640-CC16-5311-1197-15FF547C05CA}"/>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67F9905-43B0-BED8-3B0B-5D11DC22CDC7}"/>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[3.3] - </a:t>
            </a:r>
            <a:r>
              <a:rPr lang="pt-PT" dirty="0" err="1"/>
              <a:t>Evaluation</a:t>
            </a:r>
            <a:endParaRPr lang="pt-PT" dirty="0"/>
          </a:p>
        </p:txBody>
      </p:sp>
      <p:sp>
        <p:nvSpPr>
          <p:cNvPr id="2" name="Slide Number Placeholder 1">
            <a:extLst>
              <a:ext uri="{FF2B5EF4-FFF2-40B4-BE49-F238E27FC236}">
                <a16:creationId xmlns:a16="http://schemas.microsoft.com/office/drawing/2014/main" id="{CFAFDFBB-4906-AB04-885E-44A0916E3F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spTree>
    <p:extLst>
      <p:ext uri="{BB962C8B-B14F-4D97-AF65-F5344CB8AC3E}">
        <p14:creationId xmlns:p14="http://schemas.microsoft.com/office/powerpoint/2010/main" val="23076711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A06C4-DAEB-A075-23CC-9014FE1E94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0473A8D-90FD-43AA-23F1-CC24CB275C5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C4189F52-6E19-4316-2E9D-144D5CBC144C}"/>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35</a:t>
            </a:fld>
            <a:endParaRPr lang="en" sz="900"/>
          </a:p>
        </p:txBody>
      </p:sp>
      <p:graphicFrame>
        <p:nvGraphicFramePr>
          <p:cNvPr id="6" name="Marcador de Posição do Texto 2">
            <a:extLst>
              <a:ext uri="{FF2B5EF4-FFF2-40B4-BE49-F238E27FC236}">
                <a16:creationId xmlns:a16="http://schemas.microsoft.com/office/drawing/2014/main" id="{F8608B2D-9269-E055-3645-E812C60F97C1}"/>
              </a:ext>
            </a:extLst>
          </p:cNvPr>
          <p:cNvGraphicFramePr/>
          <p:nvPr>
            <p:extLst>
              <p:ext uri="{D42A27DB-BD31-4B8C-83A1-F6EECF244321}">
                <p14:modId xmlns:p14="http://schemas.microsoft.com/office/powerpoint/2010/main" val="127265736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911760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4E0DD-9D80-D8AA-F771-6FBE4AD5B2E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093340-6396-D0AD-C5DE-0A5D07A571D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B0A69E0F-CE70-D9B9-09D5-57D5C9D08659}"/>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36</a:t>
            </a:fld>
            <a:endParaRPr lang="en" sz="900"/>
          </a:p>
        </p:txBody>
      </p:sp>
      <p:graphicFrame>
        <p:nvGraphicFramePr>
          <p:cNvPr id="6" name="Marcador de Posição do Texto 2">
            <a:extLst>
              <a:ext uri="{FF2B5EF4-FFF2-40B4-BE49-F238E27FC236}">
                <a16:creationId xmlns:a16="http://schemas.microsoft.com/office/drawing/2014/main" id="{4FB0F63B-8FAB-A089-37D9-C59E8BC829FC}"/>
              </a:ext>
            </a:extLst>
          </p:cNvPr>
          <p:cNvGraphicFramePr/>
          <p:nvPr>
            <p:extLst>
              <p:ext uri="{D42A27DB-BD31-4B8C-83A1-F6EECF244321}">
                <p14:modId xmlns:p14="http://schemas.microsoft.com/office/powerpoint/2010/main" val="133763245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639670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C11A4-6098-9F24-3B32-D3CB07A977C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3AFCF33-A765-4870-EC89-1B808342BFA3}"/>
              </a:ext>
            </a:extLst>
          </p:cNvPr>
          <p:cNvSpPr>
            <a:spLocks noGrp="1"/>
          </p:cNvSpPr>
          <p:nvPr>
            <p:ph type="title"/>
          </p:nvPr>
        </p:nvSpPr>
        <p:spPr/>
        <p:txBody>
          <a:bodyPr>
            <a:normAutofit fontScale="90000"/>
          </a:bodyPr>
          <a:lstStyle/>
          <a:p>
            <a:r>
              <a:rPr lang="en-US" dirty="0"/>
              <a:t>Results and Analysis from task [3.3]</a:t>
            </a:r>
            <a:endParaRPr lang="pt-PT" dirty="0"/>
          </a:p>
        </p:txBody>
      </p:sp>
      <p:sp>
        <p:nvSpPr>
          <p:cNvPr id="3" name="Marcador de Posição do Texto 2">
            <a:extLst>
              <a:ext uri="{FF2B5EF4-FFF2-40B4-BE49-F238E27FC236}">
                <a16:creationId xmlns:a16="http://schemas.microsoft.com/office/drawing/2014/main" id="{D40EDFEE-9381-78EB-69EE-31DEFEC1314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877453B2-4C0B-70DE-9741-74D501D2C26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Tree>
    <p:extLst>
      <p:ext uri="{BB962C8B-B14F-4D97-AF65-F5344CB8AC3E}">
        <p14:creationId xmlns:p14="http://schemas.microsoft.com/office/powerpoint/2010/main" val="346469314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p:spTree>
    <p:extLst>
      <p:ext uri="{BB962C8B-B14F-4D97-AF65-F5344CB8AC3E}">
        <p14:creationId xmlns:p14="http://schemas.microsoft.com/office/powerpoint/2010/main" val="38623539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39</a:t>
            </a:fld>
            <a:endParaRPr lang="en"/>
          </a:p>
        </p:txBody>
      </p:sp>
    </p:spTree>
    <p:extLst>
      <p:ext uri="{BB962C8B-B14F-4D97-AF65-F5344CB8AC3E}">
        <p14:creationId xmlns:p14="http://schemas.microsoft.com/office/powerpoint/2010/main" val="12665899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40</a:t>
            </a:fld>
            <a:endParaRPr lang="en"/>
          </a:p>
        </p:txBody>
      </p:sp>
    </p:spTree>
    <p:extLst>
      <p:ext uri="{BB962C8B-B14F-4D97-AF65-F5344CB8AC3E}">
        <p14:creationId xmlns:p14="http://schemas.microsoft.com/office/powerpoint/2010/main" val="92629905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41</a:t>
            </a:fld>
            <a:endParaRPr lang="en"/>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42</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967</TotalTime>
  <Words>2069</Words>
  <Application>Microsoft Office PowerPoint</Application>
  <PresentationFormat>Apresentação no Ecrã (16:9)</PresentationFormat>
  <Paragraphs>269</Paragraphs>
  <Slides>42</Slides>
  <Notes>11</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42</vt:i4>
      </vt:variant>
    </vt:vector>
  </HeadingPairs>
  <TitlesOfParts>
    <vt:vector size="44"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Results and Analysis from task [1.1]</vt:lpstr>
      <vt:lpstr>Results and Analysis from task [1.1]</vt:lpstr>
      <vt:lpstr>Results and Analysis from task [1.1]</vt:lpstr>
      <vt:lpstr>Results and Analysis from task [1.1]</vt:lpstr>
      <vt:lpstr>Results and Analysis from task [1.1]</vt:lpstr>
      <vt:lpstr>Task [1.2] - Learn the baseline model</vt:lpstr>
      <vt:lpstr>What was done in task [1.2]</vt:lpstr>
      <vt:lpstr>What was done in task [1.2]</vt:lpstr>
      <vt:lpstr>Results and Analysis from task [1.2]</vt:lpstr>
      <vt:lpstr>Results and Analysis from task [1.2]</vt:lpstr>
      <vt:lpstr>Task [2.1] - Development</vt:lpstr>
      <vt:lpstr>What was done in task [2.1]</vt:lpstr>
      <vt:lpstr>What was done in task [2.1]</vt:lpstr>
      <vt:lpstr>Results and Analysis from task [2.1]</vt:lpstr>
      <vt:lpstr>Task [2.2] - Evaluation</vt:lpstr>
      <vt:lpstr>What was done in task [2.2]</vt:lpstr>
      <vt:lpstr>What was done in task [2.2]</vt:lpstr>
      <vt:lpstr>Results and Analysis from task [2.2]</vt:lpstr>
      <vt:lpstr>Results and Analysis from task [2.2]</vt:lpstr>
      <vt:lpstr>Results and Analysis from task [2.2]</vt:lpstr>
      <vt:lpstr>Results and Analysis from task [2.2]</vt:lpstr>
      <vt:lpstr>Task [3.1] - Missing data imputation</vt:lpstr>
      <vt:lpstr>What was done in task [3.1]</vt:lpstr>
      <vt:lpstr>Results and Analysis from task [3.1]</vt:lpstr>
      <vt:lpstr>Task [3.2] - Train models that do not require imputation</vt:lpstr>
      <vt:lpstr>What was done in task [3.2]</vt:lpstr>
      <vt:lpstr>Results and Analysis from task [3.2]</vt:lpstr>
      <vt:lpstr>Task [3.3] - Evaluation</vt:lpstr>
      <vt:lpstr>What was done in task [3.3]</vt:lpstr>
      <vt:lpstr>What was done in task [3.3]</vt:lpstr>
      <vt:lpstr>Results and Analysis from task [3.3]</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cp:lastModifiedBy>Jose Pedro Pires Costa</cp:lastModifiedBy>
  <cp:revision>17</cp:revision>
  <dcterms:modified xsi:type="dcterms:W3CDTF">2025-12-09T15:05:14Z</dcterms:modified>
</cp:coreProperties>
</file>