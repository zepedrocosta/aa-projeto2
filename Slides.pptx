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43"/>
  </p:notesMasterIdLst>
  <p:sldIdLst>
    <p:sldId id="256" r:id="rId2"/>
    <p:sldId id="268" r:id="rId3"/>
    <p:sldId id="258" r:id="rId4"/>
    <p:sldId id="263" r:id="rId5"/>
    <p:sldId id="272" r:id="rId6"/>
    <p:sldId id="283" r:id="rId7"/>
    <p:sldId id="264" r:id="rId8"/>
    <p:sldId id="282" r:id="rId9"/>
    <p:sldId id="284" r:id="rId10"/>
    <p:sldId id="285" r:id="rId11"/>
    <p:sldId id="286" r:id="rId12"/>
    <p:sldId id="269" r:id="rId13"/>
    <p:sldId id="270" r:id="rId14"/>
    <p:sldId id="276" r:id="rId15"/>
    <p:sldId id="271" r:id="rId16"/>
    <p:sldId id="273" r:id="rId17"/>
    <p:sldId id="274" r:id="rId18"/>
    <p:sldId id="280" r:id="rId19"/>
    <p:sldId id="275" r:id="rId20"/>
    <p:sldId id="277" r:id="rId21"/>
    <p:sldId id="278" r:id="rId22"/>
    <p:sldId id="279" r:id="rId23"/>
    <p:sldId id="281" r:id="rId24"/>
    <p:sldId id="287" r:id="rId25"/>
    <p:sldId id="288" r:id="rId26"/>
    <p:sldId id="289" r:id="rId27"/>
    <p:sldId id="290" r:id="rId28"/>
    <p:sldId id="291" r:id="rId29"/>
    <p:sldId id="293" r:id="rId30"/>
    <p:sldId id="294" r:id="rId31"/>
    <p:sldId id="295" r:id="rId32"/>
    <p:sldId id="296" r:id="rId33"/>
    <p:sldId id="297" r:id="rId34"/>
    <p:sldId id="298" r:id="rId35"/>
    <p:sldId id="300" r:id="rId36"/>
    <p:sldId id="299" r:id="rId37"/>
    <p:sldId id="266" r:id="rId38"/>
    <p:sldId id="267" r:id="rId39"/>
    <p:sldId id="265" r:id="rId40"/>
    <p:sldId id="261" r:id="rId41"/>
    <p:sldId id="262" r:id="rId4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Frontmatter" id="{334FC48A-B3F2-B941-83F3-32A078BF7A4D}">
          <p14:sldIdLst>
            <p14:sldId id="256"/>
            <p14:sldId id="268"/>
          </p14:sldIdLst>
        </p14:section>
        <p14:section name="1.1" id="{2C930711-5039-DC4C-8001-134FF26FF6A4}">
          <p14:sldIdLst>
            <p14:sldId id="258"/>
            <p14:sldId id="263"/>
            <p14:sldId id="272"/>
            <p14:sldId id="283"/>
            <p14:sldId id="264"/>
            <p14:sldId id="282"/>
            <p14:sldId id="284"/>
            <p14:sldId id="285"/>
            <p14:sldId id="286"/>
          </p14:sldIdLst>
        </p14:section>
        <p14:section name="1.2" id="{9E751314-B9D1-45B8-803A-20B0E7A9974D}">
          <p14:sldIdLst>
            <p14:sldId id="269"/>
            <p14:sldId id="270"/>
            <p14:sldId id="276"/>
            <p14:sldId id="271"/>
          </p14:sldIdLst>
        </p14:section>
        <p14:section name="2.1" id="{AC659FBD-78DF-4EE9-B799-5668A0F092BF}">
          <p14:sldIdLst>
            <p14:sldId id="273"/>
            <p14:sldId id="274"/>
            <p14:sldId id="280"/>
            <p14:sldId id="275"/>
          </p14:sldIdLst>
        </p14:section>
        <p14:section name="2.2" id="{ECD299C2-A38B-4480-8A66-524462A75944}">
          <p14:sldIdLst>
            <p14:sldId id="277"/>
            <p14:sldId id="278"/>
            <p14:sldId id="279"/>
            <p14:sldId id="281"/>
            <p14:sldId id="287"/>
            <p14:sldId id="288"/>
            <p14:sldId id="289"/>
          </p14:sldIdLst>
        </p14:section>
        <p14:section name="3.1" id="{4A28E1D6-F7ED-4E38-A664-C8D416039B14}">
          <p14:sldIdLst>
            <p14:sldId id="290"/>
            <p14:sldId id="291"/>
            <p14:sldId id="293"/>
          </p14:sldIdLst>
        </p14:section>
        <p14:section name="3.2" id="{0E45091F-F401-47B5-B1F8-52F8BCDDD40C}">
          <p14:sldIdLst>
            <p14:sldId id="294"/>
            <p14:sldId id="295"/>
            <p14:sldId id="296"/>
          </p14:sldIdLst>
        </p14:section>
        <p14:section name="3.3" id="{8176971B-23BC-429B-A9F8-6D216981AAFE}">
          <p14:sldIdLst>
            <p14:sldId id="297"/>
            <p14:sldId id="298"/>
            <p14:sldId id="300"/>
            <p14:sldId id="299"/>
          </p14:sldIdLst>
        </p14:section>
        <p14:section name="Code demo" id="{776B67A1-757B-2B47-BA2D-77C31DDC225F}">
          <p14:sldIdLst>
            <p14:sldId id="266"/>
            <p14:sldId id="267"/>
          </p14:sldIdLst>
        </p14:section>
        <p14:section name="Final Reflection" id="{2E6ADFAC-6825-B14B-9313-416D3E393A82}">
          <p14:sldIdLst>
            <p14:sldId id="265"/>
            <p14:sldId id="261"/>
            <p14:sldId id="262"/>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30"/>
  </p:normalViewPr>
  <p:slideViewPr>
    <p:cSldViewPr snapToGrid="0">
      <p:cViewPr varScale="1">
        <p:scale>
          <a:sx n="138" d="100"/>
          <a:sy n="138" d="100"/>
        </p:scale>
        <p:origin x="252"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a Soares" userId="8fc97ad4-5a58-4765-88ae-9e8dbde766c1" providerId="ADAL" clId="{1B0025CF-07AD-9748-9C07-FE0E2BBEF725}"/>
    <pc:docChg chg="custSel addSld modSld">
      <pc:chgData name="Claudia Soares" userId="8fc97ad4-5a58-4765-88ae-9e8dbde766c1" providerId="ADAL" clId="{1B0025CF-07AD-9748-9C07-FE0E2BBEF725}" dt="2024-10-06T08:04:54.210" v="168" actId="20577"/>
      <pc:docMkLst>
        <pc:docMk/>
      </pc:docMkLst>
      <pc:sldChg chg="modSp">
        <pc:chgData name="Claudia Soares" userId="8fc97ad4-5a58-4765-88ae-9e8dbde766c1" providerId="ADAL" clId="{1B0025CF-07AD-9748-9C07-FE0E2BBEF725}" dt="2024-10-06T08:00:50.980" v="9" actId="20577"/>
        <pc:sldMkLst>
          <pc:docMk/>
          <pc:sldMk cId="0" sldId="257"/>
        </pc:sldMkLst>
        <pc:spChg chg="mod">
          <ac:chgData name="Claudia Soares" userId="8fc97ad4-5a58-4765-88ae-9e8dbde766c1" providerId="ADAL" clId="{1B0025CF-07AD-9748-9C07-FE0E2BBEF725}" dt="2024-10-06T08:00:50.980" v="9" actId="20577"/>
          <ac:spMkLst>
            <pc:docMk/>
            <pc:sldMk cId="0" sldId="257"/>
            <ac:spMk id="61" creationId="{00000000-0000-0000-0000-000000000000}"/>
          </ac:spMkLst>
        </pc:spChg>
      </pc:sldChg>
      <pc:sldChg chg="delSp modSp mod modClrScheme chgLayout modNotesTx">
        <pc:chgData name="Claudia Soares" userId="8fc97ad4-5a58-4765-88ae-9e8dbde766c1" providerId="ADAL" clId="{1B0025CF-07AD-9748-9C07-FE0E2BBEF725}" dt="2024-10-06T08:03:26.486" v="112" actId="20577"/>
        <pc:sldMkLst>
          <pc:docMk/>
          <pc:sldMk cId="0" sldId="258"/>
        </pc:sldMkLst>
        <pc:spChg chg="mod ord">
          <ac:chgData name="Claudia Soares" userId="8fc97ad4-5a58-4765-88ae-9e8dbde766c1" providerId="ADAL" clId="{1B0025CF-07AD-9748-9C07-FE0E2BBEF725}" dt="2024-10-06T08:01:25.317" v="14" actId="27636"/>
          <ac:spMkLst>
            <pc:docMk/>
            <pc:sldMk cId="0" sldId="258"/>
            <ac:spMk id="66" creationId="{00000000-0000-0000-0000-000000000000}"/>
          </ac:spMkLst>
        </pc:spChg>
        <pc:spChg chg="del">
          <ac:chgData name="Claudia Soares" userId="8fc97ad4-5a58-4765-88ae-9e8dbde766c1" providerId="ADAL" clId="{1B0025CF-07AD-9748-9C07-FE0E2BBEF725}" dt="2024-10-06T08:01:14.681" v="10" actId="700"/>
          <ac:spMkLst>
            <pc:docMk/>
            <pc:sldMk cId="0" sldId="258"/>
            <ac:spMk id="67" creationId="{00000000-0000-0000-0000-000000000000}"/>
          </ac:spMkLst>
        </pc:spChg>
      </pc:sldChg>
      <pc:sldChg chg="addSp modSp new mod modClrScheme chgLayout">
        <pc:chgData name="Claudia Soares" userId="8fc97ad4-5a58-4765-88ae-9e8dbde766c1" providerId="ADAL" clId="{1B0025CF-07AD-9748-9C07-FE0E2BBEF725}" dt="2024-10-06T08:02:21.056" v="43" actId="20577"/>
        <pc:sldMkLst>
          <pc:docMk/>
          <pc:sldMk cId="3767754814" sldId="263"/>
        </pc:sldMkLst>
        <pc:spChg chg="mod ord">
          <ac:chgData name="Claudia Soares" userId="8fc97ad4-5a58-4765-88ae-9e8dbde766c1" providerId="ADAL" clId="{1B0025CF-07AD-9748-9C07-FE0E2BBEF725}" dt="2024-10-06T08:02:21.056" v="43" actId="20577"/>
          <ac:spMkLst>
            <pc:docMk/>
            <pc:sldMk cId="3767754814" sldId="263"/>
            <ac:spMk id="2" creationId="{435950B8-3572-2171-184D-7CB447F81866}"/>
          </ac:spMkLst>
        </pc:spChg>
        <pc:spChg chg="add mod ord">
          <ac:chgData name="Claudia Soares" userId="8fc97ad4-5a58-4765-88ae-9e8dbde766c1" providerId="ADAL" clId="{1B0025CF-07AD-9748-9C07-FE0E2BBEF725}" dt="2024-10-06T08:01:25.227" v="12" actId="700"/>
          <ac:spMkLst>
            <pc:docMk/>
            <pc:sldMk cId="3767754814" sldId="263"/>
            <ac:spMk id="3" creationId="{368492AF-D3A2-ADD3-DA62-EB00F1E4BBBC}"/>
          </ac:spMkLst>
        </pc:spChg>
      </pc:sldChg>
      <pc:sldChg chg="modSp new">
        <pc:chgData name="Claudia Soares" userId="8fc97ad4-5a58-4765-88ae-9e8dbde766c1" providerId="ADAL" clId="{1B0025CF-07AD-9748-9C07-FE0E2BBEF725}" dt="2024-10-06T08:02:42.912" v="51" actId="20577"/>
        <pc:sldMkLst>
          <pc:docMk/>
          <pc:sldMk cId="3013217245" sldId="264"/>
        </pc:sldMkLst>
        <pc:spChg chg="mod">
          <ac:chgData name="Claudia Soares" userId="8fc97ad4-5a58-4765-88ae-9e8dbde766c1" providerId="ADAL" clId="{1B0025CF-07AD-9748-9C07-FE0E2BBEF725}" dt="2024-10-06T08:02:42.912" v="51" actId="20577"/>
          <ac:spMkLst>
            <pc:docMk/>
            <pc:sldMk cId="3013217245" sldId="264"/>
            <ac:spMk id="2" creationId="{18C61B6A-344B-35E3-3F42-0EB9D63698C5}"/>
          </ac:spMkLst>
        </pc:spChg>
      </pc:sldChg>
      <pc:sldChg chg="delSp modSp new mod modClrScheme chgLayout">
        <pc:chgData name="Claudia Soares" userId="8fc97ad4-5a58-4765-88ae-9e8dbde766c1" providerId="ADAL" clId="{1B0025CF-07AD-9748-9C07-FE0E2BBEF725}" dt="2024-10-06T08:04:54.210" v="168" actId="20577"/>
        <pc:sldMkLst>
          <pc:docMk/>
          <pc:sldMk cId="926299051" sldId="265"/>
        </pc:sldMkLst>
        <pc:spChg chg="mod ord">
          <ac:chgData name="Claudia Soares" userId="8fc97ad4-5a58-4765-88ae-9e8dbde766c1" providerId="ADAL" clId="{1B0025CF-07AD-9748-9C07-FE0E2BBEF725}" dt="2024-10-06T08:04:54.210" v="168" actId="20577"/>
          <ac:spMkLst>
            <pc:docMk/>
            <pc:sldMk cId="926299051" sldId="265"/>
            <ac:spMk id="2" creationId="{AE27A425-36EA-9808-3A7A-0460D60BFB49}"/>
          </ac:spMkLst>
        </pc:spChg>
        <pc:spChg chg="del">
          <ac:chgData name="Claudia Soares" userId="8fc97ad4-5a58-4765-88ae-9e8dbde766c1" providerId="ADAL" clId="{1B0025CF-07AD-9748-9C07-FE0E2BBEF725}" dt="2024-10-06T08:03:42.906" v="114" actId="700"/>
          <ac:spMkLst>
            <pc:docMk/>
            <pc:sldMk cId="926299051" sldId="265"/>
            <ac:spMk id="3" creationId="{58BF23B5-2891-33AC-EF15-713E83FA6F0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6ADD62-4E0E-4854-A732-E7A1FFF293E8}"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1DB68E7F-FCF0-4659-BA54-0B8597EACBFB}">
      <dgm:prSet/>
      <dgm:spPr/>
      <dgm:t>
        <a:bodyPr/>
        <a:lstStyle/>
        <a:p>
          <a:r>
            <a:rPr lang="en-US" dirty="0"/>
            <a:t>1. Missing Values Analysis</a:t>
          </a:r>
        </a:p>
      </dgm:t>
    </dgm:pt>
    <dgm:pt modelId="{2AA2ACB9-81E5-451B-B2FB-D3C7A336AACF}" type="parTrans" cxnId="{AF920588-2EB6-4357-B668-1184BBD9FF04}">
      <dgm:prSet/>
      <dgm:spPr/>
      <dgm:t>
        <a:bodyPr/>
        <a:lstStyle/>
        <a:p>
          <a:endParaRPr lang="en-US"/>
        </a:p>
      </dgm:t>
    </dgm:pt>
    <dgm:pt modelId="{19F2FCCC-F123-408A-AD67-0D81E28B9C7C}" type="sibTrans" cxnId="{AF920588-2EB6-4357-B668-1184BBD9FF04}">
      <dgm:prSet/>
      <dgm:spPr/>
      <dgm:t>
        <a:bodyPr/>
        <a:lstStyle/>
        <a:p>
          <a:endParaRPr lang="en-US"/>
        </a:p>
      </dgm:t>
    </dgm:pt>
    <dgm:pt modelId="{C1C2CFA4-B23E-4AD1-9429-BC25261E6B43}">
      <dgm:prSet/>
      <dgm:spPr/>
      <dgm:t>
        <a:bodyPr/>
        <a:lstStyle/>
        <a:p>
          <a:r>
            <a:rPr lang="en-US"/>
            <a:t>Visualized missing values using multiple methods (bar plot, heatmap, matrix, dendrogram)</a:t>
          </a:r>
        </a:p>
      </dgm:t>
    </dgm:pt>
    <dgm:pt modelId="{495F08D0-05FB-4D67-BC14-7FEEB23E7E32}" type="parTrans" cxnId="{09D83619-B701-4DD0-BBE7-40AA002F7462}">
      <dgm:prSet/>
      <dgm:spPr/>
      <dgm:t>
        <a:bodyPr/>
        <a:lstStyle/>
        <a:p>
          <a:endParaRPr lang="en-US"/>
        </a:p>
      </dgm:t>
    </dgm:pt>
    <dgm:pt modelId="{FA38C4F8-4D81-4FB4-AB4D-ED97130160DB}" type="sibTrans" cxnId="{09D83619-B701-4DD0-BBE7-40AA002F7462}">
      <dgm:prSet/>
      <dgm:spPr/>
      <dgm:t>
        <a:bodyPr/>
        <a:lstStyle/>
        <a:p>
          <a:endParaRPr lang="en-US"/>
        </a:p>
      </dgm:t>
    </dgm:pt>
    <dgm:pt modelId="{4A8281F7-09CA-4637-9EA5-EBEF95D25F43}">
      <dgm:prSet/>
      <dgm:spPr/>
      <dgm:t>
        <a:bodyPr/>
        <a:lstStyle/>
        <a:p>
          <a:r>
            <a:rPr lang="en-US"/>
            <a:t>Created comprehensive overview of data completeness</a:t>
          </a:r>
        </a:p>
      </dgm:t>
    </dgm:pt>
    <dgm:pt modelId="{29E5CA63-FDC8-4183-A25D-73855A6618A8}" type="parTrans" cxnId="{882E88B2-6E6B-41A6-89F6-0F506E143FE5}">
      <dgm:prSet/>
      <dgm:spPr/>
      <dgm:t>
        <a:bodyPr/>
        <a:lstStyle/>
        <a:p>
          <a:endParaRPr lang="en-US"/>
        </a:p>
      </dgm:t>
    </dgm:pt>
    <dgm:pt modelId="{937E27D6-92B7-419D-815E-2760E7E6F56E}" type="sibTrans" cxnId="{882E88B2-6E6B-41A6-89F6-0F506E143FE5}">
      <dgm:prSet/>
      <dgm:spPr/>
      <dgm:t>
        <a:bodyPr/>
        <a:lstStyle/>
        <a:p>
          <a:endParaRPr lang="en-US"/>
        </a:p>
      </dgm:t>
    </dgm:pt>
    <dgm:pt modelId="{4C6CCA11-6768-4414-8759-F7608E608C4D}">
      <dgm:prSet/>
      <dgm:spPr/>
      <dgm:t>
        <a:bodyPr/>
        <a:lstStyle/>
        <a:p>
          <a:r>
            <a:rPr lang="en-US"/>
            <a:t>Identified patterns in missing data</a:t>
          </a:r>
        </a:p>
      </dgm:t>
    </dgm:pt>
    <dgm:pt modelId="{8C027878-DEE0-409B-A135-66FC21CC7BE6}" type="parTrans" cxnId="{27388C9F-E427-46A7-B282-CD0741C9BECA}">
      <dgm:prSet/>
      <dgm:spPr/>
      <dgm:t>
        <a:bodyPr/>
        <a:lstStyle/>
        <a:p>
          <a:endParaRPr lang="en-US"/>
        </a:p>
      </dgm:t>
    </dgm:pt>
    <dgm:pt modelId="{DBBF70A4-F4CF-499B-8B35-FB5C6C848987}" type="sibTrans" cxnId="{27388C9F-E427-46A7-B282-CD0741C9BECA}">
      <dgm:prSet/>
      <dgm:spPr/>
      <dgm:t>
        <a:bodyPr/>
        <a:lstStyle/>
        <a:p>
          <a:endParaRPr lang="en-US"/>
        </a:p>
      </dgm:t>
    </dgm:pt>
    <dgm:pt modelId="{66C5373A-44F1-45EB-8271-1E7AD5DA32EA}">
      <dgm:prSet/>
      <dgm:spPr/>
      <dgm:t>
        <a:bodyPr/>
        <a:lstStyle/>
        <a:p>
          <a:r>
            <a:rPr lang="en-US"/>
            <a:t>2. Data Cleaning</a:t>
          </a:r>
        </a:p>
      </dgm:t>
    </dgm:pt>
    <dgm:pt modelId="{BF8FDA25-6CBE-4CE3-BEED-77A7F32EF73A}" type="parTrans" cxnId="{6C761474-F6BD-4D6D-8A4E-C6F62C27D960}">
      <dgm:prSet/>
      <dgm:spPr/>
      <dgm:t>
        <a:bodyPr/>
        <a:lstStyle/>
        <a:p>
          <a:endParaRPr lang="en-US"/>
        </a:p>
      </dgm:t>
    </dgm:pt>
    <dgm:pt modelId="{7E429BB8-7A58-40A6-940A-CBC3E6AB2C4D}" type="sibTrans" cxnId="{6C761474-F6BD-4D6D-8A4E-C6F62C27D960}">
      <dgm:prSet/>
      <dgm:spPr/>
      <dgm:t>
        <a:bodyPr/>
        <a:lstStyle/>
        <a:p>
          <a:endParaRPr lang="en-US"/>
        </a:p>
      </dgm:t>
    </dgm:pt>
    <dgm:pt modelId="{477F2055-FB1A-44F1-AAD9-2D047A2A1B64}">
      <dgm:prSet/>
      <dgm:spPr/>
      <dgm:t>
        <a:bodyPr/>
        <a:lstStyle/>
        <a:p>
          <a:r>
            <a:rPr lang="en-US"/>
            <a:t>Dropped rows with missing SurvivalTime values</a:t>
          </a:r>
        </a:p>
      </dgm:t>
    </dgm:pt>
    <dgm:pt modelId="{274EA408-00A1-4104-A9EB-C0FE4D9E8E94}" type="parTrans" cxnId="{87FF26D3-80CB-44A9-A08E-3C79FE57CE6A}">
      <dgm:prSet/>
      <dgm:spPr/>
      <dgm:t>
        <a:bodyPr/>
        <a:lstStyle/>
        <a:p>
          <a:endParaRPr lang="en-US"/>
        </a:p>
      </dgm:t>
    </dgm:pt>
    <dgm:pt modelId="{523854EC-B86C-42EC-BD2E-3E3940333320}" type="sibTrans" cxnId="{87FF26D3-80CB-44A9-A08E-3C79FE57CE6A}">
      <dgm:prSet/>
      <dgm:spPr/>
      <dgm:t>
        <a:bodyPr/>
        <a:lstStyle/>
        <a:p>
          <a:endParaRPr lang="en-US"/>
        </a:p>
      </dgm:t>
    </dgm:pt>
    <dgm:pt modelId="{34042085-FE0B-4BD2-8B73-43AC140C2562}">
      <dgm:prSet/>
      <dgm:spPr/>
      <dgm:t>
        <a:bodyPr/>
        <a:lstStyle/>
        <a:p>
          <a:r>
            <a:rPr lang="en-US"/>
            <a:t>Removed columns containing missing data (baseline approach)</a:t>
          </a:r>
        </a:p>
      </dgm:t>
    </dgm:pt>
    <dgm:pt modelId="{AF6C44F3-25E0-45F3-906E-0C0F96B20595}" type="parTrans" cxnId="{40296B2D-01AF-47EE-9E49-83C8EBD08F6C}">
      <dgm:prSet/>
      <dgm:spPr/>
      <dgm:t>
        <a:bodyPr/>
        <a:lstStyle/>
        <a:p>
          <a:endParaRPr lang="en-US"/>
        </a:p>
      </dgm:t>
    </dgm:pt>
    <dgm:pt modelId="{0E1F5C7A-4CBA-4755-819B-11671FB2AE28}" type="sibTrans" cxnId="{40296B2D-01AF-47EE-9E49-83C8EBD08F6C}">
      <dgm:prSet/>
      <dgm:spPr/>
      <dgm:t>
        <a:bodyPr/>
        <a:lstStyle/>
        <a:p>
          <a:endParaRPr lang="en-US"/>
        </a:p>
      </dgm:t>
    </dgm:pt>
    <dgm:pt modelId="{A9ACF6CC-6867-49B2-A55C-8B3EADE2F681}">
      <dgm:prSet/>
      <dgm:spPr/>
      <dgm:t>
        <a:bodyPr/>
        <a:lstStyle/>
        <a:p>
          <a:r>
            <a:rPr lang="en-US"/>
            <a:t>Excluded censored cases (where Censored == 1)</a:t>
          </a:r>
        </a:p>
      </dgm:t>
    </dgm:pt>
    <dgm:pt modelId="{DF37701A-E814-47B9-8341-878A933501C6}" type="parTrans" cxnId="{35B9821A-5568-4739-9D0C-2D4BCE57915A}">
      <dgm:prSet/>
      <dgm:spPr/>
      <dgm:t>
        <a:bodyPr/>
        <a:lstStyle/>
        <a:p>
          <a:endParaRPr lang="en-US"/>
        </a:p>
      </dgm:t>
    </dgm:pt>
    <dgm:pt modelId="{B2DF3409-CC8B-44CB-A8D1-8488FC34474B}" type="sibTrans" cxnId="{35B9821A-5568-4739-9D0C-2D4BCE57915A}">
      <dgm:prSet/>
      <dgm:spPr/>
      <dgm:t>
        <a:bodyPr/>
        <a:lstStyle/>
        <a:p>
          <a:endParaRPr lang="en-US"/>
        </a:p>
      </dgm:t>
    </dgm:pt>
    <dgm:pt modelId="{45A4399C-39BD-4596-ADDD-4D80040961AA}">
      <dgm:prSet/>
      <dgm:spPr/>
      <dgm:t>
        <a:bodyPr/>
        <a:lstStyle/>
        <a:p>
          <a:r>
            <a:rPr lang="en-US"/>
            <a:t>Retained only complete, uncensored observations</a:t>
          </a:r>
        </a:p>
      </dgm:t>
    </dgm:pt>
    <dgm:pt modelId="{2072FCBA-5697-4D90-B40F-BF070F74F95D}" type="parTrans" cxnId="{D49D5435-D054-43F8-B4BD-385280B556FC}">
      <dgm:prSet/>
      <dgm:spPr/>
      <dgm:t>
        <a:bodyPr/>
        <a:lstStyle/>
        <a:p>
          <a:endParaRPr lang="en-US"/>
        </a:p>
      </dgm:t>
    </dgm:pt>
    <dgm:pt modelId="{9E22BE2A-743C-4197-A712-A06E3DD18A16}" type="sibTrans" cxnId="{D49D5435-D054-43F8-B4BD-385280B556FC}">
      <dgm:prSet/>
      <dgm:spPr/>
      <dgm:t>
        <a:bodyPr/>
        <a:lstStyle/>
        <a:p>
          <a:endParaRPr lang="en-US"/>
        </a:p>
      </dgm:t>
    </dgm:pt>
    <dgm:pt modelId="{34E8F7B0-F8E8-4716-9088-B8D162E2813F}">
      <dgm:prSet/>
      <dgm:spPr/>
      <dgm:t>
        <a:bodyPr/>
        <a:lstStyle/>
        <a:p>
          <a:r>
            <a:rPr lang="en-US" dirty="0"/>
            <a:t>3. Feature Exploration</a:t>
          </a:r>
        </a:p>
      </dgm:t>
    </dgm:pt>
    <dgm:pt modelId="{4FD18634-7431-4C61-B8E1-9037A65397A3}" type="parTrans" cxnId="{14E90C68-431E-49A4-9F71-6712740FE586}">
      <dgm:prSet/>
      <dgm:spPr/>
      <dgm:t>
        <a:bodyPr/>
        <a:lstStyle/>
        <a:p>
          <a:endParaRPr lang="en-US"/>
        </a:p>
      </dgm:t>
    </dgm:pt>
    <dgm:pt modelId="{2033C0FA-EF2D-4AEC-9DD6-DA995714C488}" type="sibTrans" cxnId="{14E90C68-431E-49A4-9F71-6712740FE586}">
      <dgm:prSet/>
      <dgm:spPr/>
      <dgm:t>
        <a:bodyPr/>
        <a:lstStyle/>
        <a:p>
          <a:endParaRPr lang="en-US"/>
        </a:p>
      </dgm:t>
    </dgm:pt>
    <dgm:pt modelId="{B6974DD5-FE7F-4E7D-99B0-9EC6A0BF4C7A}">
      <dgm:prSet/>
      <dgm:spPr/>
      <dgm:t>
        <a:bodyPr/>
        <a:lstStyle/>
        <a:p>
          <a:r>
            <a:rPr lang="en-US"/>
            <a:t>Visualized feature relationships using pairplot</a:t>
          </a:r>
        </a:p>
      </dgm:t>
    </dgm:pt>
    <dgm:pt modelId="{6C218020-26EF-43EA-A87F-D9EBF557C1D7}" type="parTrans" cxnId="{35732598-4312-47F2-B358-57497A103EE9}">
      <dgm:prSet/>
      <dgm:spPr/>
      <dgm:t>
        <a:bodyPr/>
        <a:lstStyle/>
        <a:p>
          <a:endParaRPr lang="en-US"/>
        </a:p>
      </dgm:t>
    </dgm:pt>
    <dgm:pt modelId="{2FC69881-F540-4890-8237-E5B989736102}" type="sibTrans" cxnId="{35732598-4312-47F2-B358-57497A103EE9}">
      <dgm:prSet/>
      <dgm:spPr/>
      <dgm:t>
        <a:bodyPr/>
        <a:lstStyle/>
        <a:p>
          <a:endParaRPr lang="en-US"/>
        </a:p>
      </dgm:t>
    </dgm:pt>
    <dgm:pt modelId="{FA2F6979-2AA7-4ACB-86F4-885574176ECF}">
      <dgm:prSet/>
      <dgm:spPr/>
      <dgm:t>
        <a:bodyPr/>
        <a:lstStyle/>
        <a:p>
          <a:r>
            <a:rPr lang="en-US"/>
            <a:t>Analyzed correlations between Age, Gender, Stage, TreatmentType, and SurvivalTime</a:t>
          </a:r>
        </a:p>
      </dgm:t>
    </dgm:pt>
    <dgm:pt modelId="{33CCFCC9-48E7-4189-9557-0FFCB73CBDFB}" type="parTrans" cxnId="{D362AE90-B32C-481D-A6F9-90E17C86A216}">
      <dgm:prSet/>
      <dgm:spPr/>
      <dgm:t>
        <a:bodyPr/>
        <a:lstStyle/>
        <a:p>
          <a:endParaRPr lang="en-US"/>
        </a:p>
      </dgm:t>
    </dgm:pt>
    <dgm:pt modelId="{BA230C7F-CD4B-42BE-B377-F69F009EA788}" type="sibTrans" cxnId="{D362AE90-B32C-481D-A6F9-90E17C86A216}">
      <dgm:prSet/>
      <dgm:spPr/>
      <dgm:t>
        <a:bodyPr/>
        <a:lstStyle/>
        <a:p>
          <a:endParaRPr lang="en-US"/>
        </a:p>
      </dgm:t>
    </dgm:pt>
    <dgm:pt modelId="{EC5EB556-D25C-47FB-B034-3F3DCBC9A761}">
      <dgm:prSet/>
      <dgm:spPr/>
      <dgm:t>
        <a:bodyPr/>
        <a:lstStyle/>
        <a:p>
          <a:r>
            <a:rPr lang="en-US"/>
            <a:t>Examined distribution patterns across features</a:t>
          </a:r>
        </a:p>
      </dgm:t>
    </dgm:pt>
    <dgm:pt modelId="{2E29336C-6E79-4EEF-8A92-ABC058C1E070}" type="parTrans" cxnId="{818D3EAE-ADB2-4029-AD88-169D8D01F4B6}">
      <dgm:prSet/>
      <dgm:spPr/>
      <dgm:t>
        <a:bodyPr/>
        <a:lstStyle/>
        <a:p>
          <a:endParaRPr lang="en-US"/>
        </a:p>
      </dgm:t>
    </dgm:pt>
    <dgm:pt modelId="{746C3AFF-5138-46F9-BB93-1A6A73537D5E}" type="sibTrans" cxnId="{818D3EAE-ADB2-4029-AD88-169D8D01F4B6}">
      <dgm:prSet/>
      <dgm:spPr/>
      <dgm:t>
        <a:bodyPr/>
        <a:lstStyle/>
        <a:p>
          <a:endParaRPr lang="en-US"/>
        </a:p>
      </dgm:t>
    </dgm:pt>
    <dgm:pt modelId="{6909A2C5-36E8-45FB-8ADA-6D18A56764AA}" type="pres">
      <dgm:prSet presAssocID="{AD6ADD62-4E0E-4854-A732-E7A1FFF293E8}" presName="vert0" presStyleCnt="0">
        <dgm:presLayoutVars>
          <dgm:dir/>
          <dgm:animOne val="branch"/>
          <dgm:animLvl val="lvl"/>
        </dgm:presLayoutVars>
      </dgm:prSet>
      <dgm:spPr/>
    </dgm:pt>
    <dgm:pt modelId="{51A56A05-DFBF-40EA-BE89-E55F359B68A0}" type="pres">
      <dgm:prSet presAssocID="{1DB68E7F-FCF0-4659-BA54-0B8597EACBFB}" presName="thickLine" presStyleLbl="alignNode1" presStyleIdx="0" presStyleCnt="3"/>
      <dgm:spPr/>
    </dgm:pt>
    <dgm:pt modelId="{8A0DDDB3-FE86-4CE2-95EE-4D34E11B3494}" type="pres">
      <dgm:prSet presAssocID="{1DB68E7F-FCF0-4659-BA54-0B8597EACBFB}" presName="horz1" presStyleCnt="0"/>
      <dgm:spPr/>
    </dgm:pt>
    <dgm:pt modelId="{B17A1994-3E71-4081-8C46-51790E4086B9}" type="pres">
      <dgm:prSet presAssocID="{1DB68E7F-FCF0-4659-BA54-0B8597EACBFB}" presName="tx1" presStyleLbl="revTx" presStyleIdx="0" presStyleCnt="13"/>
      <dgm:spPr/>
    </dgm:pt>
    <dgm:pt modelId="{427FFBFD-3BE5-4FDC-B219-1BEFF469E2F8}" type="pres">
      <dgm:prSet presAssocID="{1DB68E7F-FCF0-4659-BA54-0B8597EACBFB}" presName="vert1" presStyleCnt="0"/>
      <dgm:spPr/>
    </dgm:pt>
    <dgm:pt modelId="{5147CAA1-2DC1-4EB4-A0FB-CC0C3343565B}" type="pres">
      <dgm:prSet presAssocID="{C1C2CFA4-B23E-4AD1-9429-BC25261E6B43}" presName="vertSpace2a" presStyleCnt="0"/>
      <dgm:spPr/>
    </dgm:pt>
    <dgm:pt modelId="{EFCD0EAD-9FC5-4DA2-9FC3-C144E0F83DDC}" type="pres">
      <dgm:prSet presAssocID="{C1C2CFA4-B23E-4AD1-9429-BC25261E6B43}" presName="horz2" presStyleCnt="0"/>
      <dgm:spPr/>
    </dgm:pt>
    <dgm:pt modelId="{83A0334A-4BF1-4247-8B78-1E4D279EB0E7}" type="pres">
      <dgm:prSet presAssocID="{C1C2CFA4-B23E-4AD1-9429-BC25261E6B43}" presName="horzSpace2" presStyleCnt="0"/>
      <dgm:spPr/>
    </dgm:pt>
    <dgm:pt modelId="{AE2E8F77-4F11-45E9-A03D-2485EF8F1C9D}" type="pres">
      <dgm:prSet presAssocID="{C1C2CFA4-B23E-4AD1-9429-BC25261E6B43}" presName="tx2" presStyleLbl="revTx" presStyleIdx="1" presStyleCnt="13"/>
      <dgm:spPr/>
    </dgm:pt>
    <dgm:pt modelId="{A3E76381-F6B0-4C0C-8EFB-BD87D2B2B0EC}" type="pres">
      <dgm:prSet presAssocID="{C1C2CFA4-B23E-4AD1-9429-BC25261E6B43}" presName="vert2" presStyleCnt="0"/>
      <dgm:spPr/>
    </dgm:pt>
    <dgm:pt modelId="{9655568C-AC4D-47B6-96A9-FD645D97E3A1}" type="pres">
      <dgm:prSet presAssocID="{C1C2CFA4-B23E-4AD1-9429-BC25261E6B43}" presName="thinLine2b" presStyleLbl="callout" presStyleIdx="0" presStyleCnt="10"/>
      <dgm:spPr/>
    </dgm:pt>
    <dgm:pt modelId="{EB48963F-124D-4F35-A4F5-11A4465F1290}" type="pres">
      <dgm:prSet presAssocID="{C1C2CFA4-B23E-4AD1-9429-BC25261E6B43}" presName="vertSpace2b" presStyleCnt="0"/>
      <dgm:spPr/>
    </dgm:pt>
    <dgm:pt modelId="{760DC023-BE2C-4CD8-AD1D-511D048DB881}" type="pres">
      <dgm:prSet presAssocID="{4A8281F7-09CA-4637-9EA5-EBEF95D25F43}" presName="horz2" presStyleCnt="0"/>
      <dgm:spPr/>
    </dgm:pt>
    <dgm:pt modelId="{E8260159-1C24-4128-9F5E-1F426BB32491}" type="pres">
      <dgm:prSet presAssocID="{4A8281F7-09CA-4637-9EA5-EBEF95D25F43}" presName="horzSpace2" presStyleCnt="0"/>
      <dgm:spPr/>
    </dgm:pt>
    <dgm:pt modelId="{7518547D-61D5-4ED7-9BF9-0FDA07D0E2E2}" type="pres">
      <dgm:prSet presAssocID="{4A8281F7-09CA-4637-9EA5-EBEF95D25F43}" presName="tx2" presStyleLbl="revTx" presStyleIdx="2" presStyleCnt="13"/>
      <dgm:spPr/>
    </dgm:pt>
    <dgm:pt modelId="{5ECCAE83-F0B7-4D4A-8C87-1024ACA67F4D}" type="pres">
      <dgm:prSet presAssocID="{4A8281F7-09CA-4637-9EA5-EBEF95D25F43}" presName="vert2" presStyleCnt="0"/>
      <dgm:spPr/>
    </dgm:pt>
    <dgm:pt modelId="{273CBC18-F2F2-400A-8E55-D97435105BA5}" type="pres">
      <dgm:prSet presAssocID="{4A8281F7-09CA-4637-9EA5-EBEF95D25F43}" presName="thinLine2b" presStyleLbl="callout" presStyleIdx="1" presStyleCnt="10"/>
      <dgm:spPr/>
    </dgm:pt>
    <dgm:pt modelId="{E8B1F8BF-26F2-4FFD-811F-A6172B74061F}" type="pres">
      <dgm:prSet presAssocID="{4A8281F7-09CA-4637-9EA5-EBEF95D25F43}" presName="vertSpace2b" presStyleCnt="0"/>
      <dgm:spPr/>
    </dgm:pt>
    <dgm:pt modelId="{E3E8A9C5-0601-4CEA-B358-23A0E4CEB6D0}" type="pres">
      <dgm:prSet presAssocID="{4C6CCA11-6768-4414-8759-F7608E608C4D}" presName="horz2" presStyleCnt="0"/>
      <dgm:spPr/>
    </dgm:pt>
    <dgm:pt modelId="{ECF8153E-52F8-437B-9A83-4C6724BAE16E}" type="pres">
      <dgm:prSet presAssocID="{4C6CCA11-6768-4414-8759-F7608E608C4D}" presName="horzSpace2" presStyleCnt="0"/>
      <dgm:spPr/>
    </dgm:pt>
    <dgm:pt modelId="{7114A860-CB39-43EF-A791-DF1E738D0731}" type="pres">
      <dgm:prSet presAssocID="{4C6CCA11-6768-4414-8759-F7608E608C4D}" presName="tx2" presStyleLbl="revTx" presStyleIdx="3" presStyleCnt="13"/>
      <dgm:spPr/>
    </dgm:pt>
    <dgm:pt modelId="{39EF8333-59E7-44B8-B463-F7FDCD3D2C56}" type="pres">
      <dgm:prSet presAssocID="{4C6CCA11-6768-4414-8759-F7608E608C4D}" presName="vert2" presStyleCnt="0"/>
      <dgm:spPr/>
    </dgm:pt>
    <dgm:pt modelId="{F6FB0423-9357-4B7B-98B1-E717A8A72F87}" type="pres">
      <dgm:prSet presAssocID="{4C6CCA11-6768-4414-8759-F7608E608C4D}" presName="thinLine2b" presStyleLbl="callout" presStyleIdx="2" presStyleCnt="10"/>
      <dgm:spPr/>
    </dgm:pt>
    <dgm:pt modelId="{AA68512D-8BE6-48B2-BD24-EE360EF0DE16}" type="pres">
      <dgm:prSet presAssocID="{4C6CCA11-6768-4414-8759-F7608E608C4D}" presName="vertSpace2b" presStyleCnt="0"/>
      <dgm:spPr/>
    </dgm:pt>
    <dgm:pt modelId="{83CAE330-EF7F-42B6-AD6C-C112716FE85F}" type="pres">
      <dgm:prSet presAssocID="{66C5373A-44F1-45EB-8271-1E7AD5DA32EA}" presName="thickLine" presStyleLbl="alignNode1" presStyleIdx="1" presStyleCnt="3"/>
      <dgm:spPr/>
    </dgm:pt>
    <dgm:pt modelId="{9602C68C-0116-40D5-A1AC-4FA4E061A1C7}" type="pres">
      <dgm:prSet presAssocID="{66C5373A-44F1-45EB-8271-1E7AD5DA32EA}" presName="horz1" presStyleCnt="0"/>
      <dgm:spPr/>
    </dgm:pt>
    <dgm:pt modelId="{636B35F2-911D-4528-AFD2-472B916D882D}" type="pres">
      <dgm:prSet presAssocID="{66C5373A-44F1-45EB-8271-1E7AD5DA32EA}" presName="tx1" presStyleLbl="revTx" presStyleIdx="4" presStyleCnt="13"/>
      <dgm:spPr/>
    </dgm:pt>
    <dgm:pt modelId="{DDA0183A-C4E4-4766-9F67-7322EEFCAB7A}" type="pres">
      <dgm:prSet presAssocID="{66C5373A-44F1-45EB-8271-1E7AD5DA32EA}" presName="vert1" presStyleCnt="0"/>
      <dgm:spPr/>
    </dgm:pt>
    <dgm:pt modelId="{B71E273E-E6CD-412C-A707-200F8DF86CD3}" type="pres">
      <dgm:prSet presAssocID="{477F2055-FB1A-44F1-AAD9-2D047A2A1B64}" presName="vertSpace2a" presStyleCnt="0"/>
      <dgm:spPr/>
    </dgm:pt>
    <dgm:pt modelId="{B8476F6E-C643-4036-8795-F010F1D4A2E5}" type="pres">
      <dgm:prSet presAssocID="{477F2055-FB1A-44F1-AAD9-2D047A2A1B64}" presName="horz2" presStyleCnt="0"/>
      <dgm:spPr/>
    </dgm:pt>
    <dgm:pt modelId="{94224396-341E-43FE-B040-02D1E0CB3F8F}" type="pres">
      <dgm:prSet presAssocID="{477F2055-FB1A-44F1-AAD9-2D047A2A1B64}" presName="horzSpace2" presStyleCnt="0"/>
      <dgm:spPr/>
    </dgm:pt>
    <dgm:pt modelId="{49DB31D6-46DF-43E2-B8B2-516B948E6CFA}" type="pres">
      <dgm:prSet presAssocID="{477F2055-FB1A-44F1-AAD9-2D047A2A1B64}" presName="tx2" presStyleLbl="revTx" presStyleIdx="5" presStyleCnt="13"/>
      <dgm:spPr/>
    </dgm:pt>
    <dgm:pt modelId="{EF2ABB70-F65E-4FC4-949E-3CCC3036FA15}" type="pres">
      <dgm:prSet presAssocID="{477F2055-FB1A-44F1-AAD9-2D047A2A1B64}" presName="vert2" presStyleCnt="0"/>
      <dgm:spPr/>
    </dgm:pt>
    <dgm:pt modelId="{751E30B5-A65A-46C9-89A7-318029B4D130}" type="pres">
      <dgm:prSet presAssocID="{477F2055-FB1A-44F1-AAD9-2D047A2A1B64}" presName="thinLine2b" presStyleLbl="callout" presStyleIdx="3" presStyleCnt="10"/>
      <dgm:spPr/>
    </dgm:pt>
    <dgm:pt modelId="{28C8295F-3A43-4E71-8DD4-3F3F0E2DD4DF}" type="pres">
      <dgm:prSet presAssocID="{477F2055-FB1A-44F1-AAD9-2D047A2A1B64}" presName="vertSpace2b" presStyleCnt="0"/>
      <dgm:spPr/>
    </dgm:pt>
    <dgm:pt modelId="{ED4193D4-7FFD-4299-BCB2-2963A0610B2A}" type="pres">
      <dgm:prSet presAssocID="{34042085-FE0B-4BD2-8B73-43AC140C2562}" presName="horz2" presStyleCnt="0"/>
      <dgm:spPr/>
    </dgm:pt>
    <dgm:pt modelId="{22224383-A090-4F07-A689-3CA2D55A8536}" type="pres">
      <dgm:prSet presAssocID="{34042085-FE0B-4BD2-8B73-43AC140C2562}" presName="horzSpace2" presStyleCnt="0"/>
      <dgm:spPr/>
    </dgm:pt>
    <dgm:pt modelId="{8595431F-6513-473F-8869-4E56C18CF3F9}" type="pres">
      <dgm:prSet presAssocID="{34042085-FE0B-4BD2-8B73-43AC140C2562}" presName="tx2" presStyleLbl="revTx" presStyleIdx="6" presStyleCnt="13"/>
      <dgm:spPr/>
    </dgm:pt>
    <dgm:pt modelId="{899D0BB2-7D62-4B16-932E-41A87F7874FE}" type="pres">
      <dgm:prSet presAssocID="{34042085-FE0B-4BD2-8B73-43AC140C2562}" presName="vert2" presStyleCnt="0"/>
      <dgm:spPr/>
    </dgm:pt>
    <dgm:pt modelId="{B4F32693-A24E-4E68-A4E3-4526D5F36F22}" type="pres">
      <dgm:prSet presAssocID="{34042085-FE0B-4BD2-8B73-43AC140C2562}" presName="thinLine2b" presStyleLbl="callout" presStyleIdx="4" presStyleCnt="10"/>
      <dgm:spPr/>
    </dgm:pt>
    <dgm:pt modelId="{B869EC9F-7C9D-46E6-B3B5-D480D8F9809D}" type="pres">
      <dgm:prSet presAssocID="{34042085-FE0B-4BD2-8B73-43AC140C2562}" presName="vertSpace2b" presStyleCnt="0"/>
      <dgm:spPr/>
    </dgm:pt>
    <dgm:pt modelId="{8E5181EE-7505-48F2-9426-02E018A59BD2}" type="pres">
      <dgm:prSet presAssocID="{A9ACF6CC-6867-49B2-A55C-8B3EADE2F681}" presName="horz2" presStyleCnt="0"/>
      <dgm:spPr/>
    </dgm:pt>
    <dgm:pt modelId="{C421A898-56C1-4554-BBAC-6A77C5C908EA}" type="pres">
      <dgm:prSet presAssocID="{A9ACF6CC-6867-49B2-A55C-8B3EADE2F681}" presName="horzSpace2" presStyleCnt="0"/>
      <dgm:spPr/>
    </dgm:pt>
    <dgm:pt modelId="{0B108F03-537F-461C-8B34-68E753135776}" type="pres">
      <dgm:prSet presAssocID="{A9ACF6CC-6867-49B2-A55C-8B3EADE2F681}" presName="tx2" presStyleLbl="revTx" presStyleIdx="7" presStyleCnt="13"/>
      <dgm:spPr/>
    </dgm:pt>
    <dgm:pt modelId="{D25055E4-5635-4BC8-A1AC-758AEF876352}" type="pres">
      <dgm:prSet presAssocID="{A9ACF6CC-6867-49B2-A55C-8B3EADE2F681}" presName="vert2" presStyleCnt="0"/>
      <dgm:spPr/>
    </dgm:pt>
    <dgm:pt modelId="{2FC9B009-06E9-49E9-8BD7-4CD0E88C929E}" type="pres">
      <dgm:prSet presAssocID="{A9ACF6CC-6867-49B2-A55C-8B3EADE2F681}" presName="thinLine2b" presStyleLbl="callout" presStyleIdx="5" presStyleCnt="10"/>
      <dgm:spPr/>
    </dgm:pt>
    <dgm:pt modelId="{D070F7F4-44DE-4F0D-B9BD-F5515D5287A4}" type="pres">
      <dgm:prSet presAssocID="{A9ACF6CC-6867-49B2-A55C-8B3EADE2F681}" presName="vertSpace2b" presStyleCnt="0"/>
      <dgm:spPr/>
    </dgm:pt>
    <dgm:pt modelId="{C5F0EF86-021D-48B0-A018-0FAD39AE89D4}" type="pres">
      <dgm:prSet presAssocID="{45A4399C-39BD-4596-ADDD-4D80040961AA}" presName="horz2" presStyleCnt="0"/>
      <dgm:spPr/>
    </dgm:pt>
    <dgm:pt modelId="{13CD9B79-7275-4A3B-BC34-624C11A2DB00}" type="pres">
      <dgm:prSet presAssocID="{45A4399C-39BD-4596-ADDD-4D80040961AA}" presName="horzSpace2" presStyleCnt="0"/>
      <dgm:spPr/>
    </dgm:pt>
    <dgm:pt modelId="{3D1E01FC-3595-4ACF-B236-E2BB3C35A680}" type="pres">
      <dgm:prSet presAssocID="{45A4399C-39BD-4596-ADDD-4D80040961AA}" presName="tx2" presStyleLbl="revTx" presStyleIdx="8" presStyleCnt="13"/>
      <dgm:spPr/>
    </dgm:pt>
    <dgm:pt modelId="{7F2BB2CD-E21E-4958-9EDC-8D8218D1A5BA}" type="pres">
      <dgm:prSet presAssocID="{45A4399C-39BD-4596-ADDD-4D80040961AA}" presName="vert2" presStyleCnt="0"/>
      <dgm:spPr/>
    </dgm:pt>
    <dgm:pt modelId="{05309BFC-05CF-431E-856A-ED2FF8CB105A}" type="pres">
      <dgm:prSet presAssocID="{45A4399C-39BD-4596-ADDD-4D80040961AA}" presName="thinLine2b" presStyleLbl="callout" presStyleIdx="6" presStyleCnt="10"/>
      <dgm:spPr/>
    </dgm:pt>
    <dgm:pt modelId="{3463C430-8EFD-4C01-8578-8E96F5DF1135}" type="pres">
      <dgm:prSet presAssocID="{45A4399C-39BD-4596-ADDD-4D80040961AA}" presName="vertSpace2b" presStyleCnt="0"/>
      <dgm:spPr/>
    </dgm:pt>
    <dgm:pt modelId="{2EBF8319-3B90-4EA9-9A69-F4F8EE821076}" type="pres">
      <dgm:prSet presAssocID="{34E8F7B0-F8E8-4716-9088-B8D162E2813F}" presName="thickLine" presStyleLbl="alignNode1" presStyleIdx="2" presStyleCnt="3"/>
      <dgm:spPr/>
    </dgm:pt>
    <dgm:pt modelId="{B23F561F-0BC6-49D0-93CF-8B07D1A94B98}" type="pres">
      <dgm:prSet presAssocID="{34E8F7B0-F8E8-4716-9088-B8D162E2813F}" presName="horz1" presStyleCnt="0"/>
      <dgm:spPr/>
    </dgm:pt>
    <dgm:pt modelId="{72887108-4B62-4C49-BC60-B59B1FECBA00}" type="pres">
      <dgm:prSet presAssocID="{34E8F7B0-F8E8-4716-9088-B8D162E2813F}" presName="tx1" presStyleLbl="revTx" presStyleIdx="9" presStyleCnt="13"/>
      <dgm:spPr/>
    </dgm:pt>
    <dgm:pt modelId="{9D09AAED-8108-4AC5-BCE9-95CF16966365}" type="pres">
      <dgm:prSet presAssocID="{34E8F7B0-F8E8-4716-9088-B8D162E2813F}" presName="vert1" presStyleCnt="0"/>
      <dgm:spPr/>
    </dgm:pt>
    <dgm:pt modelId="{CA0561B6-F00A-4ADC-A706-768F77D26E62}" type="pres">
      <dgm:prSet presAssocID="{B6974DD5-FE7F-4E7D-99B0-9EC6A0BF4C7A}" presName="vertSpace2a" presStyleCnt="0"/>
      <dgm:spPr/>
    </dgm:pt>
    <dgm:pt modelId="{8328E09F-F103-45C4-9C81-247244FC4131}" type="pres">
      <dgm:prSet presAssocID="{B6974DD5-FE7F-4E7D-99B0-9EC6A0BF4C7A}" presName="horz2" presStyleCnt="0"/>
      <dgm:spPr/>
    </dgm:pt>
    <dgm:pt modelId="{C170ADAE-237A-4492-863A-1450A81BB1D8}" type="pres">
      <dgm:prSet presAssocID="{B6974DD5-FE7F-4E7D-99B0-9EC6A0BF4C7A}" presName="horzSpace2" presStyleCnt="0"/>
      <dgm:spPr/>
    </dgm:pt>
    <dgm:pt modelId="{BB49E836-833E-46D6-8BE5-6B06C49C4714}" type="pres">
      <dgm:prSet presAssocID="{B6974DD5-FE7F-4E7D-99B0-9EC6A0BF4C7A}" presName="tx2" presStyleLbl="revTx" presStyleIdx="10" presStyleCnt="13"/>
      <dgm:spPr/>
    </dgm:pt>
    <dgm:pt modelId="{9B43E38A-26E2-46FC-81F9-627A69284E63}" type="pres">
      <dgm:prSet presAssocID="{B6974DD5-FE7F-4E7D-99B0-9EC6A0BF4C7A}" presName="vert2" presStyleCnt="0"/>
      <dgm:spPr/>
    </dgm:pt>
    <dgm:pt modelId="{DDA0BC15-1F7E-49A2-BA97-B070A377819E}" type="pres">
      <dgm:prSet presAssocID="{B6974DD5-FE7F-4E7D-99B0-9EC6A0BF4C7A}" presName="thinLine2b" presStyleLbl="callout" presStyleIdx="7" presStyleCnt="10"/>
      <dgm:spPr/>
    </dgm:pt>
    <dgm:pt modelId="{453E151C-2147-4F62-8FF4-DB4F1C80FC93}" type="pres">
      <dgm:prSet presAssocID="{B6974DD5-FE7F-4E7D-99B0-9EC6A0BF4C7A}" presName="vertSpace2b" presStyleCnt="0"/>
      <dgm:spPr/>
    </dgm:pt>
    <dgm:pt modelId="{9D34C978-0029-4C93-8604-B615784AA63F}" type="pres">
      <dgm:prSet presAssocID="{FA2F6979-2AA7-4ACB-86F4-885574176ECF}" presName="horz2" presStyleCnt="0"/>
      <dgm:spPr/>
    </dgm:pt>
    <dgm:pt modelId="{3ECA062C-5903-4B70-91E0-829B2AC73E9A}" type="pres">
      <dgm:prSet presAssocID="{FA2F6979-2AA7-4ACB-86F4-885574176ECF}" presName="horzSpace2" presStyleCnt="0"/>
      <dgm:spPr/>
    </dgm:pt>
    <dgm:pt modelId="{B37197E3-4F7A-4AEB-B22A-FF6C83E90AE3}" type="pres">
      <dgm:prSet presAssocID="{FA2F6979-2AA7-4ACB-86F4-885574176ECF}" presName="tx2" presStyleLbl="revTx" presStyleIdx="11" presStyleCnt="13"/>
      <dgm:spPr/>
    </dgm:pt>
    <dgm:pt modelId="{A7546888-B7B6-414D-B11F-909A32F7CAF7}" type="pres">
      <dgm:prSet presAssocID="{FA2F6979-2AA7-4ACB-86F4-885574176ECF}" presName="vert2" presStyleCnt="0"/>
      <dgm:spPr/>
    </dgm:pt>
    <dgm:pt modelId="{67C60CAC-F26B-461F-9197-25620B496B8C}" type="pres">
      <dgm:prSet presAssocID="{FA2F6979-2AA7-4ACB-86F4-885574176ECF}" presName="thinLine2b" presStyleLbl="callout" presStyleIdx="8" presStyleCnt="10"/>
      <dgm:spPr/>
    </dgm:pt>
    <dgm:pt modelId="{57ECDC02-6F45-4A2C-894C-3B6CF66DDC67}" type="pres">
      <dgm:prSet presAssocID="{FA2F6979-2AA7-4ACB-86F4-885574176ECF}" presName="vertSpace2b" presStyleCnt="0"/>
      <dgm:spPr/>
    </dgm:pt>
    <dgm:pt modelId="{5B01843B-F98A-49B9-A5EB-A8BCDC83C537}" type="pres">
      <dgm:prSet presAssocID="{EC5EB556-D25C-47FB-B034-3F3DCBC9A761}" presName="horz2" presStyleCnt="0"/>
      <dgm:spPr/>
    </dgm:pt>
    <dgm:pt modelId="{10BF0646-FA7A-4171-9FB1-B2E383C63AC8}" type="pres">
      <dgm:prSet presAssocID="{EC5EB556-D25C-47FB-B034-3F3DCBC9A761}" presName="horzSpace2" presStyleCnt="0"/>
      <dgm:spPr/>
    </dgm:pt>
    <dgm:pt modelId="{D8B8638E-1FBA-4B95-A5B7-CEFB50F51B38}" type="pres">
      <dgm:prSet presAssocID="{EC5EB556-D25C-47FB-B034-3F3DCBC9A761}" presName="tx2" presStyleLbl="revTx" presStyleIdx="12" presStyleCnt="13"/>
      <dgm:spPr/>
    </dgm:pt>
    <dgm:pt modelId="{923A01C6-A293-4FA5-B40C-06AD2761CFF0}" type="pres">
      <dgm:prSet presAssocID="{EC5EB556-D25C-47FB-B034-3F3DCBC9A761}" presName="vert2" presStyleCnt="0"/>
      <dgm:spPr/>
    </dgm:pt>
    <dgm:pt modelId="{3CB59C8E-A60A-41D1-96B1-AD3D35B986F1}" type="pres">
      <dgm:prSet presAssocID="{EC5EB556-D25C-47FB-B034-3F3DCBC9A761}" presName="thinLine2b" presStyleLbl="callout" presStyleIdx="9" presStyleCnt="10"/>
      <dgm:spPr/>
    </dgm:pt>
    <dgm:pt modelId="{176F3D31-BA40-455E-AE75-483BCFE6EA19}" type="pres">
      <dgm:prSet presAssocID="{EC5EB556-D25C-47FB-B034-3F3DCBC9A761}" presName="vertSpace2b" presStyleCnt="0"/>
      <dgm:spPr/>
    </dgm:pt>
  </dgm:ptLst>
  <dgm:cxnLst>
    <dgm:cxn modelId="{054EEC12-E006-46AA-83A6-2D498BE29A0C}" type="presOf" srcId="{66C5373A-44F1-45EB-8271-1E7AD5DA32EA}" destId="{636B35F2-911D-4528-AFD2-472B916D882D}" srcOrd="0" destOrd="0" presId="urn:microsoft.com/office/officeart/2008/layout/LinedList"/>
    <dgm:cxn modelId="{100FAB15-4E0C-419F-A297-B842867E5585}" type="presOf" srcId="{A9ACF6CC-6867-49B2-A55C-8B3EADE2F681}" destId="{0B108F03-537F-461C-8B34-68E753135776}" srcOrd="0" destOrd="0" presId="urn:microsoft.com/office/officeart/2008/layout/LinedList"/>
    <dgm:cxn modelId="{09D83619-B701-4DD0-BBE7-40AA002F7462}" srcId="{1DB68E7F-FCF0-4659-BA54-0B8597EACBFB}" destId="{C1C2CFA4-B23E-4AD1-9429-BC25261E6B43}" srcOrd="0" destOrd="0" parTransId="{495F08D0-05FB-4D67-BC14-7FEEB23E7E32}" sibTransId="{FA38C4F8-4D81-4FB4-AB4D-ED97130160DB}"/>
    <dgm:cxn modelId="{AC423819-5FD3-4748-A6EC-B64718628E12}" type="presOf" srcId="{4A8281F7-09CA-4637-9EA5-EBEF95D25F43}" destId="{7518547D-61D5-4ED7-9BF9-0FDA07D0E2E2}" srcOrd="0" destOrd="0" presId="urn:microsoft.com/office/officeart/2008/layout/LinedList"/>
    <dgm:cxn modelId="{92E83919-C5D9-44F4-94D6-74A91B23B210}" type="presOf" srcId="{1DB68E7F-FCF0-4659-BA54-0B8597EACBFB}" destId="{B17A1994-3E71-4081-8C46-51790E4086B9}" srcOrd="0" destOrd="0" presId="urn:microsoft.com/office/officeart/2008/layout/LinedList"/>
    <dgm:cxn modelId="{35B9821A-5568-4739-9D0C-2D4BCE57915A}" srcId="{66C5373A-44F1-45EB-8271-1E7AD5DA32EA}" destId="{A9ACF6CC-6867-49B2-A55C-8B3EADE2F681}" srcOrd="2" destOrd="0" parTransId="{DF37701A-E814-47B9-8341-878A933501C6}" sibTransId="{B2DF3409-CC8B-44CB-A8D1-8488FC34474B}"/>
    <dgm:cxn modelId="{40296B2D-01AF-47EE-9E49-83C8EBD08F6C}" srcId="{66C5373A-44F1-45EB-8271-1E7AD5DA32EA}" destId="{34042085-FE0B-4BD2-8B73-43AC140C2562}" srcOrd="1" destOrd="0" parTransId="{AF6C44F3-25E0-45F3-906E-0C0F96B20595}" sibTransId="{0E1F5C7A-4CBA-4755-819B-11671FB2AE28}"/>
    <dgm:cxn modelId="{D49D5435-D054-43F8-B4BD-385280B556FC}" srcId="{66C5373A-44F1-45EB-8271-1E7AD5DA32EA}" destId="{45A4399C-39BD-4596-ADDD-4D80040961AA}" srcOrd="3" destOrd="0" parTransId="{2072FCBA-5697-4D90-B40F-BF070F74F95D}" sibTransId="{9E22BE2A-743C-4197-A712-A06E3DD18A16}"/>
    <dgm:cxn modelId="{49A32B62-8AF0-4177-AF44-38F86494E3FA}" type="presOf" srcId="{B6974DD5-FE7F-4E7D-99B0-9EC6A0BF4C7A}" destId="{BB49E836-833E-46D6-8BE5-6B06C49C4714}" srcOrd="0" destOrd="0" presId="urn:microsoft.com/office/officeart/2008/layout/LinedList"/>
    <dgm:cxn modelId="{14E90C68-431E-49A4-9F71-6712740FE586}" srcId="{AD6ADD62-4E0E-4854-A732-E7A1FFF293E8}" destId="{34E8F7B0-F8E8-4716-9088-B8D162E2813F}" srcOrd="2" destOrd="0" parTransId="{4FD18634-7431-4C61-B8E1-9037A65397A3}" sibTransId="{2033C0FA-EF2D-4AEC-9DD6-DA995714C488}"/>
    <dgm:cxn modelId="{7A8C5B70-20FF-4581-A4A7-551B340F8905}" type="presOf" srcId="{EC5EB556-D25C-47FB-B034-3F3DCBC9A761}" destId="{D8B8638E-1FBA-4B95-A5B7-CEFB50F51B38}" srcOrd="0" destOrd="0" presId="urn:microsoft.com/office/officeart/2008/layout/LinedList"/>
    <dgm:cxn modelId="{65070F71-3BA0-4032-9CEC-A63A72A4913F}" type="presOf" srcId="{C1C2CFA4-B23E-4AD1-9429-BC25261E6B43}" destId="{AE2E8F77-4F11-45E9-A03D-2485EF8F1C9D}" srcOrd="0" destOrd="0" presId="urn:microsoft.com/office/officeart/2008/layout/LinedList"/>
    <dgm:cxn modelId="{6C761474-F6BD-4D6D-8A4E-C6F62C27D960}" srcId="{AD6ADD62-4E0E-4854-A732-E7A1FFF293E8}" destId="{66C5373A-44F1-45EB-8271-1E7AD5DA32EA}" srcOrd="1" destOrd="0" parTransId="{BF8FDA25-6CBE-4CE3-BEED-77A7F32EF73A}" sibTransId="{7E429BB8-7A58-40A6-940A-CBC3E6AB2C4D}"/>
    <dgm:cxn modelId="{829B6C56-54E3-441F-BB15-463EAC8E8750}" type="presOf" srcId="{45A4399C-39BD-4596-ADDD-4D80040961AA}" destId="{3D1E01FC-3595-4ACF-B236-E2BB3C35A680}" srcOrd="0" destOrd="0" presId="urn:microsoft.com/office/officeart/2008/layout/LinedList"/>
    <dgm:cxn modelId="{E0E04459-D3C7-4F1B-A643-564BD43DDF37}" type="presOf" srcId="{4C6CCA11-6768-4414-8759-F7608E608C4D}" destId="{7114A860-CB39-43EF-A791-DF1E738D0731}" srcOrd="0" destOrd="0" presId="urn:microsoft.com/office/officeart/2008/layout/LinedList"/>
    <dgm:cxn modelId="{5B61907F-7D6A-4885-9916-727B500D112A}" type="presOf" srcId="{AD6ADD62-4E0E-4854-A732-E7A1FFF293E8}" destId="{6909A2C5-36E8-45FB-8ADA-6D18A56764AA}" srcOrd="0" destOrd="0" presId="urn:microsoft.com/office/officeart/2008/layout/LinedList"/>
    <dgm:cxn modelId="{AF920588-2EB6-4357-B668-1184BBD9FF04}" srcId="{AD6ADD62-4E0E-4854-A732-E7A1FFF293E8}" destId="{1DB68E7F-FCF0-4659-BA54-0B8597EACBFB}" srcOrd="0" destOrd="0" parTransId="{2AA2ACB9-81E5-451B-B2FB-D3C7A336AACF}" sibTransId="{19F2FCCC-F123-408A-AD67-0D81E28B9C7C}"/>
    <dgm:cxn modelId="{D362AE90-B32C-481D-A6F9-90E17C86A216}" srcId="{34E8F7B0-F8E8-4716-9088-B8D162E2813F}" destId="{FA2F6979-2AA7-4ACB-86F4-885574176ECF}" srcOrd="1" destOrd="0" parTransId="{33CCFCC9-48E7-4189-9557-0FFCB73CBDFB}" sibTransId="{BA230C7F-CD4B-42BE-B377-F69F009EA788}"/>
    <dgm:cxn modelId="{35732598-4312-47F2-B358-57497A103EE9}" srcId="{34E8F7B0-F8E8-4716-9088-B8D162E2813F}" destId="{B6974DD5-FE7F-4E7D-99B0-9EC6A0BF4C7A}" srcOrd="0" destOrd="0" parTransId="{6C218020-26EF-43EA-A87F-D9EBF557C1D7}" sibTransId="{2FC69881-F540-4890-8237-E5B989736102}"/>
    <dgm:cxn modelId="{27388C9F-E427-46A7-B282-CD0741C9BECA}" srcId="{1DB68E7F-FCF0-4659-BA54-0B8597EACBFB}" destId="{4C6CCA11-6768-4414-8759-F7608E608C4D}" srcOrd="2" destOrd="0" parTransId="{8C027878-DEE0-409B-A135-66FC21CC7BE6}" sibTransId="{DBBF70A4-F4CF-499B-8B35-FB5C6C848987}"/>
    <dgm:cxn modelId="{818D3EAE-ADB2-4029-AD88-169D8D01F4B6}" srcId="{34E8F7B0-F8E8-4716-9088-B8D162E2813F}" destId="{EC5EB556-D25C-47FB-B034-3F3DCBC9A761}" srcOrd="2" destOrd="0" parTransId="{2E29336C-6E79-4EEF-8A92-ABC058C1E070}" sibTransId="{746C3AFF-5138-46F9-BB93-1A6A73537D5E}"/>
    <dgm:cxn modelId="{882E88B2-6E6B-41A6-89F6-0F506E143FE5}" srcId="{1DB68E7F-FCF0-4659-BA54-0B8597EACBFB}" destId="{4A8281F7-09CA-4637-9EA5-EBEF95D25F43}" srcOrd="1" destOrd="0" parTransId="{29E5CA63-FDC8-4183-A25D-73855A6618A8}" sibTransId="{937E27D6-92B7-419D-815E-2760E7E6F56E}"/>
    <dgm:cxn modelId="{87FF26D3-80CB-44A9-A08E-3C79FE57CE6A}" srcId="{66C5373A-44F1-45EB-8271-1E7AD5DA32EA}" destId="{477F2055-FB1A-44F1-AAD9-2D047A2A1B64}" srcOrd="0" destOrd="0" parTransId="{274EA408-00A1-4104-A9EB-C0FE4D9E8E94}" sibTransId="{523854EC-B86C-42EC-BD2E-3E3940333320}"/>
    <dgm:cxn modelId="{70AE9CD9-9AB4-4394-9FF7-6881AC8E3A79}" type="presOf" srcId="{34042085-FE0B-4BD2-8B73-43AC140C2562}" destId="{8595431F-6513-473F-8869-4E56C18CF3F9}" srcOrd="0" destOrd="0" presId="urn:microsoft.com/office/officeart/2008/layout/LinedList"/>
    <dgm:cxn modelId="{9C495FEB-1DC5-4B41-8948-54E37FBB1739}" type="presOf" srcId="{34E8F7B0-F8E8-4716-9088-B8D162E2813F}" destId="{72887108-4B62-4C49-BC60-B59B1FECBA00}" srcOrd="0" destOrd="0" presId="urn:microsoft.com/office/officeart/2008/layout/LinedList"/>
    <dgm:cxn modelId="{92CA01FC-8766-4380-A0E0-2A988FA99A0F}" type="presOf" srcId="{FA2F6979-2AA7-4ACB-86F4-885574176ECF}" destId="{B37197E3-4F7A-4AEB-B22A-FF6C83E90AE3}" srcOrd="0" destOrd="0" presId="urn:microsoft.com/office/officeart/2008/layout/LinedList"/>
    <dgm:cxn modelId="{D80338FC-3873-4234-885D-4BA85230C5AD}" type="presOf" srcId="{477F2055-FB1A-44F1-AAD9-2D047A2A1B64}" destId="{49DB31D6-46DF-43E2-B8B2-516B948E6CFA}" srcOrd="0" destOrd="0" presId="urn:microsoft.com/office/officeart/2008/layout/LinedList"/>
    <dgm:cxn modelId="{F493ADBB-3C53-4423-A89C-6DA7F1B55BCE}" type="presParOf" srcId="{6909A2C5-36E8-45FB-8ADA-6D18A56764AA}" destId="{51A56A05-DFBF-40EA-BE89-E55F359B68A0}" srcOrd="0" destOrd="0" presId="urn:microsoft.com/office/officeart/2008/layout/LinedList"/>
    <dgm:cxn modelId="{2FEA36EF-68E7-4967-856A-EF3DEDD395C0}" type="presParOf" srcId="{6909A2C5-36E8-45FB-8ADA-6D18A56764AA}" destId="{8A0DDDB3-FE86-4CE2-95EE-4D34E11B3494}" srcOrd="1" destOrd="0" presId="urn:microsoft.com/office/officeart/2008/layout/LinedList"/>
    <dgm:cxn modelId="{391C082B-543A-45DC-8B23-FAD2CCDBBB49}" type="presParOf" srcId="{8A0DDDB3-FE86-4CE2-95EE-4D34E11B3494}" destId="{B17A1994-3E71-4081-8C46-51790E4086B9}" srcOrd="0" destOrd="0" presId="urn:microsoft.com/office/officeart/2008/layout/LinedList"/>
    <dgm:cxn modelId="{181A820C-0281-46E7-BE96-D43338929EDA}" type="presParOf" srcId="{8A0DDDB3-FE86-4CE2-95EE-4D34E11B3494}" destId="{427FFBFD-3BE5-4FDC-B219-1BEFF469E2F8}" srcOrd="1" destOrd="0" presId="urn:microsoft.com/office/officeart/2008/layout/LinedList"/>
    <dgm:cxn modelId="{9384405D-3C8A-4876-BBC2-47EDCE2034CE}" type="presParOf" srcId="{427FFBFD-3BE5-4FDC-B219-1BEFF469E2F8}" destId="{5147CAA1-2DC1-4EB4-A0FB-CC0C3343565B}" srcOrd="0" destOrd="0" presId="urn:microsoft.com/office/officeart/2008/layout/LinedList"/>
    <dgm:cxn modelId="{ABDC1633-4F90-4F47-A54F-27C805532C4E}" type="presParOf" srcId="{427FFBFD-3BE5-4FDC-B219-1BEFF469E2F8}" destId="{EFCD0EAD-9FC5-4DA2-9FC3-C144E0F83DDC}" srcOrd="1" destOrd="0" presId="urn:microsoft.com/office/officeart/2008/layout/LinedList"/>
    <dgm:cxn modelId="{5668EE17-FC90-43ED-9F02-456B77C8E3FB}" type="presParOf" srcId="{EFCD0EAD-9FC5-4DA2-9FC3-C144E0F83DDC}" destId="{83A0334A-4BF1-4247-8B78-1E4D279EB0E7}" srcOrd="0" destOrd="0" presId="urn:microsoft.com/office/officeart/2008/layout/LinedList"/>
    <dgm:cxn modelId="{4FF209A6-A894-4A1D-8AC2-FABC6F11D9E7}" type="presParOf" srcId="{EFCD0EAD-9FC5-4DA2-9FC3-C144E0F83DDC}" destId="{AE2E8F77-4F11-45E9-A03D-2485EF8F1C9D}" srcOrd="1" destOrd="0" presId="urn:microsoft.com/office/officeart/2008/layout/LinedList"/>
    <dgm:cxn modelId="{72D0CFD4-53E4-4F70-8F65-A7A0DDD2F7D9}" type="presParOf" srcId="{EFCD0EAD-9FC5-4DA2-9FC3-C144E0F83DDC}" destId="{A3E76381-F6B0-4C0C-8EFB-BD87D2B2B0EC}" srcOrd="2" destOrd="0" presId="urn:microsoft.com/office/officeart/2008/layout/LinedList"/>
    <dgm:cxn modelId="{A059E5FA-654D-414B-98EE-CD4F577F9B02}" type="presParOf" srcId="{427FFBFD-3BE5-4FDC-B219-1BEFF469E2F8}" destId="{9655568C-AC4D-47B6-96A9-FD645D97E3A1}" srcOrd="2" destOrd="0" presId="urn:microsoft.com/office/officeart/2008/layout/LinedList"/>
    <dgm:cxn modelId="{EBF3516E-6EDB-4DB9-A417-00A91386AE9E}" type="presParOf" srcId="{427FFBFD-3BE5-4FDC-B219-1BEFF469E2F8}" destId="{EB48963F-124D-4F35-A4F5-11A4465F1290}" srcOrd="3" destOrd="0" presId="urn:microsoft.com/office/officeart/2008/layout/LinedList"/>
    <dgm:cxn modelId="{64BADBF9-CBDC-4664-9956-B4052B5D26D1}" type="presParOf" srcId="{427FFBFD-3BE5-4FDC-B219-1BEFF469E2F8}" destId="{760DC023-BE2C-4CD8-AD1D-511D048DB881}" srcOrd="4" destOrd="0" presId="urn:microsoft.com/office/officeart/2008/layout/LinedList"/>
    <dgm:cxn modelId="{1D126070-ECEE-45B6-8109-501C3A35709E}" type="presParOf" srcId="{760DC023-BE2C-4CD8-AD1D-511D048DB881}" destId="{E8260159-1C24-4128-9F5E-1F426BB32491}" srcOrd="0" destOrd="0" presId="urn:microsoft.com/office/officeart/2008/layout/LinedList"/>
    <dgm:cxn modelId="{0F708240-84B1-46CE-A38A-1C5151C63511}" type="presParOf" srcId="{760DC023-BE2C-4CD8-AD1D-511D048DB881}" destId="{7518547D-61D5-4ED7-9BF9-0FDA07D0E2E2}" srcOrd="1" destOrd="0" presId="urn:microsoft.com/office/officeart/2008/layout/LinedList"/>
    <dgm:cxn modelId="{DE78BC49-A45B-42D7-AB40-9299B34BDEA9}" type="presParOf" srcId="{760DC023-BE2C-4CD8-AD1D-511D048DB881}" destId="{5ECCAE83-F0B7-4D4A-8C87-1024ACA67F4D}" srcOrd="2" destOrd="0" presId="urn:microsoft.com/office/officeart/2008/layout/LinedList"/>
    <dgm:cxn modelId="{9402A9B3-C98C-4356-AD5E-7E4FC6320191}" type="presParOf" srcId="{427FFBFD-3BE5-4FDC-B219-1BEFF469E2F8}" destId="{273CBC18-F2F2-400A-8E55-D97435105BA5}" srcOrd="5" destOrd="0" presId="urn:microsoft.com/office/officeart/2008/layout/LinedList"/>
    <dgm:cxn modelId="{09EB286B-0255-4113-B539-7648148B3B80}" type="presParOf" srcId="{427FFBFD-3BE5-4FDC-B219-1BEFF469E2F8}" destId="{E8B1F8BF-26F2-4FFD-811F-A6172B74061F}" srcOrd="6" destOrd="0" presId="urn:microsoft.com/office/officeart/2008/layout/LinedList"/>
    <dgm:cxn modelId="{2E1D22E2-EBCE-4210-8405-79435BE252B6}" type="presParOf" srcId="{427FFBFD-3BE5-4FDC-B219-1BEFF469E2F8}" destId="{E3E8A9C5-0601-4CEA-B358-23A0E4CEB6D0}" srcOrd="7" destOrd="0" presId="urn:microsoft.com/office/officeart/2008/layout/LinedList"/>
    <dgm:cxn modelId="{26AE2D6F-716A-407D-862D-E28A15AA8C93}" type="presParOf" srcId="{E3E8A9C5-0601-4CEA-B358-23A0E4CEB6D0}" destId="{ECF8153E-52F8-437B-9A83-4C6724BAE16E}" srcOrd="0" destOrd="0" presId="urn:microsoft.com/office/officeart/2008/layout/LinedList"/>
    <dgm:cxn modelId="{4D9EB1F9-B328-4D40-8694-346F05674EB5}" type="presParOf" srcId="{E3E8A9C5-0601-4CEA-B358-23A0E4CEB6D0}" destId="{7114A860-CB39-43EF-A791-DF1E738D0731}" srcOrd="1" destOrd="0" presId="urn:microsoft.com/office/officeart/2008/layout/LinedList"/>
    <dgm:cxn modelId="{082DD90D-E4EA-4D58-BCA0-61F078C87B8F}" type="presParOf" srcId="{E3E8A9C5-0601-4CEA-B358-23A0E4CEB6D0}" destId="{39EF8333-59E7-44B8-B463-F7FDCD3D2C56}" srcOrd="2" destOrd="0" presId="urn:microsoft.com/office/officeart/2008/layout/LinedList"/>
    <dgm:cxn modelId="{0DD6EF14-6E18-4750-8B86-183215D6849A}" type="presParOf" srcId="{427FFBFD-3BE5-4FDC-B219-1BEFF469E2F8}" destId="{F6FB0423-9357-4B7B-98B1-E717A8A72F87}" srcOrd="8" destOrd="0" presId="urn:microsoft.com/office/officeart/2008/layout/LinedList"/>
    <dgm:cxn modelId="{A832E2C2-3390-4B37-AC3C-B20470E16535}" type="presParOf" srcId="{427FFBFD-3BE5-4FDC-B219-1BEFF469E2F8}" destId="{AA68512D-8BE6-48B2-BD24-EE360EF0DE16}" srcOrd="9" destOrd="0" presId="urn:microsoft.com/office/officeart/2008/layout/LinedList"/>
    <dgm:cxn modelId="{46761631-B27F-40DB-8C24-51A17FF3D8C4}" type="presParOf" srcId="{6909A2C5-36E8-45FB-8ADA-6D18A56764AA}" destId="{83CAE330-EF7F-42B6-AD6C-C112716FE85F}" srcOrd="2" destOrd="0" presId="urn:microsoft.com/office/officeart/2008/layout/LinedList"/>
    <dgm:cxn modelId="{7278EBBE-2385-4D57-AC03-853C47709101}" type="presParOf" srcId="{6909A2C5-36E8-45FB-8ADA-6D18A56764AA}" destId="{9602C68C-0116-40D5-A1AC-4FA4E061A1C7}" srcOrd="3" destOrd="0" presId="urn:microsoft.com/office/officeart/2008/layout/LinedList"/>
    <dgm:cxn modelId="{8289F425-61EB-47C6-A225-8BCDD129A159}" type="presParOf" srcId="{9602C68C-0116-40D5-A1AC-4FA4E061A1C7}" destId="{636B35F2-911D-4528-AFD2-472B916D882D}" srcOrd="0" destOrd="0" presId="urn:microsoft.com/office/officeart/2008/layout/LinedList"/>
    <dgm:cxn modelId="{8EF3B30F-3D8A-4DE8-A188-42D604B1E125}" type="presParOf" srcId="{9602C68C-0116-40D5-A1AC-4FA4E061A1C7}" destId="{DDA0183A-C4E4-4766-9F67-7322EEFCAB7A}" srcOrd="1" destOrd="0" presId="urn:microsoft.com/office/officeart/2008/layout/LinedList"/>
    <dgm:cxn modelId="{78BD7F55-FAE7-480C-9544-664DC76F3B03}" type="presParOf" srcId="{DDA0183A-C4E4-4766-9F67-7322EEFCAB7A}" destId="{B71E273E-E6CD-412C-A707-200F8DF86CD3}" srcOrd="0" destOrd="0" presId="urn:microsoft.com/office/officeart/2008/layout/LinedList"/>
    <dgm:cxn modelId="{BFE4D616-0836-4FCE-AA9F-6AF33100B198}" type="presParOf" srcId="{DDA0183A-C4E4-4766-9F67-7322EEFCAB7A}" destId="{B8476F6E-C643-4036-8795-F010F1D4A2E5}" srcOrd="1" destOrd="0" presId="urn:microsoft.com/office/officeart/2008/layout/LinedList"/>
    <dgm:cxn modelId="{A8E945E0-848C-479F-8BB9-42A447D59C1C}" type="presParOf" srcId="{B8476F6E-C643-4036-8795-F010F1D4A2E5}" destId="{94224396-341E-43FE-B040-02D1E0CB3F8F}" srcOrd="0" destOrd="0" presId="urn:microsoft.com/office/officeart/2008/layout/LinedList"/>
    <dgm:cxn modelId="{8AF0BB74-2E60-4D8E-8383-6CA50D00839B}" type="presParOf" srcId="{B8476F6E-C643-4036-8795-F010F1D4A2E5}" destId="{49DB31D6-46DF-43E2-B8B2-516B948E6CFA}" srcOrd="1" destOrd="0" presId="urn:microsoft.com/office/officeart/2008/layout/LinedList"/>
    <dgm:cxn modelId="{B66C8FB9-A42F-45AB-80D2-229837DA84BA}" type="presParOf" srcId="{B8476F6E-C643-4036-8795-F010F1D4A2E5}" destId="{EF2ABB70-F65E-4FC4-949E-3CCC3036FA15}" srcOrd="2" destOrd="0" presId="urn:microsoft.com/office/officeart/2008/layout/LinedList"/>
    <dgm:cxn modelId="{43ECABCD-D9F6-4AB2-9372-4DECEB1192A7}" type="presParOf" srcId="{DDA0183A-C4E4-4766-9F67-7322EEFCAB7A}" destId="{751E30B5-A65A-46C9-89A7-318029B4D130}" srcOrd="2" destOrd="0" presId="urn:microsoft.com/office/officeart/2008/layout/LinedList"/>
    <dgm:cxn modelId="{D969136F-AE33-42B4-A3F0-364AEAD9F4E3}" type="presParOf" srcId="{DDA0183A-C4E4-4766-9F67-7322EEFCAB7A}" destId="{28C8295F-3A43-4E71-8DD4-3F3F0E2DD4DF}" srcOrd="3" destOrd="0" presId="urn:microsoft.com/office/officeart/2008/layout/LinedList"/>
    <dgm:cxn modelId="{0FC328BB-16ED-4E16-9495-0CA80B0016F9}" type="presParOf" srcId="{DDA0183A-C4E4-4766-9F67-7322EEFCAB7A}" destId="{ED4193D4-7FFD-4299-BCB2-2963A0610B2A}" srcOrd="4" destOrd="0" presId="urn:microsoft.com/office/officeart/2008/layout/LinedList"/>
    <dgm:cxn modelId="{32A2AF43-E410-457C-9AF5-47DF0969707B}" type="presParOf" srcId="{ED4193D4-7FFD-4299-BCB2-2963A0610B2A}" destId="{22224383-A090-4F07-A689-3CA2D55A8536}" srcOrd="0" destOrd="0" presId="urn:microsoft.com/office/officeart/2008/layout/LinedList"/>
    <dgm:cxn modelId="{0B485E46-2A9B-4BDB-BFB8-B511715FDC8C}" type="presParOf" srcId="{ED4193D4-7FFD-4299-BCB2-2963A0610B2A}" destId="{8595431F-6513-473F-8869-4E56C18CF3F9}" srcOrd="1" destOrd="0" presId="urn:microsoft.com/office/officeart/2008/layout/LinedList"/>
    <dgm:cxn modelId="{2E036E3A-BF59-4DCE-9C49-EC917AB310BA}" type="presParOf" srcId="{ED4193D4-7FFD-4299-BCB2-2963A0610B2A}" destId="{899D0BB2-7D62-4B16-932E-41A87F7874FE}" srcOrd="2" destOrd="0" presId="urn:microsoft.com/office/officeart/2008/layout/LinedList"/>
    <dgm:cxn modelId="{84D0370F-577E-419F-A655-DA3F57357A79}" type="presParOf" srcId="{DDA0183A-C4E4-4766-9F67-7322EEFCAB7A}" destId="{B4F32693-A24E-4E68-A4E3-4526D5F36F22}" srcOrd="5" destOrd="0" presId="urn:microsoft.com/office/officeart/2008/layout/LinedList"/>
    <dgm:cxn modelId="{559ECC81-39BB-4CE4-B210-B0B1944730FF}" type="presParOf" srcId="{DDA0183A-C4E4-4766-9F67-7322EEFCAB7A}" destId="{B869EC9F-7C9D-46E6-B3B5-D480D8F9809D}" srcOrd="6" destOrd="0" presId="urn:microsoft.com/office/officeart/2008/layout/LinedList"/>
    <dgm:cxn modelId="{D15AC640-EF9C-4236-A0C8-FD192ADB7DDE}" type="presParOf" srcId="{DDA0183A-C4E4-4766-9F67-7322EEFCAB7A}" destId="{8E5181EE-7505-48F2-9426-02E018A59BD2}" srcOrd="7" destOrd="0" presId="urn:microsoft.com/office/officeart/2008/layout/LinedList"/>
    <dgm:cxn modelId="{1877275E-CE48-4357-B552-4CFCB09CB2A7}" type="presParOf" srcId="{8E5181EE-7505-48F2-9426-02E018A59BD2}" destId="{C421A898-56C1-4554-BBAC-6A77C5C908EA}" srcOrd="0" destOrd="0" presId="urn:microsoft.com/office/officeart/2008/layout/LinedList"/>
    <dgm:cxn modelId="{5CA23B3E-F49F-4E61-9D5B-332271E218FD}" type="presParOf" srcId="{8E5181EE-7505-48F2-9426-02E018A59BD2}" destId="{0B108F03-537F-461C-8B34-68E753135776}" srcOrd="1" destOrd="0" presId="urn:microsoft.com/office/officeart/2008/layout/LinedList"/>
    <dgm:cxn modelId="{7B48C7CF-7141-4E7A-9CA7-8784C7B14E10}" type="presParOf" srcId="{8E5181EE-7505-48F2-9426-02E018A59BD2}" destId="{D25055E4-5635-4BC8-A1AC-758AEF876352}" srcOrd="2" destOrd="0" presId="urn:microsoft.com/office/officeart/2008/layout/LinedList"/>
    <dgm:cxn modelId="{C0C6A999-B8F9-424D-9CF4-66B823BA029E}" type="presParOf" srcId="{DDA0183A-C4E4-4766-9F67-7322EEFCAB7A}" destId="{2FC9B009-06E9-49E9-8BD7-4CD0E88C929E}" srcOrd="8" destOrd="0" presId="urn:microsoft.com/office/officeart/2008/layout/LinedList"/>
    <dgm:cxn modelId="{9A8D777F-EC19-440B-B0D9-FD078FBEE9AA}" type="presParOf" srcId="{DDA0183A-C4E4-4766-9F67-7322EEFCAB7A}" destId="{D070F7F4-44DE-4F0D-B9BD-F5515D5287A4}" srcOrd="9" destOrd="0" presId="urn:microsoft.com/office/officeart/2008/layout/LinedList"/>
    <dgm:cxn modelId="{2CCF4DD2-838E-4A69-A425-DA04841088D8}" type="presParOf" srcId="{DDA0183A-C4E4-4766-9F67-7322EEFCAB7A}" destId="{C5F0EF86-021D-48B0-A018-0FAD39AE89D4}" srcOrd="10" destOrd="0" presId="urn:microsoft.com/office/officeart/2008/layout/LinedList"/>
    <dgm:cxn modelId="{0B692F77-1A5E-4303-A1DC-983DC1847E29}" type="presParOf" srcId="{C5F0EF86-021D-48B0-A018-0FAD39AE89D4}" destId="{13CD9B79-7275-4A3B-BC34-624C11A2DB00}" srcOrd="0" destOrd="0" presId="urn:microsoft.com/office/officeart/2008/layout/LinedList"/>
    <dgm:cxn modelId="{9E6455C3-8BC2-4326-8141-DD9116F78F56}" type="presParOf" srcId="{C5F0EF86-021D-48B0-A018-0FAD39AE89D4}" destId="{3D1E01FC-3595-4ACF-B236-E2BB3C35A680}" srcOrd="1" destOrd="0" presId="urn:microsoft.com/office/officeart/2008/layout/LinedList"/>
    <dgm:cxn modelId="{2AD561EB-6D87-48A4-96CC-37D59FD122FD}" type="presParOf" srcId="{C5F0EF86-021D-48B0-A018-0FAD39AE89D4}" destId="{7F2BB2CD-E21E-4958-9EDC-8D8218D1A5BA}" srcOrd="2" destOrd="0" presId="urn:microsoft.com/office/officeart/2008/layout/LinedList"/>
    <dgm:cxn modelId="{DD377A07-51E2-429E-821F-325154B0018C}" type="presParOf" srcId="{DDA0183A-C4E4-4766-9F67-7322EEFCAB7A}" destId="{05309BFC-05CF-431E-856A-ED2FF8CB105A}" srcOrd="11" destOrd="0" presId="urn:microsoft.com/office/officeart/2008/layout/LinedList"/>
    <dgm:cxn modelId="{17BDEBC6-FCE4-49EF-8EC6-D248F6787550}" type="presParOf" srcId="{DDA0183A-C4E4-4766-9F67-7322EEFCAB7A}" destId="{3463C430-8EFD-4C01-8578-8E96F5DF1135}" srcOrd="12" destOrd="0" presId="urn:microsoft.com/office/officeart/2008/layout/LinedList"/>
    <dgm:cxn modelId="{A2EE1F4B-4BFB-4388-8949-C96E4E51C201}" type="presParOf" srcId="{6909A2C5-36E8-45FB-8ADA-6D18A56764AA}" destId="{2EBF8319-3B90-4EA9-9A69-F4F8EE821076}" srcOrd="4" destOrd="0" presId="urn:microsoft.com/office/officeart/2008/layout/LinedList"/>
    <dgm:cxn modelId="{D26BD19A-65B9-4364-ADF2-5E18CDAD2BE0}" type="presParOf" srcId="{6909A2C5-36E8-45FB-8ADA-6D18A56764AA}" destId="{B23F561F-0BC6-49D0-93CF-8B07D1A94B98}" srcOrd="5" destOrd="0" presId="urn:microsoft.com/office/officeart/2008/layout/LinedList"/>
    <dgm:cxn modelId="{5F196D7F-5C49-43D9-A45B-A58411841C74}" type="presParOf" srcId="{B23F561F-0BC6-49D0-93CF-8B07D1A94B98}" destId="{72887108-4B62-4C49-BC60-B59B1FECBA00}" srcOrd="0" destOrd="0" presId="urn:microsoft.com/office/officeart/2008/layout/LinedList"/>
    <dgm:cxn modelId="{6638763C-C672-4B4F-908F-B69EFC77BC2C}" type="presParOf" srcId="{B23F561F-0BC6-49D0-93CF-8B07D1A94B98}" destId="{9D09AAED-8108-4AC5-BCE9-95CF16966365}" srcOrd="1" destOrd="0" presId="urn:microsoft.com/office/officeart/2008/layout/LinedList"/>
    <dgm:cxn modelId="{9F72F7DC-BA7D-40A6-8682-CF1F07356FB5}" type="presParOf" srcId="{9D09AAED-8108-4AC5-BCE9-95CF16966365}" destId="{CA0561B6-F00A-4ADC-A706-768F77D26E62}" srcOrd="0" destOrd="0" presId="urn:microsoft.com/office/officeart/2008/layout/LinedList"/>
    <dgm:cxn modelId="{5BABD5E2-BA08-40AF-A6CE-019C4BC18370}" type="presParOf" srcId="{9D09AAED-8108-4AC5-BCE9-95CF16966365}" destId="{8328E09F-F103-45C4-9C81-247244FC4131}" srcOrd="1" destOrd="0" presId="urn:microsoft.com/office/officeart/2008/layout/LinedList"/>
    <dgm:cxn modelId="{8E5668A7-36F8-4C94-9262-E32CE3E0017F}" type="presParOf" srcId="{8328E09F-F103-45C4-9C81-247244FC4131}" destId="{C170ADAE-237A-4492-863A-1450A81BB1D8}" srcOrd="0" destOrd="0" presId="urn:microsoft.com/office/officeart/2008/layout/LinedList"/>
    <dgm:cxn modelId="{D97130D8-C27F-44A5-B12B-BA77742B1C0E}" type="presParOf" srcId="{8328E09F-F103-45C4-9C81-247244FC4131}" destId="{BB49E836-833E-46D6-8BE5-6B06C49C4714}" srcOrd="1" destOrd="0" presId="urn:microsoft.com/office/officeart/2008/layout/LinedList"/>
    <dgm:cxn modelId="{F1B52F28-A916-4787-9AAC-10B778E26DE4}" type="presParOf" srcId="{8328E09F-F103-45C4-9C81-247244FC4131}" destId="{9B43E38A-26E2-46FC-81F9-627A69284E63}" srcOrd="2" destOrd="0" presId="urn:microsoft.com/office/officeart/2008/layout/LinedList"/>
    <dgm:cxn modelId="{A093323A-8FE4-4C81-B9D2-BD5D85821548}" type="presParOf" srcId="{9D09AAED-8108-4AC5-BCE9-95CF16966365}" destId="{DDA0BC15-1F7E-49A2-BA97-B070A377819E}" srcOrd="2" destOrd="0" presId="urn:microsoft.com/office/officeart/2008/layout/LinedList"/>
    <dgm:cxn modelId="{6F837B2C-3E51-4F6E-A40B-07ECE67E0888}" type="presParOf" srcId="{9D09AAED-8108-4AC5-BCE9-95CF16966365}" destId="{453E151C-2147-4F62-8FF4-DB4F1C80FC93}" srcOrd="3" destOrd="0" presId="urn:microsoft.com/office/officeart/2008/layout/LinedList"/>
    <dgm:cxn modelId="{B09F8854-2750-453F-B9E5-64657566B59B}" type="presParOf" srcId="{9D09AAED-8108-4AC5-BCE9-95CF16966365}" destId="{9D34C978-0029-4C93-8604-B615784AA63F}" srcOrd="4" destOrd="0" presId="urn:microsoft.com/office/officeart/2008/layout/LinedList"/>
    <dgm:cxn modelId="{5E2ED674-5105-4160-9C2B-92C610895EC4}" type="presParOf" srcId="{9D34C978-0029-4C93-8604-B615784AA63F}" destId="{3ECA062C-5903-4B70-91E0-829B2AC73E9A}" srcOrd="0" destOrd="0" presId="urn:microsoft.com/office/officeart/2008/layout/LinedList"/>
    <dgm:cxn modelId="{4C93517E-2EEC-463A-A20D-47BBE34F07C4}" type="presParOf" srcId="{9D34C978-0029-4C93-8604-B615784AA63F}" destId="{B37197E3-4F7A-4AEB-B22A-FF6C83E90AE3}" srcOrd="1" destOrd="0" presId="urn:microsoft.com/office/officeart/2008/layout/LinedList"/>
    <dgm:cxn modelId="{ABB51269-807F-4175-BFE3-A70996F3AF7D}" type="presParOf" srcId="{9D34C978-0029-4C93-8604-B615784AA63F}" destId="{A7546888-B7B6-414D-B11F-909A32F7CAF7}" srcOrd="2" destOrd="0" presId="urn:microsoft.com/office/officeart/2008/layout/LinedList"/>
    <dgm:cxn modelId="{554ED8F1-6F7F-4E8E-B39F-3C8B873AAB34}" type="presParOf" srcId="{9D09AAED-8108-4AC5-BCE9-95CF16966365}" destId="{67C60CAC-F26B-461F-9197-25620B496B8C}" srcOrd="5" destOrd="0" presId="urn:microsoft.com/office/officeart/2008/layout/LinedList"/>
    <dgm:cxn modelId="{C5C01FF3-315D-4C68-BBDA-C7AE810D5025}" type="presParOf" srcId="{9D09AAED-8108-4AC5-BCE9-95CF16966365}" destId="{57ECDC02-6F45-4A2C-894C-3B6CF66DDC67}" srcOrd="6" destOrd="0" presId="urn:microsoft.com/office/officeart/2008/layout/LinedList"/>
    <dgm:cxn modelId="{45EB410D-6BE6-4497-BB36-9FFBA94049AB}" type="presParOf" srcId="{9D09AAED-8108-4AC5-BCE9-95CF16966365}" destId="{5B01843B-F98A-49B9-A5EB-A8BCDC83C537}" srcOrd="7" destOrd="0" presId="urn:microsoft.com/office/officeart/2008/layout/LinedList"/>
    <dgm:cxn modelId="{3154C5F3-A7DF-40D6-B944-4F063B105584}" type="presParOf" srcId="{5B01843B-F98A-49B9-A5EB-A8BCDC83C537}" destId="{10BF0646-FA7A-4171-9FB1-B2E383C63AC8}" srcOrd="0" destOrd="0" presId="urn:microsoft.com/office/officeart/2008/layout/LinedList"/>
    <dgm:cxn modelId="{0DCC632B-C300-46CA-BB22-CBB2D8256A6D}" type="presParOf" srcId="{5B01843B-F98A-49B9-A5EB-A8BCDC83C537}" destId="{D8B8638E-1FBA-4B95-A5B7-CEFB50F51B38}" srcOrd="1" destOrd="0" presId="urn:microsoft.com/office/officeart/2008/layout/LinedList"/>
    <dgm:cxn modelId="{5A2ECA79-6719-4C01-BE6F-60F38EE99590}" type="presParOf" srcId="{5B01843B-F98A-49B9-A5EB-A8BCDC83C537}" destId="{923A01C6-A293-4FA5-B40C-06AD2761CFF0}" srcOrd="2" destOrd="0" presId="urn:microsoft.com/office/officeart/2008/layout/LinedList"/>
    <dgm:cxn modelId="{E9445869-57EA-4B93-B06A-2D78407AD881}" type="presParOf" srcId="{9D09AAED-8108-4AC5-BCE9-95CF16966365}" destId="{3CB59C8E-A60A-41D1-96B1-AD3D35B986F1}" srcOrd="8" destOrd="0" presId="urn:microsoft.com/office/officeart/2008/layout/LinedList"/>
    <dgm:cxn modelId="{50615FFB-933C-4D0F-B755-23A91D39AF12}" type="presParOf" srcId="{9D09AAED-8108-4AC5-BCE9-95CF16966365}" destId="{176F3D31-BA40-455E-AE75-483BCFE6EA19}"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6ADD62-4E0E-4854-A732-E7A1FFF293E8}" type="doc">
      <dgm:prSet loTypeId="urn:microsoft.com/office/officeart/2008/layout/LinedList" loCatId="list" qsTypeId="urn:microsoft.com/office/officeart/2005/8/quickstyle/simple2" qsCatId="simple" csTypeId="urn:microsoft.com/office/officeart/2005/8/colors/accent3_2" csCatId="accent3" phldr="1"/>
      <dgm:spPr/>
      <dgm:t>
        <a:bodyPr/>
        <a:lstStyle/>
        <a:p>
          <a:endParaRPr lang="en-US"/>
        </a:p>
      </dgm:t>
    </dgm:pt>
    <dgm:pt modelId="{C1C2CFA4-B23E-4AD1-9429-BC25261E6B43}">
      <dgm:prSet/>
      <dgm:spPr/>
      <dgm:t>
        <a:bodyPr/>
        <a:lstStyle/>
        <a:p>
          <a:r>
            <a:rPr lang="en-US" b="0" dirty="0"/>
            <a:t>Defined feature matrix (X) by dropping target and identifier columns</a:t>
          </a:r>
          <a:endParaRPr lang="en-US" dirty="0"/>
        </a:p>
      </dgm:t>
    </dgm:pt>
    <dgm:pt modelId="{495F08D0-05FB-4D67-BC14-7FEEB23E7E32}" type="parTrans" cxnId="{09D83619-B701-4DD0-BBE7-40AA002F7462}">
      <dgm:prSet/>
      <dgm:spPr/>
      <dgm:t>
        <a:bodyPr/>
        <a:lstStyle/>
        <a:p>
          <a:endParaRPr lang="en-US"/>
        </a:p>
      </dgm:t>
    </dgm:pt>
    <dgm:pt modelId="{FA38C4F8-4D81-4FB4-AB4D-ED97130160DB}" type="sibTrans" cxnId="{09D83619-B701-4DD0-BBE7-40AA002F7462}">
      <dgm:prSet/>
      <dgm:spPr/>
      <dgm:t>
        <a:bodyPr/>
        <a:lstStyle/>
        <a:p>
          <a:endParaRPr lang="en-US"/>
        </a:p>
      </dgm:t>
    </dgm:pt>
    <dgm:pt modelId="{4A8281F7-09CA-4637-9EA5-EBEF95D25F43}">
      <dgm:prSet/>
      <dgm:spPr/>
      <dgm:t>
        <a:bodyPr/>
        <a:lstStyle/>
        <a:p>
          <a:r>
            <a:rPr lang="en-US" b="0" dirty="0"/>
            <a:t>Isolated target variable (y) as </a:t>
          </a:r>
          <a:r>
            <a:rPr lang="en-US" b="0" dirty="0" err="1"/>
            <a:t>SurvivalTime</a:t>
          </a:r>
          <a:endParaRPr lang="en-US" dirty="0"/>
        </a:p>
      </dgm:t>
    </dgm:pt>
    <dgm:pt modelId="{29E5CA63-FDC8-4183-A25D-73855A6618A8}" type="parTrans" cxnId="{882E88B2-6E6B-41A6-89F6-0F506E143FE5}">
      <dgm:prSet/>
      <dgm:spPr/>
      <dgm:t>
        <a:bodyPr/>
        <a:lstStyle/>
        <a:p>
          <a:endParaRPr lang="en-US"/>
        </a:p>
      </dgm:t>
    </dgm:pt>
    <dgm:pt modelId="{937E27D6-92B7-419D-815E-2760E7E6F56E}" type="sibTrans" cxnId="{882E88B2-6E6B-41A6-89F6-0F506E143FE5}">
      <dgm:prSet/>
      <dgm:spPr/>
      <dgm:t>
        <a:bodyPr/>
        <a:lstStyle/>
        <a:p>
          <a:endParaRPr lang="en-US"/>
        </a:p>
      </dgm:t>
    </dgm:pt>
    <dgm:pt modelId="{4C6CCA11-6768-4414-8759-F7608E608C4D}">
      <dgm:prSet/>
      <dgm:spPr/>
      <dgm:t>
        <a:bodyPr/>
        <a:lstStyle/>
        <a:p>
          <a:r>
            <a:rPr lang="en-US" b="0" dirty="0"/>
            <a:t>Preserved censoring indicator for potential future use</a:t>
          </a:r>
          <a:endParaRPr lang="en-US" dirty="0"/>
        </a:p>
      </dgm:t>
    </dgm:pt>
    <dgm:pt modelId="{8C027878-DEE0-409B-A135-66FC21CC7BE6}" type="parTrans" cxnId="{27388C9F-E427-46A7-B282-CD0741C9BECA}">
      <dgm:prSet/>
      <dgm:spPr/>
      <dgm:t>
        <a:bodyPr/>
        <a:lstStyle/>
        <a:p>
          <a:endParaRPr lang="en-US"/>
        </a:p>
      </dgm:t>
    </dgm:pt>
    <dgm:pt modelId="{DBBF70A4-F4CF-499B-8B35-FB5C6C848987}" type="sibTrans" cxnId="{27388C9F-E427-46A7-B282-CD0741C9BECA}">
      <dgm:prSet/>
      <dgm:spPr/>
      <dgm:t>
        <a:bodyPr/>
        <a:lstStyle/>
        <a:p>
          <a:endParaRPr lang="en-US"/>
        </a:p>
      </dgm:t>
    </dgm:pt>
    <dgm:pt modelId="{66C5373A-44F1-45EB-8271-1E7AD5DA32EA}">
      <dgm:prSet/>
      <dgm:spPr/>
      <dgm:t>
        <a:bodyPr/>
        <a:lstStyle/>
        <a:p>
          <a:r>
            <a:rPr lang="pt-PT" b="0" dirty="0"/>
            <a:t>5. </a:t>
          </a:r>
          <a:r>
            <a:rPr lang="pt-PT" b="0" dirty="0" err="1"/>
            <a:t>Validation</a:t>
          </a:r>
          <a:r>
            <a:rPr lang="pt-PT" b="0" dirty="0"/>
            <a:t> </a:t>
          </a:r>
          <a:r>
            <a:rPr lang="pt-PT" b="0" dirty="0" err="1"/>
            <a:t>Strategy</a:t>
          </a:r>
          <a:r>
            <a:rPr lang="pt-PT" b="0" dirty="0"/>
            <a:t> </a:t>
          </a:r>
          <a:r>
            <a:rPr lang="pt-PT" b="0" dirty="0" err="1"/>
            <a:t>Development</a:t>
          </a:r>
          <a:endParaRPr lang="en-US" b="0" dirty="0"/>
        </a:p>
      </dgm:t>
    </dgm:pt>
    <dgm:pt modelId="{BF8FDA25-6CBE-4CE3-BEED-77A7F32EF73A}" type="parTrans" cxnId="{6C761474-F6BD-4D6D-8A4E-C6F62C27D960}">
      <dgm:prSet/>
      <dgm:spPr/>
      <dgm:t>
        <a:bodyPr/>
        <a:lstStyle/>
        <a:p>
          <a:endParaRPr lang="en-US"/>
        </a:p>
      </dgm:t>
    </dgm:pt>
    <dgm:pt modelId="{7E429BB8-7A58-40A6-940A-CBC3E6AB2C4D}" type="sibTrans" cxnId="{6C761474-F6BD-4D6D-8A4E-C6F62C27D960}">
      <dgm:prSet/>
      <dgm:spPr/>
      <dgm:t>
        <a:bodyPr/>
        <a:lstStyle/>
        <a:p>
          <a:endParaRPr lang="en-US"/>
        </a:p>
      </dgm:t>
    </dgm:pt>
    <dgm:pt modelId="{477F2055-FB1A-44F1-AAD9-2D047A2A1B64}">
      <dgm:prSet/>
      <dgm:spPr/>
      <dgm:t>
        <a:bodyPr/>
        <a:lstStyle/>
        <a:p>
          <a:r>
            <a:rPr lang="pt-PT" b="0" dirty="0" err="1"/>
            <a:t>Implemented</a:t>
          </a:r>
          <a:r>
            <a:rPr lang="pt-PT" b="0" dirty="0"/>
            <a:t> </a:t>
          </a:r>
          <a:r>
            <a:rPr lang="pt-PT" b="0" dirty="0" err="1"/>
            <a:t>train</a:t>
          </a:r>
          <a:r>
            <a:rPr lang="pt-PT" b="0" dirty="0"/>
            <a:t>/</a:t>
          </a:r>
          <a:r>
            <a:rPr lang="pt-PT" b="0" dirty="0" err="1"/>
            <a:t>validation</a:t>
          </a:r>
          <a:r>
            <a:rPr lang="pt-PT" b="0" dirty="0"/>
            <a:t>/</a:t>
          </a:r>
          <a:r>
            <a:rPr lang="pt-PT" b="0" dirty="0" err="1"/>
            <a:t>test</a:t>
          </a:r>
          <a:r>
            <a:rPr lang="pt-PT" b="0" dirty="0"/>
            <a:t> </a:t>
          </a:r>
          <a:r>
            <a:rPr lang="pt-PT" b="0" dirty="0" err="1"/>
            <a:t>split</a:t>
          </a:r>
          <a:r>
            <a:rPr lang="pt-PT" b="0" dirty="0"/>
            <a:t> (64%/16%/20%)</a:t>
          </a:r>
          <a:endParaRPr lang="en-US" dirty="0"/>
        </a:p>
      </dgm:t>
    </dgm:pt>
    <dgm:pt modelId="{274EA408-00A1-4104-A9EB-C0FE4D9E8E94}" type="parTrans" cxnId="{87FF26D3-80CB-44A9-A08E-3C79FE57CE6A}">
      <dgm:prSet/>
      <dgm:spPr/>
      <dgm:t>
        <a:bodyPr/>
        <a:lstStyle/>
        <a:p>
          <a:endParaRPr lang="en-US"/>
        </a:p>
      </dgm:t>
    </dgm:pt>
    <dgm:pt modelId="{523854EC-B86C-42EC-BD2E-3E3940333320}" type="sibTrans" cxnId="{87FF26D3-80CB-44A9-A08E-3C79FE57CE6A}">
      <dgm:prSet/>
      <dgm:spPr/>
      <dgm:t>
        <a:bodyPr/>
        <a:lstStyle/>
        <a:p>
          <a:endParaRPr lang="en-US"/>
        </a:p>
      </dgm:t>
    </dgm:pt>
    <dgm:pt modelId="{34042085-FE0B-4BD2-8B73-43AC140C2562}">
      <dgm:prSet/>
      <dgm:spPr/>
      <dgm:t>
        <a:bodyPr/>
        <a:lstStyle/>
        <a:p>
          <a:r>
            <a:rPr lang="en-US" b="0" dirty="0"/>
            <a:t>Tested simple split approach with Linear Regression</a:t>
          </a:r>
          <a:endParaRPr lang="en-US" dirty="0"/>
        </a:p>
      </dgm:t>
    </dgm:pt>
    <dgm:pt modelId="{AF6C44F3-25E0-45F3-906E-0C0F96B20595}" type="parTrans" cxnId="{40296B2D-01AF-47EE-9E49-83C8EBD08F6C}">
      <dgm:prSet/>
      <dgm:spPr/>
      <dgm:t>
        <a:bodyPr/>
        <a:lstStyle/>
        <a:p>
          <a:endParaRPr lang="en-US"/>
        </a:p>
      </dgm:t>
    </dgm:pt>
    <dgm:pt modelId="{0E1F5C7A-4CBA-4755-819B-11671FB2AE28}" type="sibTrans" cxnId="{40296B2D-01AF-47EE-9E49-83C8EBD08F6C}">
      <dgm:prSet/>
      <dgm:spPr/>
      <dgm:t>
        <a:bodyPr/>
        <a:lstStyle/>
        <a:p>
          <a:endParaRPr lang="en-US"/>
        </a:p>
      </dgm:t>
    </dgm:pt>
    <dgm:pt modelId="{A9ACF6CC-6867-49B2-A55C-8B3EADE2F681}">
      <dgm:prSet/>
      <dgm:spPr/>
      <dgm:t>
        <a:bodyPr/>
        <a:lstStyle/>
        <a:p>
          <a:r>
            <a:rPr lang="en-US" b="0" dirty="0"/>
            <a:t>Implemented 5-fold cross-validation for more robust evaluation</a:t>
          </a:r>
          <a:endParaRPr lang="en-US" dirty="0"/>
        </a:p>
      </dgm:t>
    </dgm:pt>
    <dgm:pt modelId="{DF37701A-E814-47B9-8341-878A933501C6}" type="parTrans" cxnId="{35B9821A-5568-4739-9D0C-2D4BCE57915A}">
      <dgm:prSet/>
      <dgm:spPr/>
      <dgm:t>
        <a:bodyPr/>
        <a:lstStyle/>
        <a:p>
          <a:endParaRPr lang="en-US"/>
        </a:p>
      </dgm:t>
    </dgm:pt>
    <dgm:pt modelId="{B2DF3409-CC8B-44CB-A8D1-8488FC34474B}" type="sibTrans" cxnId="{35B9821A-5568-4739-9D0C-2D4BCE57915A}">
      <dgm:prSet/>
      <dgm:spPr/>
      <dgm:t>
        <a:bodyPr/>
        <a:lstStyle/>
        <a:p>
          <a:endParaRPr lang="en-US"/>
        </a:p>
      </dgm:t>
    </dgm:pt>
    <dgm:pt modelId="{45A4399C-39BD-4596-ADDD-4D80040961AA}">
      <dgm:prSet/>
      <dgm:spPr/>
      <dgm:t>
        <a:bodyPr/>
        <a:lstStyle/>
        <a:p>
          <a:r>
            <a:rPr lang="en-US" b="0" dirty="0"/>
            <a:t>Compared both validation strategies (simple split vs. cross-validation)</a:t>
          </a:r>
          <a:endParaRPr lang="en-US" dirty="0"/>
        </a:p>
      </dgm:t>
    </dgm:pt>
    <dgm:pt modelId="{2072FCBA-5697-4D90-B40F-BF070F74F95D}" type="parTrans" cxnId="{D49D5435-D054-43F8-B4BD-385280B556FC}">
      <dgm:prSet/>
      <dgm:spPr/>
      <dgm:t>
        <a:bodyPr/>
        <a:lstStyle/>
        <a:p>
          <a:endParaRPr lang="en-US"/>
        </a:p>
      </dgm:t>
    </dgm:pt>
    <dgm:pt modelId="{9E22BE2A-743C-4197-A712-A06E3DD18A16}" type="sibTrans" cxnId="{D49D5435-D054-43F8-B4BD-385280B556FC}">
      <dgm:prSet/>
      <dgm:spPr/>
      <dgm:t>
        <a:bodyPr/>
        <a:lstStyle/>
        <a:p>
          <a:endParaRPr lang="en-US"/>
        </a:p>
      </dgm:t>
    </dgm:pt>
    <dgm:pt modelId="{34E8F7B0-F8E8-4716-9088-B8D162E2813F}">
      <dgm:prSet/>
      <dgm:spPr/>
      <dgm:t>
        <a:bodyPr/>
        <a:lstStyle/>
        <a:p>
          <a:r>
            <a:rPr lang="pt-PT" b="0" dirty="0"/>
            <a:t>6. Performance </a:t>
          </a:r>
          <a:r>
            <a:rPr lang="pt-PT" b="0" dirty="0" err="1"/>
            <a:t>Evaluation</a:t>
          </a:r>
          <a:endParaRPr lang="en-US" b="0" dirty="0"/>
        </a:p>
      </dgm:t>
    </dgm:pt>
    <dgm:pt modelId="{4FD18634-7431-4C61-B8E1-9037A65397A3}" type="parTrans" cxnId="{14E90C68-431E-49A4-9F71-6712740FE586}">
      <dgm:prSet/>
      <dgm:spPr/>
      <dgm:t>
        <a:bodyPr/>
        <a:lstStyle/>
        <a:p>
          <a:endParaRPr lang="en-US"/>
        </a:p>
      </dgm:t>
    </dgm:pt>
    <dgm:pt modelId="{2033C0FA-EF2D-4AEC-9DD6-DA995714C488}" type="sibTrans" cxnId="{14E90C68-431E-49A4-9F71-6712740FE586}">
      <dgm:prSet/>
      <dgm:spPr/>
      <dgm:t>
        <a:bodyPr/>
        <a:lstStyle/>
        <a:p>
          <a:endParaRPr lang="en-US"/>
        </a:p>
      </dgm:t>
    </dgm:pt>
    <dgm:pt modelId="{FA2F6979-2AA7-4ACB-86F4-885574176ECF}">
      <dgm:prSet/>
      <dgm:spPr/>
      <dgm:t>
        <a:bodyPr/>
        <a:lstStyle/>
        <a:p>
          <a:r>
            <a:rPr lang="en-US" b="0" dirty="0"/>
            <a:t>Evaluated model performance on validation and test sets</a:t>
          </a:r>
          <a:endParaRPr lang="en-US" dirty="0"/>
        </a:p>
      </dgm:t>
    </dgm:pt>
    <dgm:pt modelId="{33CCFCC9-48E7-4189-9557-0FFCB73CBDFB}" type="parTrans" cxnId="{D362AE90-B32C-481D-A6F9-90E17C86A216}">
      <dgm:prSet/>
      <dgm:spPr/>
      <dgm:t>
        <a:bodyPr/>
        <a:lstStyle/>
        <a:p>
          <a:endParaRPr lang="en-US"/>
        </a:p>
      </dgm:t>
    </dgm:pt>
    <dgm:pt modelId="{BA230C7F-CD4B-42BE-B377-F69F009EA788}" type="sibTrans" cxnId="{D362AE90-B32C-481D-A6F9-90E17C86A216}">
      <dgm:prSet/>
      <dgm:spPr/>
      <dgm:t>
        <a:bodyPr/>
        <a:lstStyle/>
        <a:p>
          <a:endParaRPr lang="en-US"/>
        </a:p>
      </dgm:t>
    </dgm:pt>
    <dgm:pt modelId="{EC5EB556-D25C-47FB-B034-3F3DCBC9A761}">
      <dgm:prSet/>
      <dgm:spPr/>
      <dgm:t>
        <a:bodyPr/>
        <a:lstStyle/>
        <a:p>
          <a:r>
            <a:rPr lang="en-US" b="0" dirty="0"/>
            <a:t>Compared cross-validation results to simple split results</a:t>
          </a:r>
          <a:endParaRPr lang="en-US" dirty="0"/>
        </a:p>
      </dgm:t>
    </dgm:pt>
    <dgm:pt modelId="{2E29336C-6E79-4EEF-8A92-ABC058C1E070}" type="parTrans" cxnId="{818D3EAE-ADB2-4029-AD88-169D8D01F4B6}">
      <dgm:prSet/>
      <dgm:spPr/>
      <dgm:t>
        <a:bodyPr/>
        <a:lstStyle/>
        <a:p>
          <a:endParaRPr lang="en-US"/>
        </a:p>
      </dgm:t>
    </dgm:pt>
    <dgm:pt modelId="{746C3AFF-5138-46F9-BB93-1A6A73537D5E}" type="sibTrans" cxnId="{818D3EAE-ADB2-4029-AD88-169D8D01F4B6}">
      <dgm:prSet/>
      <dgm:spPr/>
      <dgm:t>
        <a:bodyPr/>
        <a:lstStyle/>
        <a:p>
          <a:endParaRPr lang="en-US"/>
        </a:p>
      </dgm:t>
    </dgm:pt>
    <dgm:pt modelId="{1DB68E7F-FCF0-4659-BA54-0B8597EACBFB}">
      <dgm:prSet/>
      <dgm:spPr/>
      <dgm:t>
        <a:bodyPr/>
        <a:lstStyle/>
        <a:p>
          <a:r>
            <a:rPr lang="pt-PT" b="0" dirty="0"/>
            <a:t>4. Data </a:t>
          </a:r>
          <a:r>
            <a:rPr lang="pt-PT" b="0" dirty="0" err="1"/>
            <a:t>Preparation</a:t>
          </a:r>
          <a:endParaRPr lang="en-US" b="0" dirty="0"/>
        </a:p>
      </dgm:t>
    </dgm:pt>
    <dgm:pt modelId="{19F2FCCC-F123-408A-AD67-0D81E28B9C7C}" type="sibTrans" cxnId="{AF920588-2EB6-4357-B668-1184BBD9FF04}">
      <dgm:prSet/>
      <dgm:spPr/>
      <dgm:t>
        <a:bodyPr/>
        <a:lstStyle/>
        <a:p>
          <a:endParaRPr lang="en-US"/>
        </a:p>
      </dgm:t>
    </dgm:pt>
    <dgm:pt modelId="{2AA2ACB9-81E5-451B-B2FB-D3C7A336AACF}" type="parTrans" cxnId="{AF920588-2EB6-4357-B668-1184BBD9FF04}">
      <dgm:prSet/>
      <dgm:spPr/>
      <dgm:t>
        <a:bodyPr/>
        <a:lstStyle/>
        <a:p>
          <a:endParaRPr lang="en-US"/>
        </a:p>
      </dgm:t>
    </dgm:pt>
    <dgm:pt modelId="{8A3D6BC1-FFE4-442B-AB06-65A0957E93FC}">
      <dgm:prSet/>
      <dgm:spPr/>
      <dgm:t>
        <a:bodyPr/>
        <a:lstStyle/>
        <a:p>
          <a:r>
            <a:rPr lang="en-US" b="0" dirty="0"/>
            <a:t>Calculated MSE (Mean Squared Error) and </a:t>
          </a:r>
          <a:r>
            <a:rPr lang="en-US" b="0" dirty="0" err="1"/>
            <a:t>cMSE</a:t>
          </a:r>
          <a:r>
            <a:rPr lang="en-US" b="0" dirty="0"/>
            <a:t> (Censored MSE)</a:t>
          </a:r>
          <a:endParaRPr lang="en-US" dirty="0"/>
        </a:p>
      </dgm:t>
    </dgm:pt>
    <dgm:pt modelId="{BB9D9575-AC47-41AC-87DA-19D748CF6439}" type="parTrans" cxnId="{A410FCD8-7CA0-4946-9B58-9CD6B5B54ED7}">
      <dgm:prSet/>
      <dgm:spPr/>
      <dgm:t>
        <a:bodyPr/>
        <a:lstStyle/>
        <a:p>
          <a:endParaRPr lang="pt-PT"/>
        </a:p>
      </dgm:t>
    </dgm:pt>
    <dgm:pt modelId="{B6F10AEA-141D-41BC-B938-9947D326B2EB}" type="sibTrans" cxnId="{A410FCD8-7CA0-4946-9B58-9CD6B5B54ED7}">
      <dgm:prSet/>
      <dgm:spPr/>
      <dgm:t>
        <a:bodyPr/>
        <a:lstStyle/>
        <a:p>
          <a:endParaRPr lang="pt-PT"/>
        </a:p>
      </dgm:t>
    </dgm:pt>
    <dgm:pt modelId="{6909A2C5-36E8-45FB-8ADA-6D18A56764AA}" type="pres">
      <dgm:prSet presAssocID="{AD6ADD62-4E0E-4854-A732-E7A1FFF293E8}" presName="vert0" presStyleCnt="0">
        <dgm:presLayoutVars>
          <dgm:dir/>
          <dgm:animOne val="branch"/>
          <dgm:animLvl val="lvl"/>
        </dgm:presLayoutVars>
      </dgm:prSet>
      <dgm:spPr/>
    </dgm:pt>
    <dgm:pt modelId="{51A56A05-DFBF-40EA-BE89-E55F359B68A0}" type="pres">
      <dgm:prSet presAssocID="{1DB68E7F-FCF0-4659-BA54-0B8597EACBFB}" presName="thickLine" presStyleLbl="alignNode1" presStyleIdx="0" presStyleCnt="3"/>
      <dgm:spPr/>
    </dgm:pt>
    <dgm:pt modelId="{8A0DDDB3-FE86-4CE2-95EE-4D34E11B3494}" type="pres">
      <dgm:prSet presAssocID="{1DB68E7F-FCF0-4659-BA54-0B8597EACBFB}" presName="horz1" presStyleCnt="0"/>
      <dgm:spPr/>
    </dgm:pt>
    <dgm:pt modelId="{B17A1994-3E71-4081-8C46-51790E4086B9}" type="pres">
      <dgm:prSet presAssocID="{1DB68E7F-FCF0-4659-BA54-0B8597EACBFB}" presName="tx1" presStyleLbl="revTx" presStyleIdx="0" presStyleCnt="13"/>
      <dgm:spPr/>
    </dgm:pt>
    <dgm:pt modelId="{427FFBFD-3BE5-4FDC-B219-1BEFF469E2F8}" type="pres">
      <dgm:prSet presAssocID="{1DB68E7F-FCF0-4659-BA54-0B8597EACBFB}" presName="vert1" presStyleCnt="0"/>
      <dgm:spPr/>
    </dgm:pt>
    <dgm:pt modelId="{5147CAA1-2DC1-4EB4-A0FB-CC0C3343565B}" type="pres">
      <dgm:prSet presAssocID="{C1C2CFA4-B23E-4AD1-9429-BC25261E6B43}" presName="vertSpace2a" presStyleCnt="0"/>
      <dgm:spPr/>
    </dgm:pt>
    <dgm:pt modelId="{EFCD0EAD-9FC5-4DA2-9FC3-C144E0F83DDC}" type="pres">
      <dgm:prSet presAssocID="{C1C2CFA4-B23E-4AD1-9429-BC25261E6B43}" presName="horz2" presStyleCnt="0"/>
      <dgm:spPr/>
    </dgm:pt>
    <dgm:pt modelId="{83A0334A-4BF1-4247-8B78-1E4D279EB0E7}" type="pres">
      <dgm:prSet presAssocID="{C1C2CFA4-B23E-4AD1-9429-BC25261E6B43}" presName="horzSpace2" presStyleCnt="0"/>
      <dgm:spPr/>
    </dgm:pt>
    <dgm:pt modelId="{AE2E8F77-4F11-45E9-A03D-2485EF8F1C9D}" type="pres">
      <dgm:prSet presAssocID="{C1C2CFA4-B23E-4AD1-9429-BC25261E6B43}" presName="tx2" presStyleLbl="revTx" presStyleIdx="1" presStyleCnt="13"/>
      <dgm:spPr/>
    </dgm:pt>
    <dgm:pt modelId="{A3E76381-F6B0-4C0C-8EFB-BD87D2B2B0EC}" type="pres">
      <dgm:prSet presAssocID="{C1C2CFA4-B23E-4AD1-9429-BC25261E6B43}" presName="vert2" presStyleCnt="0"/>
      <dgm:spPr/>
    </dgm:pt>
    <dgm:pt modelId="{9655568C-AC4D-47B6-96A9-FD645D97E3A1}" type="pres">
      <dgm:prSet presAssocID="{C1C2CFA4-B23E-4AD1-9429-BC25261E6B43}" presName="thinLine2b" presStyleLbl="callout" presStyleIdx="0" presStyleCnt="10"/>
      <dgm:spPr/>
    </dgm:pt>
    <dgm:pt modelId="{EB48963F-124D-4F35-A4F5-11A4465F1290}" type="pres">
      <dgm:prSet presAssocID="{C1C2CFA4-B23E-4AD1-9429-BC25261E6B43}" presName="vertSpace2b" presStyleCnt="0"/>
      <dgm:spPr/>
    </dgm:pt>
    <dgm:pt modelId="{760DC023-BE2C-4CD8-AD1D-511D048DB881}" type="pres">
      <dgm:prSet presAssocID="{4A8281F7-09CA-4637-9EA5-EBEF95D25F43}" presName="horz2" presStyleCnt="0"/>
      <dgm:spPr/>
    </dgm:pt>
    <dgm:pt modelId="{E8260159-1C24-4128-9F5E-1F426BB32491}" type="pres">
      <dgm:prSet presAssocID="{4A8281F7-09CA-4637-9EA5-EBEF95D25F43}" presName="horzSpace2" presStyleCnt="0"/>
      <dgm:spPr/>
    </dgm:pt>
    <dgm:pt modelId="{7518547D-61D5-4ED7-9BF9-0FDA07D0E2E2}" type="pres">
      <dgm:prSet presAssocID="{4A8281F7-09CA-4637-9EA5-EBEF95D25F43}" presName="tx2" presStyleLbl="revTx" presStyleIdx="2" presStyleCnt="13"/>
      <dgm:spPr/>
    </dgm:pt>
    <dgm:pt modelId="{5ECCAE83-F0B7-4D4A-8C87-1024ACA67F4D}" type="pres">
      <dgm:prSet presAssocID="{4A8281F7-09CA-4637-9EA5-EBEF95D25F43}" presName="vert2" presStyleCnt="0"/>
      <dgm:spPr/>
    </dgm:pt>
    <dgm:pt modelId="{273CBC18-F2F2-400A-8E55-D97435105BA5}" type="pres">
      <dgm:prSet presAssocID="{4A8281F7-09CA-4637-9EA5-EBEF95D25F43}" presName="thinLine2b" presStyleLbl="callout" presStyleIdx="1" presStyleCnt="10"/>
      <dgm:spPr/>
    </dgm:pt>
    <dgm:pt modelId="{E8B1F8BF-26F2-4FFD-811F-A6172B74061F}" type="pres">
      <dgm:prSet presAssocID="{4A8281F7-09CA-4637-9EA5-EBEF95D25F43}" presName="vertSpace2b" presStyleCnt="0"/>
      <dgm:spPr/>
    </dgm:pt>
    <dgm:pt modelId="{E3E8A9C5-0601-4CEA-B358-23A0E4CEB6D0}" type="pres">
      <dgm:prSet presAssocID="{4C6CCA11-6768-4414-8759-F7608E608C4D}" presName="horz2" presStyleCnt="0"/>
      <dgm:spPr/>
    </dgm:pt>
    <dgm:pt modelId="{ECF8153E-52F8-437B-9A83-4C6724BAE16E}" type="pres">
      <dgm:prSet presAssocID="{4C6CCA11-6768-4414-8759-F7608E608C4D}" presName="horzSpace2" presStyleCnt="0"/>
      <dgm:spPr/>
    </dgm:pt>
    <dgm:pt modelId="{7114A860-CB39-43EF-A791-DF1E738D0731}" type="pres">
      <dgm:prSet presAssocID="{4C6CCA11-6768-4414-8759-F7608E608C4D}" presName="tx2" presStyleLbl="revTx" presStyleIdx="3" presStyleCnt="13"/>
      <dgm:spPr/>
    </dgm:pt>
    <dgm:pt modelId="{39EF8333-59E7-44B8-B463-F7FDCD3D2C56}" type="pres">
      <dgm:prSet presAssocID="{4C6CCA11-6768-4414-8759-F7608E608C4D}" presName="vert2" presStyleCnt="0"/>
      <dgm:spPr/>
    </dgm:pt>
    <dgm:pt modelId="{F6FB0423-9357-4B7B-98B1-E717A8A72F87}" type="pres">
      <dgm:prSet presAssocID="{4C6CCA11-6768-4414-8759-F7608E608C4D}" presName="thinLine2b" presStyleLbl="callout" presStyleIdx="2" presStyleCnt="10"/>
      <dgm:spPr/>
    </dgm:pt>
    <dgm:pt modelId="{AA68512D-8BE6-48B2-BD24-EE360EF0DE16}" type="pres">
      <dgm:prSet presAssocID="{4C6CCA11-6768-4414-8759-F7608E608C4D}" presName="vertSpace2b" presStyleCnt="0"/>
      <dgm:spPr/>
    </dgm:pt>
    <dgm:pt modelId="{83CAE330-EF7F-42B6-AD6C-C112716FE85F}" type="pres">
      <dgm:prSet presAssocID="{66C5373A-44F1-45EB-8271-1E7AD5DA32EA}" presName="thickLine" presStyleLbl="alignNode1" presStyleIdx="1" presStyleCnt="3"/>
      <dgm:spPr/>
    </dgm:pt>
    <dgm:pt modelId="{9602C68C-0116-40D5-A1AC-4FA4E061A1C7}" type="pres">
      <dgm:prSet presAssocID="{66C5373A-44F1-45EB-8271-1E7AD5DA32EA}" presName="horz1" presStyleCnt="0"/>
      <dgm:spPr/>
    </dgm:pt>
    <dgm:pt modelId="{636B35F2-911D-4528-AFD2-472B916D882D}" type="pres">
      <dgm:prSet presAssocID="{66C5373A-44F1-45EB-8271-1E7AD5DA32EA}" presName="tx1" presStyleLbl="revTx" presStyleIdx="4" presStyleCnt="13"/>
      <dgm:spPr/>
    </dgm:pt>
    <dgm:pt modelId="{DDA0183A-C4E4-4766-9F67-7322EEFCAB7A}" type="pres">
      <dgm:prSet presAssocID="{66C5373A-44F1-45EB-8271-1E7AD5DA32EA}" presName="vert1" presStyleCnt="0"/>
      <dgm:spPr/>
    </dgm:pt>
    <dgm:pt modelId="{B71E273E-E6CD-412C-A707-200F8DF86CD3}" type="pres">
      <dgm:prSet presAssocID="{477F2055-FB1A-44F1-AAD9-2D047A2A1B64}" presName="vertSpace2a" presStyleCnt="0"/>
      <dgm:spPr/>
    </dgm:pt>
    <dgm:pt modelId="{B8476F6E-C643-4036-8795-F010F1D4A2E5}" type="pres">
      <dgm:prSet presAssocID="{477F2055-FB1A-44F1-AAD9-2D047A2A1B64}" presName="horz2" presStyleCnt="0"/>
      <dgm:spPr/>
    </dgm:pt>
    <dgm:pt modelId="{94224396-341E-43FE-B040-02D1E0CB3F8F}" type="pres">
      <dgm:prSet presAssocID="{477F2055-FB1A-44F1-AAD9-2D047A2A1B64}" presName="horzSpace2" presStyleCnt="0"/>
      <dgm:spPr/>
    </dgm:pt>
    <dgm:pt modelId="{49DB31D6-46DF-43E2-B8B2-516B948E6CFA}" type="pres">
      <dgm:prSet presAssocID="{477F2055-FB1A-44F1-AAD9-2D047A2A1B64}" presName="tx2" presStyleLbl="revTx" presStyleIdx="5" presStyleCnt="13"/>
      <dgm:spPr/>
    </dgm:pt>
    <dgm:pt modelId="{EF2ABB70-F65E-4FC4-949E-3CCC3036FA15}" type="pres">
      <dgm:prSet presAssocID="{477F2055-FB1A-44F1-AAD9-2D047A2A1B64}" presName="vert2" presStyleCnt="0"/>
      <dgm:spPr/>
    </dgm:pt>
    <dgm:pt modelId="{751E30B5-A65A-46C9-89A7-318029B4D130}" type="pres">
      <dgm:prSet presAssocID="{477F2055-FB1A-44F1-AAD9-2D047A2A1B64}" presName="thinLine2b" presStyleLbl="callout" presStyleIdx="3" presStyleCnt="10"/>
      <dgm:spPr/>
    </dgm:pt>
    <dgm:pt modelId="{28C8295F-3A43-4E71-8DD4-3F3F0E2DD4DF}" type="pres">
      <dgm:prSet presAssocID="{477F2055-FB1A-44F1-AAD9-2D047A2A1B64}" presName="vertSpace2b" presStyleCnt="0"/>
      <dgm:spPr/>
    </dgm:pt>
    <dgm:pt modelId="{ED4193D4-7FFD-4299-BCB2-2963A0610B2A}" type="pres">
      <dgm:prSet presAssocID="{34042085-FE0B-4BD2-8B73-43AC140C2562}" presName="horz2" presStyleCnt="0"/>
      <dgm:spPr/>
    </dgm:pt>
    <dgm:pt modelId="{22224383-A090-4F07-A689-3CA2D55A8536}" type="pres">
      <dgm:prSet presAssocID="{34042085-FE0B-4BD2-8B73-43AC140C2562}" presName="horzSpace2" presStyleCnt="0"/>
      <dgm:spPr/>
    </dgm:pt>
    <dgm:pt modelId="{8595431F-6513-473F-8869-4E56C18CF3F9}" type="pres">
      <dgm:prSet presAssocID="{34042085-FE0B-4BD2-8B73-43AC140C2562}" presName="tx2" presStyleLbl="revTx" presStyleIdx="6" presStyleCnt="13"/>
      <dgm:spPr/>
    </dgm:pt>
    <dgm:pt modelId="{899D0BB2-7D62-4B16-932E-41A87F7874FE}" type="pres">
      <dgm:prSet presAssocID="{34042085-FE0B-4BD2-8B73-43AC140C2562}" presName="vert2" presStyleCnt="0"/>
      <dgm:spPr/>
    </dgm:pt>
    <dgm:pt modelId="{B4F32693-A24E-4E68-A4E3-4526D5F36F22}" type="pres">
      <dgm:prSet presAssocID="{34042085-FE0B-4BD2-8B73-43AC140C2562}" presName="thinLine2b" presStyleLbl="callout" presStyleIdx="4" presStyleCnt="10"/>
      <dgm:spPr/>
    </dgm:pt>
    <dgm:pt modelId="{B869EC9F-7C9D-46E6-B3B5-D480D8F9809D}" type="pres">
      <dgm:prSet presAssocID="{34042085-FE0B-4BD2-8B73-43AC140C2562}" presName="vertSpace2b" presStyleCnt="0"/>
      <dgm:spPr/>
    </dgm:pt>
    <dgm:pt modelId="{8E5181EE-7505-48F2-9426-02E018A59BD2}" type="pres">
      <dgm:prSet presAssocID="{A9ACF6CC-6867-49B2-A55C-8B3EADE2F681}" presName="horz2" presStyleCnt="0"/>
      <dgm:spPr/>
    </dgm:pt>
    <dgm:pt modelId="{C421A898-56C1-4554-BBAC-6A77C5C908EA}" type="pres">
      <dgm:prSet presAssocID="{A9ACF6CC-6867-49B2-A55C-8B3EADE2F681}" presName="horzSpace2" presStyleCnt="0"/>
      <dgm:spPr/>
    </dgm:pt>
    <dgm:pt modelId="{0B108F03-537F-461C-8B34-68E753135776}" type="pres">
      <dgm:prSet presAssocID="{A9ACF6CC-6867-49B2-A55C-8B3EADE2F681}" presName="tx2" presStyleLbl="revTx" presStyleIdx="7" presStyleCnt="13"/>
      <dgm:spPr/>
    </dgm:pt>
    <dgm:pt modelId="{D25055E4-5635-4BC8-A1AC-758AEF876352}" type="pres">
      <dgm:prSet presAssocID="{A9ACF6CC-6867-49B2-A55C-8B3EADE2F681}" presName="vert2" presStyleCnt="0"/>
      <dgm:spPr/>
    </dgm:pt>
    <dgm:pt modelId="{2FC9B009-06E9-49E9-8BD7-4CD0E88C929E}" type="pres">
      <dgm:prSet presAssocID="{A9ACF6CC-6867-49B2-A55C-8B3EADE2F681}" presName="thinLine2b" presStyleLbl="callout" presStyleIdx="5" presStyleCnt="10"/>
      <dgm:spPr/>
    </dgm:pt>
    <dgm:pt modelId="{D070F7F4-44DE-4F0D-B9BD-F5515D5287A4}" type="pres">
      <dgm:prSet presAssocID="{A9ACF6CC-6867-49B2-A55C-8B3EADE2F681}" presName="vertSpace2b" presStyleCnt="0"/>
      <dgm:spPr/>
    </dgm:pt>
    <dgm:pt modelId="{C5F0EF86-021D-48B0-A018-0FAD39AE89D4}" type="pres">
      <dgm:prSet presAssocID="{45A4399C-39BD-4596-ADDD-4D80040961AA}" presName="horz2" presStyleCnt="0"/>
      <dgm:spPr/>
    </dgm:pt>
    <dgm:pt modelId="{13CD9B79-7275-4A3B-BC34-624C11A2DB00}" type="pres">
      <dgm:prSet presAssocID="{45A4399C-39BD-4596-ADDD-4D80040961AA}" presName="horzSpace2" presStyleCnt="0"/>
      <dgm:spPr/>
    </dgm:pt>
    <dgm:pt modelId="{3D1E01FC-3595-4ACF-B236-E2BB3C35A680}" type="pres">
      <dgm:prSet presAssocID="{45A4399C-39BD-4596-ADDD-4D80040961AA}" presName="tx2" presStyleLbl="revTx" presStyleIdx="8" presStyleCnt="13"/>
      <dgm:spPr/>
    </dgm:pt>
    <dgm:pt modelId="{7F2BB2CD-E21E-4958-9EDC-8D8218D1A5BA}" type="pres">
      <dgm:prSet presAssocID="{45A4399C-39BD-4596-ADDD-4D80040961AA}" presName="vert2" presStyleCnt="0"/>
      <dgm:spPr/>
    </dgm:pt>
    <dgm:pt modelId="{05309BFC-05CF-431E-856A-ED2FF8CB105A}" type="pres">
      <dgm:prSet presAssocID="{45A4399C-39BD-4596-ADDD-4D80040961AA}" presName="thinLine2b" presStyleLbl="callout" presStyleIdx="6" presStyleCnt="10"/>
      <dgm:spPr/>
    </dgm:pt>
    <dgm:pt modelId="{3463C430-8EFD-4C01-8578-8E96F5DF1135}" type="pres">
      <dgm:prSet presAssocID="{45A4399C-39BD-4596-ADDD-4D80040961AA}" presName="vertSpace2b" presStyleCnt="0"/>
      <dgm:spPr/>
    </dgm:pt>
    <dgm:pt modelId="{2EBF8319-3B90-4EA9-9A69-F4F8EE821076}" type="pres">
      <dgm:prSet presAssocID="{34E8F7B0-F8E8-4716-9088-B8D162E2813F}" presName="thickLine" presStyleLbl="alignNode1" presStyleIdx="2" presStyleCnt="3"/>
      <dgm:spPr/>
    </dgm:pt>
    <dgm:pt modelId="{B23F561F-0BC6-49D0-93CF-8B07D1A94B98}" type="pres">
      <dgm:prSet presAssocID="{34E8F7B0-F8E8-4716-9088-B8D162E2813F}" presName="horz1" presStyleCnt="0"/>
      <dgm:spPr/>
    </dgm:pt>
    <dgm:pt modelId="{72887108-4B62-4C49-BC60-B59B1FECBA00}" type="pres">
      <dgm:prSet presAssocID="{34E8F7B0-F8E8-4716-9088-B8D162E2813F}" presName="tx1" presStyleLbl="revTx" presStyleIdx="9" presStyleCnt="13"/>
      <dgm:spPr/>
    </dgm:pt>
    <dgm:pt modelId="{9D09AAED-8108-4AC5-BCE9-95CF16966365}" type="pres">
      <dgm:prSet presAssocID="{34E8F7B0-F8E8-4716-9088-B8D162E2813F}" presName="vert1" presStyleCnt="0"/>
      <dgm:spPr/>
    </dgm:pt>
    <dgm:pt modelId="{14A2FED7-72F7-4D8A-B129-7D0FC430086F}" type="pres">
      <dgm:prSet presAssocID="{8A3D6BC1-FFE4-442B-AB06-65A0957E93FC}" presName="vertSpace2a" presStyleCnt="0"/>
      <dgm:spPr/>
    </dgm:pt>
    <dgm:pt modelId="{92B16479-D338-4392-B0F9-F253D9431476}" type="pres">
      <dgm:prSet presAssocID="{8A3D6BC1-FFE4-442B-AB06-65A0957E93FC}" presName="horz2" presStyleCnt="0"/>
      <dgm:spPr/>
    </dgm:pt>
    <dgm:pt modelId="{A53EF6FA-B902-4AF2-8B75-E4EEFC786E6D}" type="pres">
      <dgm:prSet presAssocID="{8A3D6BC1-FFE4-442B-AB06-65A0957E93FC}" presName="horzSpace2" presStyleCnt="0"/>
      <dgm:spPr/>
    </dgm:pt>
    <dgm:pt modelId="{E0B5E7F5-A998-45A3-BEFA-55AA0A3BE9D4}" type="pres">
      <dgm:prSet presAssocID="{8A3D6BC1-FFE4-442B-AB06-65A0957E93FC}" presName="tx2" presStyleLbl="revTx" presStyleIdx="10" presStyleCnt="13"/>
      <dgm:spPr/>
    </dgm:pt>
    <dgm:pt modelId="{8E4B8D13-5913-4ADF-A889-6A89A151564A}" type="pres">
      <dgm:prSet presAssocID="{8A3D6BC1-FFE4-442B-AB06-65A0957E93FC}" presName="vert2" presStyleCnt="0"/>
      <dgm:spPr/>
    </dgm:pt>
    <dgm:pt modelId="{4BE01B84-3C53-4F7A-92CB-7B81DA36F1F3}" type="pres">
      <dgm:prSet presAssocID="{8A3D6BC1-FFE4-442B-AB06-65A0957E93FC}" presName="thinLine2b" presStyleLbl="callout" presStyleIdx="7" presStyleCnt="10"/>
      <dgm:spPr/>
    </dgm:pt>
    <dgm:pt modelId="{69E9C5F6-BBFB-46A6-A7C6-9868513F0F6C}" type="pres">
      <dgm:prSet presAssocID="{8A3D6BC1-FFE4-442B-AB06-65A0957E93FC}" presName="vertSpace2b" presStyleCnt="0"/>
      <dgm:spPr/>
    </dgm:pt>
    <dgm:pt modelId="{9D34C978-0029-4C93-8604-B615784AA63F}" type="pres">
      <dgm:prSet presAssocID="{FA2F6979-2AA7-4ACB-86F4-885574176ECF}" presName="horz2" presStyleCnt="0"/>
      <dgm:spPr/>
    </dgm:pt>
    <dgm:pt modelId="{3ECA062C-5903-4B70-91E0-829B2AC73E9A}" type="pres">
      <dgm:prSet presAssocID="{FA2F6979-2AA7-4ACB-86F4-885574176ECF}" presName="horzSpace2" presStyleCnt="0"/>
      <dgm:spPr/>
    </dgm:pt>
    <dgm:pt modelId="{B37197E3-4F7A-4AEB-B22A-FF6C83E90AE3}" type="pres">
      <dgm:prSet presAssocID="{FA2F6979-2AA7-4ACB-86F4-885574176ECF}" presName="tx2" presStyleLbl="revTx" presStyleIdx="11" presStyleCnt="13"/>
      <dgm:spPr/>
    </dgm:pt>
    <dgm:pt modelId="{A7546888-B7B6-414D-B11F-909A32F7CAF7}" type="pres">
      <dgm:prSet presAssocID="{FA2F6979-2AA7-4ACB-86F4-885574176ECF}" presName="vert2" presStyleCnt="0"/>
      <dgm:spPr/>
    </dgm:pt>
    <dgm:pt modelId="{67C60CAC-F26B-461F-9197-25620B496B8C}" type="pres">
      <dgm:prSet presAssocID="{FA2F6979-2AA7-4ACB-86F4-885574176ECF}" presName="thinLine2b" presStyleLbl="callout" presStyleIdx="8" presStyleCnt="10"/>
      <dgm:spPr/>
    </dgm:pt>
    <dgm:pt modelId="{57ECDC02-6F45-4A2C-894C-3B6CF66DDC67}" type="pres">
      <dgm:prSet presAssocID="{FA2F6979-2AA7-4ACB-86F4-885574176ECF}" presName="vertSpace2b" presStyleCnt="0"/>
      <dgm:spPr/>
    </dgm:pt>
    <dgm:pt modelId="{5B01843B-F98A-49B9-A5EB-A8BCDC83C537}" type="pres">
      <dgm:prSet presAssocID="{EC5EB556-D25C-47FB-B034-3F3DCBC9A761}" presName="horz2" presStyleCnt="0"/>
      <dgm:spPr/>
    </dgm:pt>
    <dgm:pt modelId="{10BF0646-FA7A-4171-9FB1-B2E383C63AC8}" type="pres">
      <dgm:prSet presAssocID="{EC5EB556-D25C-47FB-B034-3F3DCBC9A761}" presName="horzSpace2" presStyleCnt="0"/>
      <dgm:spPr/>
    </dgm:pt>
    <dgm:pt modelId="{D8B8638E-1FBA-4B95-A5B7-CEFB50F51B38}" type="pres">
      <dgm:prSet presAssocID="{EC5EB556-D25C-47FB-B034-3F3DCBC9A761}" presName="tx2" presStyleLbl="revTx" presStyleIdx="12" presStyleCnt="13"/>
      <dgm:spPr/>
    </dgm:pt>
    <dgm:pt modelId="{923A01C6-A293-4FA5-B40C-06AD2761CFF0}" type="pres">
      <dgm:prSet presAssocID="{EC5EB556-D25C-47FB-B034-3F3DCBC9A761}" presName="vert2" presStyleCnt="0"/>
      <dgm:spPr/>
    </dgm:pt>
    <dgm:pt modelId="{3CB59C8E-A60A-41D1-96B1-AD3D35B986F1}" type="pres">
      <dgm:prSet presAssocID="{EC5EB556-D25C-47FB-B034-3F3DCBC9A761}" presName="thinLine2b" presStyleLbl="callout" presStyleIdx="9" presStyleCnt="10"/>
      <dgm:spPr/>
    </dgm:pt>
    <dgm:pt modelId="{176F3D31-BA40-455E-AE75-483BCFE6EA19}" type="pres">
      <dgm:prSet presAssocID="{EC5EB556-D25C-47FB-B034-3F3DCBC9A761}" presName="vertSpace2b" presStyleCnt="0"/>
      <dgm:spPr/>
    </dgm:pt>
  </dgm:ptLst>
  <dgm:cxnLst>
    <dgm:cxn modelId="{054EEC12-E006-46AA-83A6-2D498BE29A0C}" type="presOf" srcId="{66C5373A-44F1-45EB-8271-1E7AD5DA32EA}" destId="{636B35F2-911D-4528-AFD2-472B916D882D}" srcOrd="0" destOrd="0" presId="urn:microsoft.com/office/officeart/2008/layout/LinedList"/>
    <dgm:cxn modelId="{100FAB15-4E0C-419F-A297-B842867E5585}" type="presOf" srcId="{A9ACF6CC-6867-49B2-A55C-8B3EADE2F681}" destId="{0B108F03-537F-461C-8B34-68E753135776}" srcOrd="0" destOrd="0" presId="urn:microsoft.com/office/officeart/2008/layout/LinedList"/>
    <dgm:cxn modelId="{09D83619-B701-4DD0-BBE7-40AA002F7462}" srcId="{1DB68E7F-FCF0-4659-BA54-0B8597EACBFB}" destId="{C1C2CFA4-B23E-4AD1-9429-BC25261E6B43}" srcOrd="0" destOrd="0" parTransId="{495F08D0-05FB-4D67-BC14-7FEEB23E7E32}" sibTransId="{FA38C4F8-4D81-4FB4-AB4D-ED97130160DB}"/>
    <dgm:cxn modelId="{AC423819-5FD3-4748-A6EC-B64718628E12}" type="presOf" srcId="{4A8281F7-09CA-4637-9EA5-EBEF95D25F43}" destId="{7518547D-61D5-4ED7-9BF9-0FDA07D0E2E2}" srcOrd="0" destOrd="0" presId="urn:microsoft.com/office/officeart/2008/layout/LinedList"/>
    <dgm:cxn modelId="{92E83919-C5D9-44F4-94D6-74A91B23B210}" type="presOf" srcId="{1DB68E7F-FCF0-4659-BA54-0B8597EACBFB}" destId="{B17A1994-3E71-4081-8C46-51790E4086B9}" srcOrd="0" destOrd="0" presId="urn:microsoft.com/office/officeart/2008/layout/LinedList"/>
    <dgm:cxn modelId="{35B9821A-5568-4739-9D0C-2D4BCE57915A}" srcId="{66C5373A-44F1-45EB-8271-1E7AD5DA32EA}" destId="{A9ACF6CC-6867-49B2-A55C-8B3EADE2F681}" srcOrd="2" destOrd="0" parTransId="{DF37701A-E814-47B9-8341-878A933501C6}" sibTransId="{B2DF3409-CC8B-44CB-A8D1-8488FC34474B}"/>
    <dgm:cxn modelId="{40296B2D-01AF-47EE-9E49-83C8EBD08F6C}" srcId="{66C5373A-44F1-45EB-8271-1E7AD5DA32EA}" destId="{34042085-FE0B-4BD2-8B73-43AC140C2562}" srcOrd="1" destOrd="0" parTransId="{AF6C44F3-25E0-45F3-906E-0C0F96B20595}" sibTransId="{0E1F5C7A-4CBA-4755-819B-11671FB2AE28}"/>
    <dgm:cxn modelId="{D49D5435-D054-43F8-B4BD-385280B556FC}" srcId="{66C5373A-44F1-45EB-8271-1E7AD5DA32EA}" destId="{45A4399C-39BD-4596-ADDD-4D80040961AA}" srcOrd="3" destOrd="0" parTransId="{2072FCBA-5697-4D90-B40F-BF070F74F95D}" sibTransId="{9E22BE2A-743C-4197-A712-A06E3DD18A16}"/>
    <dgm:cxn modelId="{14E90C68-431E-49A4-9F71-6712740FE586}" srcId="{AD6ADD62-4E0E-4854-A732-E7A1FFF293E8}" destId="{34E8F7B0-F8E8-4716-9088-B8D162E2813F}" srcOrd="2" destOrd="0" parTransId="{4FD18634-7431-4C61-B8E1-9037A65397A3}" sibTransId="{2033C0FA-EF2D-4AEC-9DD6-DA995714C488}"/>
    <dgm:cxn modelId="{7A8C5B70-20FF-4581-A4A7-551B340F8905}" type="presOf" srcId="{EC5EB556-D25C-47FB-B034-3F3DCBC9A761}" destId="{D8B8638E-1FBA-4B95-A5B7-CEFB50F51B38}" srcOrd="0" destOrd="0" presId="urn:microsoft.com/office/officeart/2008/layout/LinedList"/>
    <dgm:cxn modelId="{65070F71-3BA0-4032-9CEC-A63A72A4913F}" type="presOf" srcId="{C1C2CFA4-B23E-4AD1-9429-BC25261E6B43}" destId="{AE2E8F77-4F11-45E9-A03D-2485EF8F1C9D}" srcOrd="0" destOrd="0" presId="urn:microsoft.com/office/officeart/2008/layout/LinedList"/>
    <dgm:cxn modelId="{6C761474-F6BD-4D6D-8A4E-C6F62C27D960}" srcId="{AD6ADD62-4E0E-4854-A732-E7A1FFF293E8}" destId="{66C5373A-44F1-45EB-8271-1E7AD5DA32EA}" srcOrd="1" destOrd="0" parTransId="{BF8FDA25-6CBE-4CE3-BEED-77A7F32EF73A}" sibTransId="{7E429BB8-7A58-40A6-940A-CBC3E6AB2C4D}"/>
    <dgm:cxn modelId="{829B6C56-54E3-441F-BB15-463EAC8E8750}" type="presOf" srcId="{45A4399C-39BD-4596-ADDD-4D80040961AA}" destId="{3D1E01FC-3595-4ACF-B236-E2BB3C35A680}" srcOrd="0" destOrd="0" presId="urn:microsoft.com/office/officeart/2008/layout/LinedList"/>
    <dgm:cxn modelId="{E0E04459-D3C7-4F1B-A643-564BD43DDF37}" type="presOf" srcId="{4C6CCA11-6768-4414-8759-F7608E608C4D}" destId="{7114A860-CB39-43EF-A791-DF1E738D0731}" srcOrd="0" destOrd="0" presId="urn:microsoft.com/office/officeart/2008/layout/LinedList"/>
    <dgm:cxn modelId="{5B61907F-7D6A-4885-9916-727B500D112A}" type="presOf" srcId="{AD6ADD62-4E0E-4854-A732-E7A1FFF293E8}" destId="{6909A2C5-36E8-45FB-8ADA-6D18A56764AA}" srcOrd="0" destOrd="0" presId="urn:microsoft.com/office/officeart/2008/layout/LinedList"/>
    <dgm:cxn modelId="{AF920588-2EB6-4357-B668-1184BBD9FF04}" srcId="{AD6ADD62-4E0E-4854-A732-E7A1FFF293E8}" destId="{1DB68E7F-FCF0-4659-BA54-0B8597EACBFB}" srcOrd="0" destOrd="0" parTransId="{2AA2ACB9-81E5-451B-B2FB-D3C7A336AACF}" sibTransId="{19F2FCCC-F123-408A-AD67-0D81E28B9C7C}"/>
    <dgm:cxn modelId="{D362AE90-B32C-481D-A6F9-90E17C86A216}" srcId="{34E8F7B0-F8E8-4716-9088-B8D162E2813F}" destId="{FA2F6979-2AA7-4ACB-86F4-885574176ECF}" srcOrd="1" destOrd="0" parTransId="{33CCFCC9-48E7-4189-9557-0FFCB73CBDFB}" sibTransId="{BA230C7F-CD4B-42BE-B377-F69F009EA788}"/>
    <dgm:cxn modelId="{27388C9F-E427-46A7-B282-CD0741C9BECA}" srcId="{1DB68E7F-FCF0-4659-BA54-0B8597EACBFB}" destId="{4C6CCA11-6768-4414-8759-F7608E608C4D}" srcOrd="2" destOrd="0" parTransId="{8C027878-DEE0-409B-A135-66FC21CC7BE6}" sibTransId="{DBBF70A4-F4CF-499B-8B35-FB5C6C848987}"/>
    <dgm:cxn modelId="{818D3EAE-ADB2-4029-AD88-169D8D01F4B6}" srcId="{34E8F7B0-F8E8-4716-9088-B8D162E2813F}" destId="{EC5EB556-D25C-47FB-B034-3F3DCBC9A761}" srcOrd="2" destOrd="0" parTransId="{2E29336C-6E79-4EEF-8A92-ABC058C1E070}" sibTransId="{746C3AFF-5138-46F9-BB93-1A6A73537D5E}"/>
    <dgm:cxn modelId="{882E88B2-6E6B-41A6-89F6-0F506E143FE5}" srcId="{1DB68E7F-FCF0-4659-BA54-0B8597EACBFB}" destId="{4A8281F7-09CA-4637-9EA5-EBEF95D25F43}" srcOrd="1" destOrd="0" parTransId="{29E5CA63-FDC8-4183-A25D-73855A6618A8}" sibTransId="{937E27D6-92B7-419D-815E-2760E7E6F56E}"/>
    <dgm:cxn modelId="{9679B7CB-1B5E-45B4-A251-30231B362DA7}" type="presOf" srcId="{8A3D6BC1-FFE4-442B-AB06-65A0957E93FC}" destId="{E0B5E7F5-A998-45A3-BEFA-55AA0A3BE9D4}" srcOrd="0" destOrd="0" presId="urn:microsoft.com/office/officeart/2008/layout/LinedList"/>
    <dgm:cxn modelId="{87FF26D3-80CB-44A9-A08E-3C79FE57CE6A}" srcId="{66C5373A-44F1-45EB-8271-1E7AD5DA32EA}" destId="{477F2055-FB1A-44F1-AAD9-2D047A2A1B64}" srcOrd="0" destOrd="0" parTransId="{274EA408-00A1-4104-A9EB-C0FE4D9E8E94}" sibTransId="{523854EC-B86C-42EC-BD2E-3E3940333320}"/>
    <dgm:cxn modelId="{A410FCD8-7CA0-4946-9B58-9CD6B5B54ED7}" srcId="{34E8F7B0-F8E8-4716-9088-B8D162E2813F}" destId="{8A3D6BC1-FFE4-442B-AB06-65A0957E93FC}" srcOrd="0" destOrd="0" parTransId="{BB9D9575-AC47-41AC-87DA-19D748CF6439}" sibTransId="{B6F10AEA-141D-41BC-B938-9947D326B2EB}"/>
    <dgm:cxn modelId="{70AE9CD9-9AB4-4394-9FF7-6881AC8E3A79}" type="presOf" srcId="{34042085-FE0B-4BD2-8B73-43AC140C2562}" destId="{8595431F-6513-473F-8869-4E56C18CF3F9}" srcOrd="0" destOrd="0" presId="urn:microsoft.com/office/officeart/2008/layout/LinedList"/>
    <dgm:cxn modelId="{9C495FEB-1DC5-4B41-8948-54E37FBB1739}" type="presOf" srcId="{34E8F7B0-F8E8-4716-9088-B8D162E2813F}" destId="{72887108-4B62-4C49-BC60-B59B1FECBA00}" srcOrd="0" destOrd="0" presId="urn:microsoft.com/office/officeart/2008/layout/LinedList"/>
    <dgm:cxn modelId="{92CA01FC-8766-4380-A0E0-2A988FA99A0F}" type="presOf" srcId="{FA2F6979-2AA7-4ACB-86F4-885574176ECF}" destId="{B37197E3-4F7A-4AEB-B22A-FF6C83E90AE3}" srcOrd="0" destOrd="0" presId="urn:microsoft.com/office/officeart/2008/layout/LinedList"/>
    <dgm:cxn modelId="{D80338FC-3873-4234-885D-4BA85230C5AD}" type="presOf" srcId="{477F2055-FB1A-44F1-AAD9-2D047A2A1B64}" destId="{49DB31D6-46DF-43E2-B8B2-516B948E6CFA}" srcOrd="0" destOrd="0" presId="urn:microsoft.com/office/officeart/2008/layout/LinedList"/>
    <dgm:cxn modelId="{F493ADBB-3C53-4423-A89C-6DA7F1B55BCE}" type="presParOf" srcId="{6909A2C5-36E8-45FB-8ADA-6D18A56764AA}" destId="{51A56A05-DFBF-40EA-BE89-E55F359B68A0}" srcOrd="0" destOrd="0" presId="urn:microsoft.com/office/officeart/2008/layout/LinedList"/>
    <dgm:cxn modelId="{2FEA36EF-68E7-4967-856A-EF3DEDD395C0}" type="presParOf" srcId="{6909A2C5-36E8-45FB-8ADA-6D18A56764AA}" destId="{8A0DDDB3-FE86-4CE2-95EE-4D34E11B3494}" srcOrd="1" destOrd="0" presId="urn:microsoft.com/office/officeart/2008/layout/LinedList"/>
    <dgm:cxn modelId="{391C082B-543A-45DC-8B23-FAD2CCDBBB49}" type="presParOf" srcId="{8A0DDDB3-FE86-4CE2-95EE-4D34E11B3494}" destId="{B17A1994-3E71-4081-8C46-51790E4086B9}" srcOrd="0" destOrd="0" presId="urn:microsoft.com/office/officeart/2008/layout/LinedList"/>
    <dgm:cxn modelId="{181A820C-0281-46E7-BE96-D43338929EDA}" type="presParOf" srcId="{8A0DDDB3-FE86-4CE2-95EE-4D34E11B3494}" destId="{427FFBFD-3BE5-4FDC-B219-1BEFF469E2F8}" srcOrd="1" destOrd="0" presId="urn:microsoft.com/office/officeart/2008/layout/LinedList"/>
    <dgm:cxn modelId="{9384405D-3C8A-4876-BBC2-47EDCE2034CE}" type="presParOf" srcId="{427FFBFD-3BE5-4FDC-B219-1BEFF469E2F8}" destId="{5147CAA1-2DC1-4EB4-A0FB-CC0C3343565B}" srcOrd="0" destOrd="0" presId="urn:microsoft.com/office/officeart/2008/layout/LinedList"/>
    <dgm:cxn modelId="{ABDC1633-4F90-4F47-A54F-27C805532C4E}" type="presParOf" srcId="{427FFBFD-3BE5-4FDC-B219-1BEFF469E2F8}" destId="{EFCD0EAD-9FC5-4DA2-9FC3-C144E0F83DDC}" srcOrd="1" destOrd="0" presId="urn:microsoft.com/office/officeart/2008/layout/LinedList"/>
    <dgm:cxn modelId="{5668EE17-FC90-43ED-9F02-456B77C8E3FB}" type="presParOf" srcId="{EFCD0EAD-9FC5-4DA2-9FC3-C144E0F83DDC}" destId="{83A0334A-4BF1-4247-8B78-1E4D279EB0E7}" srcOrd="0" destOrd="0" presId="urn:microsoft.com/office/officeart/2008/layout/LinedList"/>
    <dgm:cxn modelId="{4FF209A6-A894-4A1D-8AC2-FABC6F11D9E7}" type="presParOf" srcId="{EFCD0EAD-9FC5-4DA2-9FC3-C144E0F83DDC}" destId="{AE2E8F77-4F11-45E9-A03D-2485EF8F1C9D}" srcOrd="1" destOrd="0" presId="urn:microsoft.com/office/officeart/2008/layout/LinedList"/>
    <dgm:cxn modelId="{72D0CFD4-53E4-4F70-8F65-A7A0DDD2F7D9}" type="presParOf" srcId="{EFCD0EAD-9FC5-4DA2-9FC3-C144E0F83DDC}" destId="{A3E76381-F6B0-4C0C-8EFB-BD87D2B2B0EC}" srcOrd="2" destOrd="0" presId="urn:microsoft.com/office/officeart/2008/layout/LinedList"/>
    <dgm:cxn modelId="{A059E5FA-654D-414B-98EE-CD4F577F9B02}" type="presParOf" srcId="{427FFBFD-3BE5-4FDC-B219-1BEFF469E2F8}" destId="{9655568C-AC4D-47B6-96A9-FD645D97E3A1}" srcOrd="2" destOrd="0" presId="urn:microsoft.com/office/officeart/2008/layout/LinedList"/>
    <dgm:cxn modelId="{EBF3516E-6EDB-4DB9-A417-00A91386AE9E}" type="presParOf" srcId="{427FFBFD-3BE5-4FDC-B219-1BEFF469E2F8}" destId="{EB48963F-124D-4F35-A4F5-11A4465F1290}" srcOrd="3" destOrd="0" presId="urn:microsoft.com/office/officeart/2008/layout/LinedList"/>
    <dgm:cxn modelId="{64BADBF9-CBDC-4664-9956-B4052B5D26D1}" type="presParOf" srcId="{427FFBFD-3BE5-4FDC-B219-1BEFF469E2F8}" destId="{760DC023-BE2C-4CD8-AD1D-511D048DB881}" srcOrd="4" destOrd="0" presId="urn:microsoft.com/office/officeart/2008/layout/LinedList"/>
    <dgm:cxn modelId="{1D126070-ECEE-45B6-8109-501C3A35709E}" type="presParOf" srcId="{760DC023-BE2C-4CD8-AD1D-511D048DB881}" destId="{E8260159-1C24-4128-9F5E-1F426BB32491}" srcOrd="0" destOrd="0" presId="urn:microsoft.com/office/officeart/2008/layout/LinedList"/>
    <dgm:cxn modelId="{0F708240-84B1-46CE-A38A-1C5151C63511}" type="presParOf" srcId="{760DC023-BE2C-4CD8-AD1D-511D048DB881}" destId="{7518547D-61D5-4ED7-9BF9-0FDA07D0E2E2}" srcOrd="1" destOrd="0" presId="urn:microsoft.com/office/officeart/2008/layout/LinedList"/>
    <dgm:cxn modelId="{DE78BC49-A45B-42D7-AB40-9299B34BDEA9}" type="presParOf" srcId="{760DC023-BE2C-4CD8-AD1D-511D048DB881}" destId="{5ECCAE83-F0B7-4D4A-8C87-1024ACA67F4D}" srcOrd="2" destOrd="0" presId="urn:microsoft.com/office/officeart/2008/layout/LinedList"/>
    <dgm:cxn modelId="{9402A9B3-C98C-4356-AD5E-7E4FC6320191}" type="presParOf" srcId="{427FFBFD-3BE5-4FDC-B219-1BEFF469E2F8}" destId="{273CBC18-F2F2-400A-8E55-D97435105BA5}" srcOrd="5" destOrd="0" presId="urn:microsoft.com/office/officeart/2008/layout/LinedList"/>
    <dgm:cxn modelId="{09EB286B-0255-4113-B539-7648148B3B80}" type="presParOf" srcId="{427FFBFD-3BE5-4FDC-B219-1BEFF469E2F8}" destId="{E8B1F8BF-26F2-4FFD-811F-A6172B74061F}" srcOrd="6" destOrd="0" presId="urn:microsoft.com/office/officeart/2008/layout/LinedList"/>
    <dgm:cxn modelId="{2E1D22E2-EBCE-4210-8405-79435BE252B6}" type="presParOf" srcId="{427FFBFD-3BE5-4FDC-B219-1BEFF469E2F8}" destId="{E3E8A9C5-0601-4CEA-B358-23A0E4CEB6D0}" srcOrd="7" destOrd="0" presId="urn:microsoft.com/office/officeart/2008/layout/LinedList"/>
    <dgm:cxn modelId="{26AE2D6F-716A-407D-862D-E28A15AA8C93}" type="presParOf" srcId="{E3E8A9C5-0601-4CEA-B358-23A0E4CEB6D0}" destId="{ECF8153E-52F8-437B-9A83-4C6724BAE16E}" srcOrd="0" destOrd="0" presId="urn:microsoft.com/office/officeart/2008/layout/LinedList"/>
    <dgm:cxn modelId="{4D9EB1F9-B328-4D40-8694-346F05674EB5}" type="presParOf" srcId="{E3E8A9C5-0601-4CEA-B358-23A0E4CEB6D0}" destId="{7114A860-CB39-43EF-A791-DF1E738D0731}" srcOrd="1" destOrd="0" presId="urn:microsoft.com/office/officeart/2008/layout/LinedList"/>
    <dgm:cxn modelId="{082DD90D-E4EA-4D58-BCA0-61F078C87B8F}" type="presParOf" srcId="{E3E8A9C5-0601-4CEA-B358-23A0E4CEB6D0}" destId="{39EF8333-59E7-44B8-B463-F7FDCD3D2C56}" srcOrd="2" destOrd="0" presId="urn:microsoft.com/office/officeart/2008/layout/LinedList"/>
    <dgm:cxn modelId="{0DD6EF14-6E18-4750-8B86-183215D6849A}" type="presParOf" srcId="{427FFBFD-3BE5-4FDC-B219-1BEFF469E2F8}" destId="{F6FB0423-9357-4B7B-98B1-E717A8A72F87}" srcOrd="8" destOrd="0" presId="urn:microsoft.com/office/officeart/2008/layout/LinedList"/>
    <dgm:cxn modelId="{A832E2C2-3390-4B37-AC3C-B20470E16535}" type="presParOf" srcId="{427FFBFD-3BE5-4FDC-B219-1BEFF469E2F8}" destId="{AA68512D-8BE6-48B2-BD24-EE360EF0DE16}" srcOrd="9" destOrd="0" presId="urn:microsoft.com/office/officeart/2008/layout/LinedList"/>
    <dgm:cxn modelId="{46761631-B27F-40DB-8C24-51A17FF3D8C4}" type="presParOf" srcId="{6909A2C5-36E8-45FB-8ADA-6D18A56764AA}" destId="{83CAE330-EF7F-42B6-AD6C-C112716FE85F}" srcOrd="2" destOrd="0" presId="urn:microsoft.com/office/officeart/2008/layout/LinedList"/>
    <dgm:cxn modelId="{7278EBBE-2385-4D57-AC03-853C47709101}" type="presParOf" srcId="{6909A2C5-36E8-45FB-8ADA-6D18A56764AA}" destId="{9602C68C-0116-40D5-A1AC-4FA4E061A1C7}" srcOrd="3" destOrd="0" presId="urn:microsoft.com/office/officeart/2008/layout/LinedList"/>
    <dgm:cxn modelId="{8289F425-61EB-47C6-A225-8BCDD129A159}" type="presParOf" srcId="{9602C68C-0116-40D5-A1AC-4FA4E061A1C7}" destId="{636B35F2-911D-4528-AFD2-472B916D882D}" srcOrd="0" destOrd="0" presId="urn:microsoft.com/office/officeart/2008/layout/LinedList"/>
    <dgm:cxn modelId="{8EF3B30F-3D8A-4DE8-A188-42D604B1E125}" type="presParOf" srcId="{9602C68C-0116-40D5-A1AC-4FA4E061A1C7}" destId="{DDA0183A-C4E4-4766-9F67-7322EEFCAB7A}" srcOrd="1" destOrd="0" presId="urn:microsoft.com/office/officeart/2008/layout/LinedList"/>
    <dgm:cxn modelId="{78BD7F55-FAE7-480C-9544-664DC76F3B03}" type="presParOf" srcId="{DDA0183A-C4E4-4766-9F67-7322EEFCAB7A}" destId="{B71E273E-E6CD-412C-A707-200F8DF86CD3}" srcOrd="0" destOrd="0" presId="urn:microsoft.com/office/officeart/2008/layout/LinedList"/>
    <dgm:cxn modelId="{BFE4D616-0836-4FCE-AA9F-6AF33100B198}" type="presParOf" srcId="{DDA0183A-C4E4-4766-9F67-7322EEFCAB7A}" destId="{B8476F6E-C643-4036-8795-F010F1D4A2E5}" srcOrd="1" destOrd="0" presId="urn:microsoft.com/office/officeart/2008/layout/LinedList"/>
    <dgm:cxn modelId="{A8E945E0-848C-479F-8BB9-42A447D59C1C}" type="presParOf" srcId="{B8476F6E-C643-4036-8795-F010F1D4A2E5}" destId="{94224396-341E-43FE-B040-02D1E0CB3F8F}" srcOrd="0" destOrd="0" presId="urn:microsoft.com/office/officeart/2008/layout/LinedList"/>
    <dgm:cxn modelId="{8AF0BB74-2E60-4D8E-8383-6CA50D00839B}" type="presParOf" srcId="{B8476F6E-C643-4036-8795-F010F1D4A2E5}" destId="{49DB31D6-46DF-43E2-B8B2-516B948E6CFA}" srcOrd="1" destOrd="0" presId="urn:microsoft.com/office/officeart/2008/layout/LinedList"/>
    <dgm:cxn modelId="{B66C8FB9-A42F-45AB-80D2-229837DA84BA}" type="presParOf" srcId="{B8476F6E-C643-4036-8795-F010F1D4A2E5}" destId="{EF2ABB70-F65E-4FC4-949E-3CCC3036FA15}" srcOrd="2" destOrd="0" presId="urn:microsoft.com/office/officeart/2008/layout/LinedList"/>
    <dgm:cxn modelId="{43ECABCD-D9F6-4AB2-9372-4DECEB1192A7}" type="presParOf" srcId="{DDA0183A-C4E4-4766-9F67-7322EEFCAB7A}" destId="{751E30B5-A65A-46C9-89A7-318029B4D130}" srcOrd="2" destOrd="0" presId="urn:microsoft.com/office/officeart/2008/layout/LinedList"/>
    <dgm:cxn modelId="{D969136F-AE33-42B4-A3F0-364AEAD9F4E3}" type="presParOf" srcId="{DDA0183A-C4E4-4766-9F67-7322EEFCAB7A}" destId="{28C8295F-3A43-4E71-8DD4-3F3F0E2DD4DF}" srcOrd="3" destOrd="0" presId="urn:microsoft.com/office/officeart/2008/layout/LinedList"/>
    <dgm:cxn modelId="{0FC328BB-16ED-4E16-9495-0CA80B0016F9}" type="presParOf" srcId="{DDA0183A-C4E4-4766-9F67-7322EEFCAB7A}" destId="{ED4193D4-7FFD-4299-BCB2-2963A0610B2A}" srcOrd="4" destOrd="0" presId="urn:microsoft.com/office/officeart/2008/layout/LinedList"/>
    <dgm:cxn modelId="{32A2AF43-E410-457C-9AF5-47DF0969707B}" type="presParOf" srcId="{ED4193D4-7FFD-4299-BCB2-2963A0610B2A}" destId="{22224383-A090-4F07-A689-3CA2D55A8536}" srcOrd="0" destOrd="0" presId="urn:microsoft.com/office/officeart/2008/layout/LinedList"/>
    <dgm:cxn modelId="{0B485E46-2A9B-4BDB-BFB8-B511715FDC8C}" type="presParOf" srcId="{ED4193D4-7FFD-4299-BCB2-2963A0610B2A}" destId="{8595431F-6513-473F-8869-4E56C18CF3F9}" srcOrd="1" destOrd="0" presId="urn:microsoft.com/office/officeart/2008/layout/LinedList"/>
    <dgm:cxn modelId="{2E036E3A-BF59-4DCE-9C49-EC917AB310BA}" type="presParOf" srcId="{ED4193D4-7FFD-4299-BCB2-2963A0610B2A}" destId="{899D0BB2-7D62-4B16-932E-41A87F7874FE}" srcOrd="2" destOrd="0" presId="urn:microsoft.com/office/officeart/2008/layout/LinedList"/>
    <dgm:cxn modelId="{84D0370F-577E-419F-A655-DA3F57357A79}" type="presParOf" srcId="{DDA0183A-C4E4-4766-9F67-7322EEFCAB7A}" destId="{B4F32693-A24E-4E68-A4E3-4526D5F36F22}" srcOrd="5" destOrd="0" presId="urn:microsoft.com/office/officeart/2008/layout/LinedList"/>
    <dgm:cxn modelId="{559ECC81-39BB-4CE4-B210-B0B1944730FF}" type="presParOf" srcId="{DDA0183A-C4E4-4766-9F67-7322EEFCAB7A}" destId="{B869EC9F-7C9D-46E6-B3B5-D480D8F9809D}" srcOrd="6" destOrd="0" presId="urn:microsoft.com/office/officeart/2008/layout/LinedList"/>
    <dgm:cxn modelId="{D15AC640-EF9C-4236-A0C8-FD192ADB7DDE}" type="presParOf" srcId="{DDA0183A-C4E4-4766-9F67-7322EEFCAB7A}" destId="{8E5181EE-7505-48F2-9426-02E018A59BD2}" srcOrd="7" destOrd="0" presId="urn:microsoft.com/office/officeart/2008/layout/LinedList"/>
    <dgm:cxn modelId="{1877275E-CE48-4357-B552-4CFCB09CB2A7}" type="presParOf" srcId="{8E5181EE-7505-48F2-9426-02E018A59BD2}" destId="{C421A898-56C1-4554-BBAC-6A77C5C908EA}" srcOrd="0" destOrd="0" presId="urn:microsoft.com/office/officeart/2008/layout/LinedList"/>
    <dgm:cxn modelId="{5CA23B3E-F49F-4E61-9D5B-332271E218FD}" type="presParOf" srcId="{8E5181EE-7505-48F2-9426-02E018A59BD2}" destId="{0B108F03-537F-461C-8B34-68E753135776}" srcOrd="1" destOrd="0" presId="urn:microsoft.com/office/officeart/2008/layout/LinedList"/>
    <dgm:cxn modelId="{7B48C7CF-7141-4E7A-9CA7-8784C7B14E10}" type="presParOf" srcId="{8E5181EE-7505-48F2-9426-02E018A59BD2}" destId="{D25055E4-5635-4BC8-A1AC-758AEF876352}" srcOrd="2" destOrd="0" presId="urn:microsoft.com/office/officeart/2008/layout/LinedList"/>
    <dgm:cxn modelId="{C0C6A999-B8F9-424D-9CF4-66B823BA029E}" type="presParOf" srcId="{DDA0183A-C4E4-4766-9F67-7322EEFCAB7A}" destId="{2FC9B009-06E9-49E9-8BD7-4CD0E88C929E}" srcOrd="8" destOrd="0" presId="urn:microsoft.com/office/officeart/2008/layout/LinedList"/>
    <dgm:cxn modelId="{9A8D777F-EC19-440B-B0D9-FD078FBEE9AA}" type="presParOf" srcId="{DDA0183A-C4E4-4766-9F67-7322EEFCAB7A}" destId="{D070F7F4-44DE-4F0D-B9BD-F5515D5287A4}" srcOrd="9" destOrd="0" presId="urn:microsoft.com/office/officeart/2008/layout/LinedList"/>
    <dgm:cxn modelId="{2CCF4DD2-838E-4A69-A425-DA04841088D8}" type="presParOf" srcId="{DDA0183A-C4E4-4766-9F67-7322EEFCAB7A}" destId="{C5F0EF86-021D-48B0-A018-0FAD39AE89D4}" srcOrd="10" destOrd="0" presId="urn:microsoft.com/office/officeart/2008/layout/LinedList"/>
    <dgm:cxn modelId="{0B692F77-1A5E-4303-A1DC-983DC1847E29}" type="presParOf" srcId="{C5F0EF86-021D-48B0-A018-0FAD39AE89D4}" destId="{13CD9B79-7275-4A3B-BC34-624C11A2DB00}" srcOrd="0" destOrd="0" presId="urn:microsoft.com/office/officeart/2008/layout/LinedList"/>
    <dgm:cxn modelId="{9E6455C3-8BC2-4326-8141-DD9116F78F56}" type="presParOf" srcId="{C5F0EF86-021D-48B0-A018-0FAD39AE89D4}" destId="{3D1E01FC-3595-4ACF-B236-E2BB3C35A680}" srcOrd="1" destOrd="0" presId="urn:microsoft.com/office/officeart/2008/layout/LinedList"/>
    <dgm:cxn modelId="{2AD561EB-6D87-48A4-96CC-37D59FD122FD}" type="presParOf" srcId="{C5F0EF86-021D-48B0-A018-0FAD39AE89D4}" destId="{7F2BB2CD-E21E-4958-9EDC-8D8218D1A5BA}" srcOrd="2" destOrd="0" presId="urn:microsoft.com/office/officeart/2008/layout/LinedList"/>
    <dgm:cxn modelId="{DD377A07-51E2-429E-821F-325154B0018C}" type="presParOf" srcId="{DDA0183A-C4E4-4766-9F67-7322EEFCAB7A}" destId="{05309BFC-05CF-431E-856A-ED2FF8CB105A}" srcOrd="11" destOrd="0" presId="urn:microsoft.com/office/officeart/2008/layout/LinedList"/>
    <dgm:cxn modelId="{17BDEBC6-FCE4-49EF-8EC6-D248F6787550}" type="presParOf" srcId="{DDA0183A-C4E4-4766-9F67-7322EEFCAB7A}" destId="{3463C430-8EFD-4C01-8578-8E96F5DF1135}" srcOrd="12" destOrd="0" presId="urn:microsoft.com/office/officeart/2008/layout/LinedList"/>
    <dgm:cxn modelId="{A2EE1F4B-4BFB-4388-8949-C96E4E51C201}" type="presParOf" srcId="{6909A2C5-36E8-45FB-8ADA-6D18A56764AA}" destId="{2EBF8319-3B90-4EA9-9A69-F4F8EE821076}" srcOrd="4" destOrd="0" presId="urn:microsoft.com/office/officeart/2008/layout/LinedList"/>
    <dgm:cxn modelId="{D26BD19A-65B9-4364-ADF2-5E18CDAD2BE0}" type="presParOf" srcId="{6909A2C5-36E8-45FB-8ADA-6D18A56764AA}" destId="{B23F561F-0BC6-49D0-93CF-8B07D1A94B98}" srcOrd="5" destOrd="0" presId="urn:microsoft.com/office/officeart/2008/layout/LinedList"/>
    <dgm:cxn modelId="{5F196D7F-5C49-43D9-A45B-A58411841C74}" type="presParOf" srcId="{B23F561F-0BC6-49D0-93CF-8B07D1A94B98}" destId="{72887108-4B62-4C49-BC60-B59B1FECBA00}" srcOrd="0" destOrd="0" presId="urn:microsoft.com/office/officeart/2008/layout/LinedList"/>
    <dgm:cxn modelId="{6638763C-C672-4B4F-908F-B69EFC77BC2C}" type="presParOf" srcId="{B23F561F-0BC6-49D0-93CF-8B07D1A94B98}" destId="{9D09AAED-8108-4AC5-BCE9-95CF16966365}" srcOrd="1" destOrd="0" presId="urn:microsoft.com/office/officeart/2008/layout/LinedList"/>
    <dgm:cxn modelId="{3F8D1214-F58C-4BBF-BF92-ED3057CE2005}" type="presParOf" srcId="{9D09AAED-8108-4AC5-BCE9-95CF16966365}" destId="{14A2FED7-72F7-4D8A-B129-7D0FC430086F}" srcOrd="0" destOrd="0" presId="urn:microsoft.com/office/officeart/2008/layout/LinedList"/>
    <dgm:cxn modelId="{AC401203-6FA5-4826-BBD7-933D44AB2C35}" type="presParOf" srcId="{9D09AAED-8108-4AC5-BCE9-95CF16966365}" destId="{92B16479-D338-4392-B0F9-F253D9431476}" srcOrd="1" destOrd="0" presId="urn:microsoft.com/office/officeart/2008/layout/LinedList"/>
    <dgm:cxn modelId="{3173F90F-B8C6-42F0-AF91-96F6FDEE424F}" type="presParOf" srcId="{92B16479-D338-4392-B0F9-F253D9431476}" destId="{A53EF6FA-B902-4AF2-8B75-E4EEFC786E6D}" srcOrd="0" destOrd="0" presId="urn:microsoft.com/office/officeart/2008/layout/LinedList"/>
    <dgm:cxn modelId="{DFE9E443-4F4F-4236-8EAC-135DC0E05D22}" type="presParOf" srcId="{92B16479-D338-4392-B0F9-F253D9431476}" destId="{E0B5E7F5-A998-45A3-BEFA-55AA0A3BE9D4}" srcOrd="1" destOrd="0" presId="urn:microsoft.com/office/officeart/2008/layout/LinedList"/>
    <dgm:cxn modelId="{DF7226CF-3BAE-48E1-94DD-04D9755653CF}" type="presParOf" srcId="{92B16479-D338-4392-B0F9-F253D9431476}" destId="{8E4B8D13-5913-4ADF-A889-6A89A151564A}" srcOrd="2" destOrd="0" presId="urn:microsoft.com/office/officeart/2008/layout/LinedList"/>
    <dgm:cxn modelId="{D1B7E750-31FF-4A84-A1CA-A0650817DF65}" type="presParOf" srcId="{9D09AAED-8108-4AC5-BCE9-95CF16966365}" destId="{4BE01B84-3C53-4F7A-92CB-7B81DA36F1F3}" srcOrd="2" destOrd="0" presId="urn:microsoft.com/office/officeart/2008/layout/LinedList"/>
    <dgm:cxn modelId="{25C6D5D5-AAC6-44AC-829E-D9C2A6BA3B57}" type="presParOf" srcId="{9D09AAED-8108-4AC5-BCE9-95CF16966365}" destId="{69E9C5F6-BBFB-46A6-A7C6-9868513F0F6C}" srcOrd="3" destOrd="0" presId="urn:microsoft.com/office/officeart/2008/layout/LinedList"/>
    <dgm:cxn modelId="{B09F8854-2750-453F-B9E5-64657566B59B}" type="presParOf" srcId="{9D09AAED-8108-4AC5-BCE9-95CF16966365}" destId="{9D34C978-0029-4C93-8604-B615784AA63F}" srcOrd="4" destOrd="0" presId="urn:microsoft.com/office/officeart/2008/layout/LinedList"/>
    <dgm:cxn modelId="{5E2ED674-5105-4160-9C2B-92C610895EC4}" type="presParOf" srcId="{9D34C978-0029-4C93-8604-B615784AA63F}" destId="{3ECA062C-5903-4B70-91E0-829B2AC73E9A}" srcOrd="0" destOrd="0" presId="urn:microsoft.com/office/officeart/2008/layout/LinedList"/>
    <dgm:cxn modelId="{4C93517E-2EEC-463A-A20D-47BBE34F07C4}" type="presParOf" srcId="{9D34C978-0029-4C93-8604-B615784AA63F}" destId="{B37197E3-4F7A-4AEB-B22A-FF6C83E90AE3}" srcOrd="1" destOrd="0" presId="urn:microsoft.com/office/officeart/2008/layout/LinedList"/>
    <dgm:cxn modelId="{ABB51269-807F-4175-BFE3-A70996F3AF7D}" type="presParOf" srcId="{9D34C978-0029-4C93-8604-B615784AA63F}" destId="{A7546888-B7B6-414D-B11F-909A32F7CAF7}" srcOrd="2" destOrd="0" presId="urn:microsoft.com/office/officeart/2008/layout/LinedList"/>
    <dgm:cxn modelId="{554ED8F1-6F7F-4E8E-B39F-3C8B873AAB34}" type="presParOf" srcId="{9D09AAED-8108-4AC5-BCE9-95CF16966365}" destId="{67C60CAC-F26B-461F-9197-25620B496B8C}" srcOrd="5" destOrd="0" presId="urn:microsoft.com/office/officeart/2008/layout/LinedList"/>
    <dgm:cxn modelId="{C5C01FF3-315D-4C68-BBDA-C7AE810D5025}" type="presParOf" srcId="{9D09AAED-8108-4AC5-BCE9-95CF16966365}" destId="{57ECDC02-6F45-4A2C-894C-3B6CF66DDC67}" srcOrd="6" destOrd="0" presId="urn:microsoft.com/office/officeart/2008/layout/LinedList"/>
    <dgm:cxn modelId="{45EB410D-6BE6-4497-BB36-9FFBA94049AB}" type="presParOf" srcId="{9D09AAED-8108-4AC5-BCE9-95CF16966365}" destId="{5B01843B-F98A-49B9-A5EB-A8BCDC83C537}" srcOrd="7" destOrd="0" presId="urn:microsoft.com/office/officeart/2008/layout/LinedList"/>
    <dgm:cxn modelId="{3154C5F3-A7DF-40D6-B944-4F063B105584}" type="presParOf" srcId="{5B01843B-F98A-49B9-A5EB-A8BCDC83C537}" destId="{10BF0646-FA7A-4171-9FB1-B2E383C63AC8}" srcOrd="0" destOrd="0" presId="urn:microsoft.com/office/officeart/2008/layout/LinedList"/>
    <dgm:cxn modelId="{0DCC632B-C300-46CA-BB22-CBB2D8256A6D}" type="presParOf" srcId="{5B01843B-F98A-49B9-A5EB-A8BCDC83C537}" destId="{D8B8638E-1FBA-4B95-A5B7-CEFB50F51B38}" srcOrd="1" destOrd="0" presId="urn:microsoft.com/office/officeart/2008/layout/LinedList"/>
    <dgm:cxn modelId="{5A2ECA79-6719-4C01-BE6F-60F38EE99590}" type="presParOf" srcId="{5B01843B-F98A-49B9-A5EB-A8BCDC83C537}" destId="{923A01C6-A293-4FA5-B40C-06AD2761CFF0}" srcOrd="2" destOrd="0" presId="urn:microsoft.com/office/officeart/2008/layout/LinedList"/>
    <dgm:cxn modelId="{E9445869-57EA-4B93-B06A-2D78407AD881}" type="presParOf" srcId="{9D09AAED-8108-4AC5-BCE9-95CF16966365}" destId="{3CB59C8E-A60A-41D1-96B1-AD3D35B986F1}" srcOrd="8" destOrd="0" presId="urn:microsoft.com/office/officeart/2008/layout/LinedList"/>
    <dgm:cxn modelId="{50615FFB-933C-4D0F-B755-23A91D39AF12}" type="presParOf" srcId="{9D09AAED-8108-4AC5-BCE9-95CF16966365}" destId="{176F3D31-BA40-455E-AE75-483BCFE6EA19}"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EC3DE2-17D4-4F2A-BB41-138C32B3D2E6}"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0352ABE9-8818-4AE1-A263-505F491A62FF}">
      <dgm:prSet/>
      <dgm:spPr/>
      <dgm:t>
        <a:bodyPr/>
        <a:lstStyle/>
        <a:p>
          <a:r>
            <a:rPr lang="pt-PT"/>
            <a:t>1. Pipeline Construction</a:t>
          </a:r>
          <a:endParaRPr lang="en-US"/>
        </a:p>
      </dgm:t>
    </dgm:pt>
    <dgm:pt modelId="{F4C1AD0D-EFC6-4CE4-BC83-C1693DB06A0A}" type="parTrans" cxnId="{FCAF4B1C-E137-4CB9-9E67-B7AF74A1D70E}">
      <dgm:prSet/>
      <dgm:spPr/>
      <dgm:t>
        <a:bodyPr/>
        <a:lstStyle/>
        <a:p>
          <a:endParaRPr lang="en-US"/>
        </a:p>
      </dgm:t>
    </dgm:pt>
    <dgm:pt modelId="{8EDD27CD-B0F7-4F6F-ABF2-0D22569EEBE3}" type="sibTrans" cxnId="{FCAF4B1C-E137-4CB9-9E67-B7AF74A1D70E}">
      <dgm:prSet/>
      <dgm:spPr/>
      <dgm:t>
        <a:bodyPr/>
        <a:lstStyle/>
        <a:p>
          <a:endParaRPr lang="en-US"/>
        </a:p>
      </dgm:t>
    </dgm:pt>
    <dgm:pt modelId="{EB546559-77C6-4A79-B2E3-FA8F1EDBAEFA}">
      <dgm:prSet/>
      <dgm:spPr/>
      <dgm:t>
        <a:bodyPr/>
        <a:lstStyle/>
        <a:p>
          <a:r>
            <a:rPr lang="pt-PT"/>
            <a:t>- Built baseline pipeline combining StandardScaler and Linear Regression</a:t>
          </a:r>
          <a:endParaRPr lang="en-US"/>
        </a:p>
      </dgm:t>
    </dgm:pt>
    <dgm:pt modelId="{52FA22C5-4E3D-410A-B2D4-0BE54F563E43}" type="parTrans" cxnId="{3BF288EF-5520-4E24-9D45-BD53854D9015}">
      <dgm:prSet/>
      <dgm:spPr/>
      <dgm:t>
        <a:bodyPr/>
        <a:lstStyle/>
        <a:p>
          <a:endParaRPr lang="en-US"/>
        </a:p>
      </dgm:t>
    </dgm:pt>
    <dgm:pt modelId="{33CE8BCA-85A1-4557-AF9C-C67A5907FADC}" type="sibTrans" cxnId="{3BF288EF-5520-4E24-9D45-BD53854D9015}">
      <dgm:prSet/>
      <dgm:spPr/>
      <dgm:t>
        <a:bodyPr/>
        <a:lstStyle/>
        <a:p>
          <a:endParaRPr lang="en-US"/>
        </a:p>
      </dgm:t>
    </dgm:pt>
    <dgm:pt modelId="{DE60B441-5ACD-445A-BB27-485CEFB5E6F9}">
      <dgm:prSet/>
      <dgm:spPr/>
      <dgm:t>
        <a:bodyPr/>
        <a:lstStyle/>
        <a:p>
          <a:r>
            <a:rPr lang="pt-PT"/>
            <a:t>- Ensured feature scaling for improved model performance</a:t>
          </a:r>
          <a:endParaRPr lang="en-US"/>
        </a:p>
      </dgm:t>
    </dgm:pt>
    <dgm:pt modelId="{ECD7E89E-9CB4-45B1-8E8F-D341A7180A81}" type="parTrans" cxnId="{6358D670-9CE2-4154-8D29-6FEEEA102980}">
      <dgm:prSet/>
      <dgm:spPr/>
      <dgm:t>
        <a:bodyPr/>
        <a:lstStyle/>
        <a:p>
          <a:endParaRPr lang="en-US"/>
        </a:p>
      </dgm:t>
    </dgm:pt>
    <dgm:pt modelId="{61048251-55F5-40AC-BCA4-DCADFDBDFB32}" type="sibTrans" cxnId="{6358D670-9CE2-4154-8D29-6FEEEA102980}">
      <dgm:prSet/>
      <dgm:spPr/>
      <dgm:t>
        <a:bodyPr/>
        <a:lstStyle/>
        <a:p>
          <a:endParaRPr lang="en-US"/>
        </a:p>
      </dgm:t>
    </dgm:pt>
    <dgm:pt modelId="{3258C6DA-E3AE-45A0-A7B9-D8B8FB3F33C4}">
      <dgm:prSet/>
      <dgm:spPr/>
      <dgm:t>
        <a:bodyPr/>
        <a:lstStyle/>
        <a:p>
          <a:r>
            <a:rPr lang="pt-PT" dirty="0"/>
            <a:t>- </a:t>
          </a:r>
          <a:r>
            <a:rPr lang="pt-PT" dirty="0" err="1"/>
            <a:t>Created</a:t>
          </a:r>
          <a:r>
            <a:rPr lang="pt-PT" dirty="0"/>
            <a:t> modular, </a:t>
          </a:r>
          <a:r>
            <a:rPr lang="pt-PT" dirty="0" err="1"/>
            <a:t>reusable</a:t>
          </a:r>
          <a:r>
            <a:rPr lang="pt-PT" dirty="0"/>
            <a:t> pipeline </a:t>
          </a:r>
          <a:r>
            <a:rPr lang="pt-PT" dirty="0" err="1"/>
            <a:t>structure</a:t>
          </a:r>
          <a:endParaRPr lang="en-US" dirty="0"/>
        </a:p>
      </dgm:t>
    </dgm:pt>
    <dgm:pt modelId="{34842044-3137-4F0F-9219-07DC5743B7B5}" type="parTrans" cxnId="{DDDBE950-56D0-4685-B14B-BDF7E9CABFA0}">
      <dgm:prSet/>
      <dgm:spPr/>
      <dgm:t>
        <a:bodyPr/>
        <a:lstStyle/>
        <a:p>
          <a:endParaRPr lang="en-US"/>
        </a:p>
      </dgm:t>
    </dgm:pt>
    <dgm:pt modelId="{FBFB38BF-B2A5-4C37-BF61-900D16D6B486}" type="sibTrans" cxnId="{DDDBE950-56D0-4685-B14B-BDF7E9CABFA0}">
      <dgm:prSet/>
      <dgm:spPr/>
      <dgm:t>
        <a:bodyPr/>
        <a:lstStyle/>
        <a:p>
          <a:endParaRPr lang="en-US"/>
        </a:p>
      </dgm:t>
    </dgm:pt>
    <dgm:pt modelId="{1BD00124-26B2-4599-89C4-C93BC7964565}">
      <dgm:prSet/>
      <dgm:spPr/>
      <dgm:t>
        <a:bodyPr/>
        <a:lstStyle/>
        <a:p>
          <a:r>
            <a:rPr lang="pt-PT"/>
            <a:t>2. Cross-Validation Training</a:t>
          </a:r>
          <a:endParaRPr lang="en-US"/>
        </a:p>
      </dgm:t>
    </dgm:pt>
    <dgm:pt modelId="{74CE4ED0-EECE-4E8C-A512-4ADD6AD1687F}" type="parTrans" cxnId="{7729241A-3A30-4840-82E8-39764DB0C415}">
      <dgm:prSet/>
      <dgm:spPr/>
      <dgm:t>
        <a:bodyPr/>
        <a:lstStyle/>
        <a:p>
          <a:endParaRPr lang="en-US"/>
        </a:p>
      </dgm:t>
    </dgm:pt>
    <dgm:pt modelId="{AD6BB52D-A467-4859-8A77-700217849A8E}" type="sibTrans" cxnId="{7729241A-3A30-4840-82E8-39764DB0C415}">
      <dgm:prSet/>
      <dgm:spPr/>
      <dgm:t>
        <a:bodyPr/>
        <a:lstStyle/>
        <a:p>
          <a:endParaRPr lang="en-US"/>
        </a:p>
      </dgm:t>
    </dgm:pt>
    <dgm:pt modelId="{2EC9320A-3964-4449-81D8-9D48A6F86BAC}">
      <dgm:prSet/>
      <dgm:spPr/>
      <dgm:t>
        <a:bodyPr/>
        <a:lstStyle/>
        <a:p>
          <a:r>
            <a:rPr lang="pt-PT"/>
            <a:t>- Performed 5-fold cross-validation for robust model evaluation</a:t>
          </a:r>
          <a:endParaRPr lang="en-US"/>
        </a:p>
      </dgm:t>
    </dgm:pt>
    <dgm:pt modelId="{4C49500E-36AA-4A6E-905D-408F9EE742EE}" type="parTrans" cxnId="{4D88AB60-C02A-4049-AAD6-E95BA22EA62B}">
      <dgm:prSet/>
      <dgm:spPr/>
      <dgm:t>
        <a:bodyPr/>
        <a:lstStyle/>
        <a:p>
          <a:endParaRPr lang="en-US"/>
        </a:p>
      </dgm:t>
    </dgm:pt>
    <dgm:pt modelId="{6B0E758D-6105-48E1-869F-9EFBBF05517B}" type="sibTrans" cxnId="{4D88AB60-C02A-4049-AAD6-E95BA22EA62B}">
      <dgm:prSet/>
      <dgm:spPr/>
      <dgm:t>
        <a:bodyPr/>
        <a:lstStyle/>
        <a:p>
          <a:endParaRPr lang="en-US"/>
        </a:p>
      </dgm:t>
    </dgm:pt>
    <dgm:pt modelId="{FC05D668-3972-42C3-B67E-5E7CD62B7FB6}">
      <dgm:prSet/>
      <dgm:spPr/>
      <dgm:t>
        <a:bodyPr/>
        <a:lstStyle/>
        <a:p>
          <a:r>
            <a:rPr lang="pt-PT"/>
            <a:t>- Calculated CV MSE scores across all folds</a:t>
          </a:r>
          <a:endParaRPr lang="en-US"/>
        </a:p>
      </dgm:t>
    </dgm:pt>
    <dgm:pt modelId="{DF7CCB18-40F3-43E0-A3E5-8DA939E38F28}" type="parTrans" cxnId="{9F6629F5-36AC-4ED3-94D5-4660C39AB851}">
      <dgm:prSet/>
      <dgm:spPr/>
      <dgm:t>
        <a:bodyPr/>
        <a:lstStyle/>
        <a:p>
          <a:endParaRPr lang="en-US"/>
        </a:p>
      </dgm:t>
    </dgm:pt>
    <dgm:pt modelId="{F21C5B7E-E2A4-4252-9483-EDC82436EB43}" type="sibTrans" cxnId="{9F6629F5-36AC-4ED3-94D5-4660C39AB851}">
      <dgm:prSet/>
      <dgm:spPr/>
      <dgm:t>
        <a:bodyPr/>
        <a:lstStyle/>
        <a:p>
          <a:endParaRPr lang="en-US"/>
        </a:p>
      </dgm:t>
    </dgm:pt>
    <dgm:pt modelId="{EE72EDDA-5334-4A7A-B611-6276A6F175F9}">
      <dgm:prSet/>
      <dgm:spPr/>
      <dgm:t>
        <a:bodyPr/>
        <a:lstStyle/>
        <a:p>
          <a:r>
            <a:rPr lang="pt-PT"/>
            <a:t>- Computed mean and standard deviation of cross-validation performance</a:t>
          </a:r>
          <a:endParaRPr lang="en-US"/>
        </a:p>
      </dgm:t>
    </dgm:pt>
    <dgm:pt modelId="{489076C1-0259-475D-B7C6-70826D6FD1C2}" type="parTrans" cxnId="{2BC8A927-FE31-46D4-9E8B-9D1A8730DA98}">
      <dgm:prSet/>
      <dgm:spPr/>
      <dgm:t>
        <a:bodyPr/>
        <a:lstStyle/>
        <a:p>
          <a:endParaRPr lang="en-US"/>
        </a:p>
      </dgm:t>
    </dgm:pt>
    <dgm:pt modelId="{C9CE2D23-585E-4907-A23F-455896F7C8A0}" type="sibTrans" cxnId="{2BC8A927-FE31-46D4-9E8B-9D1A8730DA98}">
      <dgm:prSet/>
      <dgm:spPr/>
      <dgm:t>
        <a:bodyPr/>
        <a:lstStyle/>
        <a:p>
          <a:endParaRPr lang="en-US"/>
        </a:p>
      </dgm:t>
    </dgm:pt>
    <dgm:pt modelId="{77EA289E-4C95-4072-B5B5-D54EDBF1358F}">
      <dgm:prSet/>
      <dgm:spPr/>
      <dgm:t>
        <a:bodyPr/>
        <a:lstStyle/>
        <a:p>
          <a:r>
            <a:rPr lang="pt-PT"/>
            <a:t>3. Final Model Training</a:t>
          </a:r>
          <a:endParaRPr lang="en-US"/>
        </a:p>
      </dgm:t>
    </dgm:pt>
    <dgm:pt modelId="{C6288C47-D3DB-4F2E-AF29-0DC002E5F4A7}" type="parTrans" cxnId="{50D401E0-6EF8-4694-88BE-AEE1CC709BD0}">
      <dgm:prSet/>
      <dgm:spPr/>
      <dgm:t>
        <a:bodyPr/>
        <a:lstStyle/>
        <a:p>
          <a:endParaRPr lang="en-US"/>
        </a:p>
      </dgm:t>
    </dgm:pt>
    <dgm:pt modelId="{4E6A952D-75B2-47A3-91D9-59C186234989}" type="sibTrans" cxnId="{50D401E0-6EF8-4694-88BE-AEE1CC709BD0}">
      <dgm:prSet/>
      <dgm:spPr/>
      <dgm:t>
        <a:bodyPr/>
        <a:lstStyle/>
        <a:p>
          <a:endParaRPr lang="en-US"/>
        </a:p>
      </dgm:t>
    </dgm:pt>
    <dgm:pt modelId="{693DE414-90C1-4D5F-914B-F39902F342FB}">
      <dgm:prSet/>
      <dgm:spPr/>
      <dgm:t>
        <a:bodyPr/>
        <a:lstStyle/>
        <a:p>
          <a:r>
            <a:rPr lang="pt-PT"/>
            <a:t>- Fitted baseline pipeline on entire training dataset</a:t>
          </a:r>
          <a:endParaRPr lang="en-US"/>
        </a:p>
      </dgm:t>
    </dgm:pt>
    <dgm:pt modelId="{5BB9F6FE-87F2-441A-9060-3BC6D6A6276B}" type="parTrans" cxnId="{610080C1-F79C-4131-B8F8-1CFCFFB64D26}">
      <dgm:prSet/>
      <dgm:spPr/>
      <dgm:t>
        <a:bodyPr/>
        <a:lstStyle/>
        <a:p>
          <a:endParaRPr lang="en-US"/>
        </a:p>
      </dgm:t>
    </dgm:pt>
    <dgm:pt modelId="{5390834B-D846-4043-A3D0-11073A17A845}" type="sibTrans" cxnId="{610080C1-F79C-4131-B8F8-1CFCFFB64D26}">
      <dgm:prSet/>
      <dgm:spPr/>
      <dgm:t>
        <a:bodyPr/>
        <a:lstStyle/>
        <a:p>
          <a:endParaRPr lang="en-US"/>
        </a:p>
      </dgm:t>
    </dgm:pt>
    <dgm:pt modelId="{3D19A2F5-E169-4648-9EE4-5136ADE426E5}">
      <dgm:prSet/>
      <dgm:spPr/>
      <dgm:t>
        <a:bodyPr/>
        <a:lstStyle/>
        <a:p>
          <a:r>
            <a:rPr lang="pt-PT"/>
            <a:t>- Generated predictions on training data</a:t>
          </a:r>
          <a:endParaRPr lang="en-US"/>
        </a:p>
      </dgm:t>
    </dgm:pt>
    <dgm:pt modelId="{BCC0C238-4EAB-429F-8F02-38036525D709}" type="parTrans" cxnId="{ED15D03F-CEB3-494C-A910-2E647C189B97}">
      <dgm:prSet/>
      <dgm:spPr/>
      <dgm:t>
        <a:bodyPr/>
        <a:lstStyle/>
        <a:p>
          <a:endParaRPr lang="en-US"/>
        </a:p>
      </dgm:t>
    </dgm:pt>
    <dgm:pt modelId="{B157FC6F-8CFF-4FB0-89C5-0788BFEF8439}" type="sibTrans" cxnId="{ED15D03F-CEB3-494C-A910-2E647C189B97}">
      <dgm:prSet/>
      <dgm:spPr/>
      <dgm:t>
        <a:bodyPr/>
        <a:lstStyle/>
        <a:p>
          <a:endParaRPr lang="en-US"/>
        </a:p>
      </dgm:t>
    </dgm:pt>
    <dgm:pt modelId="{FD3D24AB-C9AA-451A-AC18-7FD3073A9FF6}">
      <dgm:prSet/>
      <dgm:spPr/>
      <dgm:t>
        <a:bodyPr/>
        <a:lstStyle/>
        <a:p>
          <a:r>
            <a:rPr lang="pt-PT"/>
            <a:t>- Maximized use of available data for final model</a:t>
          </a:r>
          <a:endParaRPr lang="en-US"/>
        </a:p>
      </dgm:t>
    </dgm:pt>
    <dgm:pt modelId="{E9655007-7903-4D57-BA5F-0E743584A88D}" type="parTrans" cxnId="{90A11262-B570-4EE9-A411-ECD27B10F5B4}">
      <dgm:prSet/>
      <dgm:spPr/>
      <dgm:t>
        <a:bodyPr/>
        <a:lstStyle/>
        <a:p>
          <a:endParaRPr lang="en-US"/>
        </a:p>
      </dgm:t>
    </dgm:pt>
    <dgm:pt modelId="{94BF5EEC-40F9-44A7-8D92-040C825EDF85}" type="sibTrans" cxnId="{90A11262-B570-4EE9-A411-ECD27B10F5B4}">
      <dgm:prSet/>
      <dgm:spPr/>
      <dgm:t>
        <a:bodyPr/>
        <a:lstStyle/>
        <a:p>
          <a:endParaRPr lang="en-US"/>
        </a:p>
      </dgm:t>
    </dgm:pt>
    <dgm:pt modelId="{B3A7AF83-41BC-4303-B67A-1E8C1F9E8223}" type="pres">
      <dgm:prSet presAssocID="{5DEC3DE2-17D4-4F2A-BB41-138C32B3D2E6}" presName="vert0" presStyleCnt="0">
        <dgm:presLayoutVars>
          <dgm:dir/>
          <dgm:animOne val="branch"/>
          <dgm:animLvl val="lvl"/>
        </dgm:presLayoutVars>
      </dgm:prSet>
      <dgm:spPr/>
    </dgm:pt>
    <dgm:pt modelId="{D043EE84-EF16-405E-A8E8-A77A49EE31A8}" type="pres">
      <dgm:prSet presAssocID="{0352ABE9-8818-4AE1-A263-505F491A62FF}" presName="thickLine" presStyleLbl="alignNode1" presStyleIdx="0" presStyleCnt="3"/>
      <dgm:spPr/>
    </dgm:pt>
    <dgm:pt modelId="{5AF97823-5B1C-4C76-8ABF-57AE7CAB9630}" type="pres">
      <dgm:prSet presAssocID="{0352ABE9-8818-4AE1-A263-505F491A62FF}" presName="horz1" presStyleCnt="0"/>
      <dgm:spPr/>
    </dgm:pt>
    <dgm:pt modelId="{CD0E6FFF-7C56-4BC7-A4F6-17A7398178B1}" type="pres">
      <dgm:prSet presAssocID="{0352ABE9-8818-4AE1-A263-505F491A62FF}" presName="tx1" presStyleLbl="revTx" presStyleIdx="0" presStyleCnt="12"/>
      <dgm:spPr/>
    </dgm:pt>
    <dgm:pt modelId="{90B36C76-56E2-4608-8FDA-19BA762244E0}" type="pres">
      <dgm:prSet presAssocID="{0352ABE9-8818-4AE1-A263-505F491A62FF}" presName="vert1" presStyleCnt="0"/>
      <dgm:spPr/>
    </dgm:pt>
    <dgm:pt modelId="{C4DBA82E-8E69-4E59-8A44-0280661ED1F5}" type="pres">
      <dgm:prSet presAssocID="{EB546559-77C6-4A79-B2E3-FA8F1EDBAEFA}" presName="vertSpace2a" presStyleCnt="0"/>
      <dgm:spPr/>
    </dgm:pt>
    <dgm:pt modelId="{1147AA60-D26C-4D15-A771-924884CB0B84}" type="pres">
      <dgm:prSet presAssocID="{EB546559-77C6-4A79-B2E3-FA8F1EDBAEFA}" presName="horz2" presStyleCnt="0"/>
      <dgm:spPr/>
    </dgm:pt>
    <dgm:pt modelId="{1F273189-AEA8-4974-80D7-E443E0BE68F1}" type="pres">
      <dgm:prSet presAssocID="{EB546559-77C6-4A79-B2E3-FA8F1EDBAEFA}" presName="horzSpace2" presStyleCnt="0"/>
      <dgm:spPr/>
    </dgm:pt>
    <dgm:pt modelId="{C3C76A8B-4AC0-41A2-9963-6004B12A491E}" type="pres">
      <dgm:prSet presAssocID="{EB546559-77C6-4A79-B2E3-FA8F1EDBAEFA}" presName="tx2" presStyleLbl="revTx" presStyleIdx="1" presStyleCnt="12"/>
      <dgm:spPr/>
    </dgm:pt>
    <dgm:pt modelId="{03C7CCEF-6A22-4E87-A4DB-AF40CA3CA735}" type="pres">
      <dgm:prSet presAssocID="{EB546559-77C6-4A79-B2E3-FA8F1EDBAEFA}" presName="vert2" presStyleCnt="0"/>
      <dgm:spPr/>
    </dgm:pt>
    <dgm:pt modelId="{0484C9DB-6767-45C1-A902-0E81593A4D0D}" type="pres">
      <dgm:prSet presAssocID="{EB546559-77C6-4A79-B2E3-FA8F1EDBAEFA}" presName="thinLine2b" presStyleLbl="callout" presStyleIdx="0" presStyleCnt="9"/>
      <dgm:spPr/>
    </dgm:pt>
    <dgm:pt modelId="{46A145F9-BC4E-4025-9AE3-8D03B6BD14DF}" type="pres">
      <dgm:prSet presAssocID="{EB546559-77C6-4A79-B2E3-FA8F1EDBAEFA}" presName="vertSpace2b" presStyleCnt="0"/>
      <dgm:spPr/>
    </dgm:pt>
    <dgm:pt modelId="{02E86662-9A58-463E-8DAF-3FDFD98CE4DA}" type="pres">
      <dgm:prSet presAssocID="{DE60B441-5ACD-445A-BB27-485CEFB5E6F9}" presName="horz2" presStyleCnt="0"/>
      <dgm:spPr/>
    </dgm:pt>
    <dgm:pt modelId="{83068803-D85D-4046-9890-8627C675C010}" type="pres">
      <dgm:prSet presAssocID="{DE60B441-5ACD-445A-BB27-485CEFB5E6F9}" presName="horzSpace2" presStyleCnt="0"/>
      <dgm:spPr/>
    </dgm:pt>
    <dgm:pt modelId="{8CD39396-8BC9-4901-AE65-692A8ACE6DCC}" type="pres">
      <dgm:prSet presAssocID="{DE60B441-5ACD-445A-BB27-485CEFB5E6F9}" presName="tx2" presStyleLbl="revTx" presStyleIdx="2" presStyleCnt="12"/>
      <dgm:spPr/>
    </dgm:pt>
    <dgm:pt modelId="{63714CD0-719E-4D6E-AD6B-DF906922C5BD}" type="pres">
      <dgm:prSet presAssocID="{DE60B441-5ACD-445A-BB27-485CEFB5E6F9}" presName="vert2" presStyleCnt="0"/>
      <dgm:spPr/>
    </dgm:pt>
    <dgm:pt modelId="{C4BED466-1290-4659-9571-C2690A884557}" type="pres">
      <dgm:prSet presAssocID="{DE60B441-5ACD-445A-BB27-485CEFB5E6F9}" presName="thinLine2b" presStyleLbl="callout" presStyleIdx="1" presStyleCnt="9"/>
      <dgm:spPr/>
    </dgm:pt>
    <dgm:pt modelId="{B2B9936D-5DB6-4726-A735-30DCFF0765E1}" type="pres">
      <dgm:prSet presAssocID="{DE60B441-5ACD-445A-BB27-485CEFB5E6F9}" presName="vertSpace2b" presStyleCnt="0"/>
      <dgm:spPr/>
    </dgm:pt>
    <dgm:pt modelId="{B8ABD229-6617-43EE-AA80-08B394D4A972}" type="pres">
      <dgm:prSet presAssocID="{3258C6DA-E3AE-45A0-A7B9-D8B8FB3F33C4}" presName="horz2" presStyleCnt="0"/>
      <dgm:spPr/>
    </dgm:pt>
    <dgm:pt modelId="{61C6A3B5-11EF-4E56-923C-988972B44873}" type="pres">
      <dgm:prSet presAssocID="{3258C6DA-E3AE-45A0-A7B9-D8B8FB3F33C4}" presName="horzSpace2" presStyleCnt="0"/>
      <dgm:spPr/>
    </dgm:pt>
    <dgm:pt modelId="{D48CD34D-B515-4E51-A12F-C493B6ED8A4E}" type="pres">
      <dgm:prSet presAssocID="{3258C6DA-E3AE-45A0-A7B9-D8B8FB3F33C4}" presName="tx2" presStyleLbl="revTx" presStyleIdx="3" presStyleCnt="12"/>
      <dgm:spPr/>
    </dgm:pt>
    <dgm:pt modelId="{73C2F622-CDEE-4996-8E16-A557C3E6A654}" type="pres">
      <dgm:prSet presAssocID="{3258C6DA-E3AE-45A0-A7B9-D8B8FB3F33C4}" presName="vert2" presStyleCnt="0"/>
      <dgm:spPr/>
    </dgm:pt>
    <dgm:pt modelId="{EC2C07CB-F0CA-4521-971B-9883F5C91BBC}" type="pres">
      <dgm:prSet presAssocID="{3258C6DA-E3AE-45A0-A7B9-D8B8FB3F33C4}" presName="thinLine2b" presStyleLbl="callout" presStyleIdx="2" presStyleCnt="9"/>
      <dgm:spPr/>
    </dgm:pt>
    <dgm:pt modelId="{464CF213-F1FE-47D0-90C6-CD270B52E881}" type="pres">
      <dgm:prSet presAssocID="{3258C6DA-E3AE-45A0-A7B9-D8B8FB3F33C4}" presName="vertSpace2b" presStyleCnt="0"/>
      <dgm:spPr/>
    </dgm:pt>
    <dgm:pt modelId="{45A9601E-A7E9-4591-BBC6-5AB3E632E23B}" type="pres">
      <dgm:prSet presAssocID="{1BD00124-26B2-4599-89C4-C93BC7964565}" presName="thickLine" presStyleLbl="alignNode1" presStyleIdx="1" presStyleCnt="3"/>
      <dgm:spPr/>
    </dgm:pt>
    <dgm:pt modelId="{77C154BC-17A9-497B-A4B1-A664E1BF4614}" type="pres">
      <dgm:prSet presAssocID="{1BD00124-26B2-4599-89C4-C93BC7964565}" presName="horz1" presStyleCnt="0"/>
      <dgm:spPr/>
    </dgm:pt>
    <dgm:pt modelId="{16147AF5-051F-4F3A-951E-F751C91635F1}" type="pres">
      <dgm:prSet presAssocID="{1BD00124-26B2-4599-89C4-C93BC7964565}" presName="tx1" presStyleLbl="revTx" presStyleIdx="4" presStyleCnt="12"/>
      <dgm:spPr/>
    </dgm:pt>
    <dgm:pt modelId="{5D13AE5F-2B2D-466B-87B9-7FEDC059E7E3}" type="pres">
      <dgm:prSet presAssocID="{1BD00124-26B2-4599-89C4-C93BC7964565}" presName="vert1" presStyleCnt="0"/>
      <dgm:spPr/>
    </dgm:pt>
    <dgm:pt modelId="{D5CC1F97-9031-43ED-BECF-F0C74775C4B0}" type="pres">
      <dgm:prSet presAssocID="{2EC9320A-3964-4449-81D8-9D48A6F86BAC}" presName="vertSpace2a" presStyleCnt="0"/>
      <dgm:spPr/>
    </dgm:pt>
    <dgm:pt modelId="{3C44BDA8-22C4-4D15-AC96-951F1F0039D0}" type="pres">
      <dgm:prSet presAssocID="{2EC9320A-3964-4449-81D8-9D48A6F86BAC}" presName="horz2" presStyleCnt="0"/>
      <dgm:spPr/>
    </dgm:pt>
    <dgm:pt modelId="{0952B1DC-8C9E-4420-A55D-8A9F613C0BC1}" type="pres">
      <dgm:prSet presAssocID="{2EC9320A-3964-4449-81D8-9D48A6F86BAC}" presName="horzSpace2" presStyleCnt="0"/>
      <dgm:spPr/>
    </dgm:pt>
    <dgm:pt modelId="{CFD5A03B-E8F2-45CB-98A5-B7CECB83D12F}" type="pres">
      <dgm:prSet presAssocID="{2EC9320A-3964-4449-81D8-9D48A6F86BAC}" presName="tx2" presStyleLbl="revTx" presStyleIdx="5" presStyleCnt="12"/>
      <dgm:spPr/>
    </dgm:pt>
    <dgm:pt modelId="{46C004FE-C712-48AB-8109-063DF80E74CB}" type="pres">
      <dgm:prSet presAssocID="{2EC9320A-3964-4449-81D8-9D48A6F86BAC}" presName="vert2" presStyleCnt="0"/>
      <dgm:spPr/>
    </dgm:pt>
    <dgm:pt modelId="{BF1E96DC-783D-430B-880D-FF306849905F}" type="pres">
      <dgm:prSet presAssocID="{2EC9320A-3964-4449-81D8-9D48A6F86BAC}" presName="thinLine2b" presStyleLbl="callout" presStyleIdx="3" presStyleCnt="9"/>
      <dgm:spPr/>
    </dgm:pt>
    <dgm:pt modelId="{036352C8-1AEF-41AD-9DBA-167E555701F9}" type="pres">
      <dgm:prSet presAssocID="{2EC9320A-3964-4449-81D8-9D48A6F86BAC}" presName="vertSpace2b" presStyleCnt="0"/>
      <dgm:spPr/>
    </dgm:pt>
    <dgm:pt modelId="{39F5760F-967C-41B7-9B61-C5328D345D74}" type="pres">
      <dgm:prSet presAssocID="{FC05D668-3972-42C3-B67E-5E7CD62B7FB6}" presName="horz2" presStyleCnt="0"/>
      <dgm:spPr/>
    </dgm:pt>
    <dgm:pt modelId="{8C7A8530-7B1D-4FB3-9844-125FA2ADF6CB}" type="pres">
      <dgm:prSet presAssocID="{FC05D668-3972-42C3-B67E-5E7CD62B7FB6}" presName="horzSpace2" presStyleCnt="0"/>
      <dgm:spPr/>
    </dgm:pt>
    <dgm:pt modelId="{3E96736A-D6E2-41B1-BA87-90C80ACD7489}" type="pres">
      <dgm:prSet presAssocID="{FC05D668-3972-42C3-B67E-5E7CD62B7FB6}" presName="tx2" presStyleLbl="revTx" presStyleIdx="6" presStyleCnt="12"/>
      <dgm:spPr/>
    </dgm:pt>
    <dgm:pt modelId="{8B99BF7F-EB75-4DCA-86CE-F484C77F6D13}" type="pres">
      <dgm:prSet presAssocID="{FC05D668-3972-42C3-B67E-5E7CD62B7FB6}" presName="vert2" presStyleCnt="0"/>
      <dgm:spPr/>
    </dgm:pt>
    <dgm:pt modelId="{050BBAC4-2EE0-4650-8743-F118F18333F5}" type="pres">
      <dgm:prSet presAssocID="{FC05D668-3972-42C3-B67E-5E7CD62B7FB6}" presName="thinLine2b" presStyleLbl="callout" presStyleIdx="4" presStyleCnt="9"/>
      <dgm:spPr/>
    </dgm:pt>
    <dgm:pt modelId="{2A60147E-F76B-45C4-8BCA-2F41A6D9119C}" type="pres">
      <dgm:prSet presAssocID="{FC05D668-3972-42C3-B67E-5E7CD62B7FB6}" presName="vertSpace2b" presStyleCnt="0"/>
      <dgm:spPr/>
    </dgm:pt>
    <dgm:pt modelId="{5C64E621-79DB-4287-B0DE-AD96BAB73162}" type="pres">
      <dgm:prSet presAssocID="{EE72EDDA-5334-4A7A-B611-6276A6F175F9}" presName="horz2" presStyleCnt="0"/>
      <dgm:spPr/>
    </dgm:pt>
    <dgm:pt modelId="{1605A365-985B-4442-AD56-9F89F8204081}" type="pres">
      <dgm:prSet presAssocID="{EE72EDDA-5334-4A7A-B611-6276A6F175F9}" presName="horzSpace2" presStyleCnt="0"/>
      <dgm:spPr/>
    </dgm:pt>
    <dgm:pt modelId="{4906D4E7-957A-47F7-B34A-F3C25CAD7411}" type="pres">
      <dgm:prSet presAssocID="{EE72EDDA-5334-4A7A-B611-6276A6F175F9}" presName="tx2" presStyleLbl="revTx" presStyleIdx="7" presStyleCnt="12"/>
      <dgm:spPr/>
    </dgm:pt>
    <dgm:pt modelId="{4576B5A9-AAC1-47F2-9EC1-3D8F0F25302B}" type="pres">
      <dgm:prSet presAssocID="{EE72EDDA-5334-4A7A-B611-6276A6F175F9}" presName="vert2" presStyleCnt="0"/>
      <dgm:spPr/>
    </dgm:pt>
    <dgm:pt modelId="{799F4F7F-F1DA-48D5-9F54-B16101C18B9A}" type="pres">
      <dgm:prSet presAssocID="{EE72EDDA-5334-4A7A-B611-6276A6F175F9}" presName="thinLine2b" presStyleLbl="callout" presStyleIdx="5" presStyleCnt="9"/>
      <dgm:spPr/>
    </dgm:pt>
    <dgm:pt modelId="{8A245D49-3872-48D4-A115-C5BF35806E98}" type="pres">
      <dgm:prSet presAssocID="{EE72EDDA-5334-4A7A-B611-6276A6F175F9}" presName="vertSpace2b" presStyleCnt="0"/>
      <dgm:spPr/>
    </dgm:pt>
    <dgm:pt modelId="{4E0A728C-DA92-4E00-AA6B-5A179513B6B9}" type="pres">
      <dgm:prSet presAssocID="{77EA289E-4C95-4072-B5B5-D54EDBF1358F}" presName="thickLine" presStyleLbl="alignNode1" presStyleIdx="2" presStyleCnt="3"/>
      <dgm:spPr/>
    </dgm:pt>
    <dgm:pt modelId="{79A0916A-17C7-4E8D-A9F0-A338DE1137C4}" type="pres">
      <dgm:prSet presAssocID="{77EA289E-4C95-4072-B5B5-D54EDBF1358F}" presName="horz1" presStyleCnt="0"/>
      <dgm:spPr/>
    </dgm:pt>
    <dgm:pt modelId="{8875992F-B614-4635-86EB-5997EB0D71F5}" type="pres">
      <dgm:prSet presAssocID="{77EA289E-4C95-4072-B5B5-D54EDBF1358F}" presName="tx1" presStyleLbl="revTx" presStyleIdx="8" presStyleCnt="12"/>
      <dgm:spPr/>
    </dgm:pt>
    <dgm:pt modelId="{EA7E50C6-3A72-4F0D-B0E5-D342E179791C}" type="pres">
      <dgm:prSet presAssocID="{77EA289E-4C95-4072-B5B5-D54EDBF1358F}" presName="vert1" presStyleCnt="0"/>
      <dgm:spPr/>
    </dgm:pt>
    <dgm:pt modelId="{0B1B2D76-EE3F-403E-8F50-5740CD9AEE5A}" type="pres">
      <dgm:prSet presAssocID="{693DE414-90C1-4D5F-914B-F39902F342FB}" presName="vertSpace2a" presStyleCnt="0"/>
      <dgm:spPr/>
    </dgm:pt>
    <dgm:pt modelId="{AA6CF2E6-6E1E-4DBD-A062-D538E03D6A84}" type="pres">
      <dgm:prSet presAssocID="{693DE414-90C1-4D5F-914B-F39902F342FB}" presName="horz2" presStyleCnt="0"/>
      <dgm:spPr/>
    </dgm:pt>
    <dgm:pt modelId="{62FFC1A4-B057-4F93-84CC-8A656E9B1E1A}" type="pres">
      <dgm:prSet presAssocID="{693DE414-90C1-4D5F-914B-F39902F342FB}" presName="horzSpace2" presStyleCnt="0"/>
      <dgm:spPr/>
    </dgm:pt>
    <dgm:pt modelId="{DE95FAC1-BDF4-41D3-B706-6276AFF92036}" type="pres">
      <dgm:prSet presAssocID="{693DE414-90C1-4D5F-914B-F39902F342FB}" presName="tx2" presStyleLbl="revTx" presStyleIdx="9" presStyleCnt="12"/>
      <dgm:spPr/>
    </dgm:pt>
    <dgm:pt modelId="{1C44C97A-8464-4D06-B747-2AD7B71952C8}" type="pres">
      <dgm:prSet presAssocID="{693DE414-90C1-4D5F-914B-F39902F342FB}" presName="vert2" presStyleCnt="0"/>
      <dgm:spPr/>
    </dgm:pt>
    <dgm:pt modelId="{081228EE-A574-4418-9BF3-A7BE50049193}" type="pres">
      <dgm:prSet presAssocID="{693DE414-90C1-4D5F-914B-F39902F342FB}" presName="thinLine2b" presStyleLbl="callout" presStyleIdx="6" presStyleCnt="9"/>
      <dgm:spPr/>
    </dgm:pt>
    <dgm:pt modelId="{28A2E25E-493C-4800-B43A-5113FA5921D0}" type="pres">
      <dgm:prSet presAssocID="{693DE414-90C1-4D5F-914B-F39902F342FB}" presName="vertSpace2b" presStyleCnt="0"/>
      <dgm:spPr/>
    </dgm:pt>
    <dgm:pt modelId="{1520E4CC-42C8-497F-81AF-E4474BF2C565}" type="pres">
      <dgm:prSet presAssocID="{3D19A2F5-E169-4648-9EE4-5136ADE426E5}" presName="horz2" presStyleCnt="0"/>
      <dgm:spPr/>
    </dgm:pt>
    <dgm:pt modelId="{8AEC58BA-3B4C-4493-A84A-B93E5A7615EB}" type="pres">
      <dgm:prSet presAssocID="{3D19A2F5-E169-4648-9EE4-5136ADE426E5}" presName="horzSpace2" presStyleCnt="0"/>
      <dgm:spPr/>
    </dgm:pt>
    <dgm:pt modelId="{59B76C3F-383F-4349-9C9F-24C28A00991C}" type="pres">
      <dgm:prSet presAssocID="{3D19A2F5-E169-4648-9EE4-5136ADE426E5}" presName="tx2" presStyleLbl="revTx" presStyleIdx="10" presStyleCnt="12"/>
      <dgm:spPr/>
    </dgm:pt>
    <dgm:pt modelId="{17823F96-33C4-4DB4-B48D-0DFAC6A7FB59}" type="pres">
      <dgm:prSet presAssocID="{3D19A2F5-E169-4648-9EE4-5136ADE426E5}" presName="vert2" presStyleCnt="0"/>
      <dgm:spPr/>
    </dgm:pt>
    <dgm:pt modelId="{5AEAC459-A412-41C8-9A5A-69D728FD53D1}" type="pres">
      <dgm:prSet presAssocID="{3D19A2F5-E169-4648-9EE4-5136ADE426E5}" presName="thinLine2b" presStyleLbl="callout" presStyleIdx="7" presStyleCnt="9"/>
      <dgm:spPr/>
    </dgm:pt>
    <dgm:pt modelId="{52360CDD-046A-4393-AE0D-49E21B34A91F}" type="pres">
      <dgm:prSet presAssocID="{3D19A2F5-E169-4648-9EE4-5136ADE426E5}" presName="vertSpace2b" presStyleCnt="0"/>
      <dgm:spPr/>
    </dgm:pt>
    <dgm:pt modelId="{884A87A4-0FDD-46D7-B91E-5CD9B324BEF8}" type="pres">
      <dgm:prSet presAssocID="{FD3D24AB-C9AA-451A-AC18-7FD3073A9FF6}" presName="horz2" presStyleCnt="0"/>
      <dgm:spPr/>
    </dgm:pt>
    <dgm:pt modelId="{AF37035E-E7AC-47BE-9C6F-0E32E387863F}" type="pres">
      <dgm:prSet presAssocID="{FD3D24AB-C9AA-451A-AC18-7FD3073A9FF6}" presName="horzSpace2" presStyleCnt="0"/>
      <dgm:spPr/>
    </dgm:pt>
    <dgm:pt modelId="{8FA7BEE1-DC55-4DF6-AB6F-DB6F2977AE31}" type="pres">
      <dgm:prSet presAssocID="{FD3D24AB-C9AA-451A-AC18-7FD3073A9FF6}" presName="tx2" presStyleLbl="revTx" presStyleIdx="11" presStyleCnt="12"/>
      <dgm:spPr/>
    </dgm:pt>
    <dgm:pt modelId="{358F84C0-5F1D-42B6-80DB-1D2ADD73928E}" type="pres">
      <dgm:prSet presAssocID="{FD3D24AB-C9AA-451A-AC18-7FD3073A9FF6}" presName="vert2" presStyleCnt="0"/>
      <dgm:spPr/>
    </dgm:pt>
    <dgm:pt modelId="{3BD0BA0D-BD00-4AA1-A054-86AB16E6A08E}" type="pres">
      <dgm:prSet presAssocID="{FD3D24AB-C9AA-451A-AC18-7FD3073A9FF6}" presName="thinLine2b" presStyleLbl="callout" presStyleIdx="8" presStyleCnt="9"/>
      <dgm:spPr/>
    </dgm:pt>
    <dgm:pt modelId="{EB53F7B8-8EEF-4926-AA61-F94C9AF711E1}" type="pres">
      <dgm:prSet presAssocID="{FD3D24AB-C9AA-451A-AC18-7FD3073A9FF6}" presName="vertSpace2b" presStyleCnt="0"/>
      <dgm:spPr/>
    </dgm:pt>
  </dgm:ptLst>
  <dgm:cxnLst>
    <dgm:cxn modelId="{8500D303-5708-44ED-A985-B7A3B428ED73}" type="presOf" srcId="{2EC9320A-3964-4449-81D8-9D48A6F86BAC}" destId="{CFD5A03B-E8F2-45CB-98A5-B7CECB83D12F}" srcOrd="0" destOrd="0" presId="urn:microsoft.com/office/officeart/2008/layout/LinedList"/>
    <dgm:cxn modelId="{2960410E-D358-428D-84AA-FF0409FCF8D2}" type="presOf" srcId="{1BD00124-26B2-4599-89C4-C93BC7964565}" destId="{16147AF5-051F-4F3A-951E-F751C91635F1}" srcOrd="0" destOrd="0" presId="urn:microsoft.com/office/officeart/2008/layout/LinedList"/>
    <dgm:cxn modelId="{A84FCC10-2E85-402E-A5DC-5B15EA7FA5AC}" type="presOf" srcId="{EB546559-77C6-4A79-B2E3-FA8F1EDBAEFA}" destId="{C3C76A8B-4AC0-41A2-9963-6004B12A491E}" srcOrd="0" destOrd="0" presId="urn:microsoft.com/office/officeart/2008/layout/LinedList"/>
    <dgm:cxn modelId="{7729241A-3A30-4840-82E8-39764DB0C415}" srcId="{5DEC3DE2-17D4-4F2A-BB41-138C32B3D2E6}" destId="{1BD00124-26B2-4599-89C4-C93BC7964565}" srcOrd="1" destOrd="0" parTransId="{74CE4ED0-EECE-4E8C-A512-4ADD6AD1687F}" sibTransId="{AD6BB52D-A467-4859-8A77-700217849A8E}"/>
    <dgm:cxn modelId="{FCAF4B1C-E137-4CB9-9E67-B7AF74A1D70E}" srcId="{5DEC3DE2-17D4-4F2A-BB41-138C32B3D2E6}" destId="{0352ABE9-8818-4AE1-A263-505F491A62FF}" srcOrd="0" destOrd="0" parTransId="{F4C1AD0D-EFC6-4CE4-BC83-C1693DB06A0A}" sibTransId="{8EDD27CD-B0F7-4F6F-ABF2-0D22569EEBE3}"/>
    <dgm:cxn modelId="{58547922-3A62-4496-9EE5-F544E7F8958D}" type="presOf" srcId="{FD3D24AB-C9AA-451A-AC18-7FD3073A9FF6}" destId="{8FA7BEE1-DC55-4DF6-AB6F-DB6F2977AE31}" srcOrd="0" destOrd="0" presId="urn:microsoft.com/office/officeart/2008/layout/LinedList"/>
    <dgm:cxn modelId="{2BC8A927-FE31-46D4-9E8B-9D1A8730DA98}" srcId="{1BD00124-26B2-4599-89C4-C93BC7964565}" destId="{EE72EDDA-5334-4A7A-B611-6276A6F175F9}" srcOrd="2" destOrd="0" parTransId="{489076C1-0259-475D-B7C6-70826D6FD1C2}" sibTransId="{C9CE2D23-585E-4907-A23F-455896F7C8A0}"/>
    <dgm:cxn modelId="{ED15D03F-CEB3-494C-A910-2E647C189B97}" srcId="{77EA289E-4C95-4072-B5B5-D54EDBF1358F}" destId="{3D19A2F5-E169-4648-9EE4-5136ADE426E5}" srcOrd="1" destOrd="0" parTransId="{BCC0C238-4EAB-429F-8F02-38036525D709}" sibTransId="{B157FC6F-8CFF-4FB0-89C5-0788BFEF8439}"/>
    <dgm:cxn modelId="{4D88AB60-C02A-4049-AAD6-E95BA22EA62B}" srcId="{1BD00124-26B2-4599-89C4-C93BC7964565}" destId="{2EC9320A-3964-4449-81D8-9D48A6F86BAC}" srcOrd="0" destOrd="0" parTransId="{4C49500E-36AA-4A6E-905D-408F9EE742EE}" sibTransId="{6B0E758D-6105-48E1-869F-9EFBBF05517B}"/>
    <dgm:cxn modelId="{90A11262-B570-4EE9-A411-ECD27B10F5B4}" srcId="{77EA289E-4C95-4072-B5B5-D54EDBF1358F}" destId="{FD3D24AB-C9AA-451A-AC18-7FD3073A9FF6}" srcOrd="2" destOrd="0" parTransId="{E9655007-7903-4D57-BA5F-0E743584A88D}" sibTransId="{94BF5EEC-40F9-44A7-8D92-040C825EDF85}"/>
    <dgm:cxn modelId="{36AD3F64-458B-461F-AA11-42BDCB018F17}" type="presOf" srcId="{0352ABE9-8818-4AE1-A263-505F491A62FF}" destId="{CD0E6FFF-7C56-4BC7-A4F6-17A7398178B1}" srcOrd="0" destOrd="0" presId="urn:microsoft.com/office/officeart/2008/layout/LinedList"/>
    <dgm:cxn modelId="{DB340C4C-1A6E-45A3-B593-7CAC8F908555}" type="presOf" srcId="{EE72EDDA-5334-4A7A-B611-6276A6F175F9}" destId="{4906D4E7-957A-47F7-B34A-F3C25CAD7411}" srcOrd="0" destOrd="0" presId="urn:microsoft.com/office/officeart/2008/layout/LinedList"/>
    <dgm:cxn modelId="{2124B84E-DC08-4A52-80DE-666C99680839}" type="presOf" srcId="{3258C6DA-E3AE-45A0-A7B9-D8B8FB3F33C4}" destId="{D48CD34D-B515-4E51-A12F-C493B6ED8A4E}" srcOrd="0" destOrd="0" presId="urn:microsoft.com/office/officeart/2008/layout/LinedList"/>
    <dgm:cxn modelId="{DD9F3770-C055-4EA8-B097-80BF41275A85}" type="presOf" srcId="{FC05D668-3972-42C3-B67E-5E7CD62B7FB6}" destId="{3E96736A-D6E2-41B1-BA87-90C80ACD7489}" srcOrd="0" destOrd="0" presId="urn:microsoft.com/office/officeart/2008/layout/LinedList"/>
    <dgm:cxn modelId="{6358D670-9CE2-4154-8D29-6FEEEA102980}" srcId="{0352ABE9-8818-4AE1-A263-505F491A62FF}" destId="{DE60B441-5ACD-445A-BB27-485CEFB5E6F9}" srcOrd="1" destOrd="0" parTransId="{ECD7E89E-9CB4-45B1-8E8F-D341A7180A81}" sibTransId="{61048251-55F5-40AC-BCA4-DCADFDBDFB32}"/>
    <dgm:cxn modelId="{DDDBE950-56D0-4685-B14B-BDF7E9CABFA0}" srcId="{0352ABE9-8818-4AE1-A263-505F491A62FF}" destId="{3258C6DA-E3AE-45A0-A7B9-D8B8FB3F33C4}" srcOrd="2" destOrd="0" parTransId="{34842044-3137-4F0F-9219-07DC5743B7B5}" sibTransId="{FBFB38BF-B2A5-4C37-BF61-900D16D6B486}"/>
    <dgm:cxn modelId="{C654A356-A881-4698-82E2-17370371EE75}" type="presOf" srcId="{77EA289E-4C95-4072-B5B5-D54EDBF1358F}" destId="{8875992F-B614-4635-86EB-5997EB0D71F5}" srcOrd="0" destOrd="0" presId="urn:microsoft.com/office/officeart/2008/layout/LinedList"/>
    <dgm:cxn modelId="{DB46945A-C01E-4E24-BA01-8CCEB84E3678}" type="presOf" srcId="{DE60B441-5ACD-445A-BB27-485CEFB5E6F9}" destId="{8CD39396-8BC9-4901-AE65-692A8ACE6DCC}" srcOrd="0" destOrd="0" presId="urn:microsoft.com/office/officeart/2008/layout/LinedList"/>
    <dgm:cxn modelId="{7E70AB9D-577C-4843-A6E4-D2F99E3FEA8B}" type="presOf" srcId="{693DE414-90C1-4D5F-914B-F39902F342FB}" destId="{DE95FAC1-BDF4-41D3-B706-6276AFF92036}" srcOrd="0" destOrd="0" presId="urn:microsoft.com/office/officeart/2008/layout/LinedList"/>
    <dgm:cxn modelId="{610080C1-F79C-4131-B8F8-1CFCFFB64D26}" srcId="{77EA289E-4C95-4072-B5B5-D54EDBF1358F}" destId="{693DE414-90C1-4D5F-914B-F39902F342FB}" srcOrd="0" destOrd="0" parTransId="{5BB9F6FE-87F2-441A-9060-3BC6D6A6276B}" sibTransId="{5390834B-D846-4043-A3D0-11073A17A845}"/>
    <dgm:cxn modelId="{243179D9-D8F8-471D-96B8-E2616C97B67D}" type="presOf" srcId="{5DEC3DE2-17D4-4F2A-BB41-138C32B3D2E6}" destId="{B3A7AF83-41BC-4303-B67A-1E8C1F9E8223}" srcOrd="0" destOrd="0" presId="urn:microsoft.com/office/officeart/2008/layout/LinedList"/>
    <dgm:cxn modelId="{93B263DF-ACBC-46DE-8B80-10BB7F310796}" type="presOf" srcId="{3D19A2F5-E169-4648-9EE4-5136ADE426E5}" destId="{59B76C3F-383F-4349-9C9F-24C28A00991C}" srcOrd="0" destOrd="0" presId="urn:microsoft.com/office/officeart/2008/layout/LinedList"/>
    <dgm:cxn modelId="{50D401E0-6EF8-4694-88BE-AEE1CC709BD0}" srcId="{5DEC3DE2-17D4-4F2A-BB41-138C32B3D2E6}" destId="{77EA289E-4C95-4072-B5B5-D54EDBF1358F}" srcOrd="2" destOrd="0" parTransId="{C6288C47-D3DB-4F2E-AF29-0DC002E5F4A7}" sibTransId="{4E6A952D-75B2-47A3-91D9-59C186234989}"/>
    <dgm:cxn modelId="{3BF288EF-5520-4E24-9D45-BD53854D9015}" srcId="{0352ABE9-8818-4AE1-A263-505F491A62FF}" destId="{EB546559-77C6-4A79-B2E3-FA8F1EDBAEFA}" srcOrd="0" destOrd="0" parTransId="{52FA22C5-4E3D-410A-B2D4-0BE54F563E43}" sibTransId="{33CE8BCA-85A1-4557-AF9C-C67A5907FADC}"/>
    <dgm:cxn modelId="{9F6629F5-36AC-4ED3-94D5-4660C39AB851}" srcId="{1BD00124-26B2-4599-89C4-C93BC7964565}" destId="{FC05D668-3972-42C3-B67E-5E7CD62B7FB6}" srcOrd="1" destOrd="0" parTransId="{DF7CCB18-40F3-43E0-A3E5-8DA939E38F28}" sibTransId="{F21C5B7E-E2A4-4252-9483-EDC82436EB43}"/>
    <dgm:cxn modelId="{F079DE30-D08A-4AB0-9ACD-7BB667CCB910}" type="presParOf" srcId="{B3A7AF83-41BC-4303-B67A-1E8C1F9E8223}" destId="{D043EE84-EF16-405E-A8E8-A77A49EE31A8}" srcOrd="0" destOrd="0" presId="urn:microsoft.com/office/officeart/2008/layout/LinedList"/>
    <dgm:cxn modelId="{629F1D73-A30C-4B13-92E7-EB49E957A20B}" type="presParOf" srcId="{B3A7AF83-41BC-4303-B67A-1E8C1F9E8223}" destId="{5AF97823-5B1C-4C76-8ABF-57AE7CAB9630}" srcOrd="1" destOrd="0" presId="urn:microsoft.com/office/officeart/2008/layout/LinedList"/>
    <dgm:cxn modelId="{C8349DDF-671F-4491-84B2-F5C171E9C181}" type="presParOf" srcId="{5AF97823-5B1C-4C76-8ABF-57AE7CAB9630}" destId="{CD0E6FFF-7C56-4BC7-A4F6-17A7398178B1}" srcOrd="0" destOrd="0" presId="urn:microsoft.com/office/officeart/2008/layout/LinedList"/>
    <dgm:cxn modelId="{E75D43E8-DBF8-4860-8D78-70C57AA41DC8}" type="presParOf" srcId="{5AF97823-5B1C-4C76-8ABF-57AE7CAB9630}" destId="{90B36C76-56E2-4608-8FDA-19BA762244E0}" srcOrd="1" destOrd="0" presId="urn:microsoft.com/office/officeart/2008/layout/LinedList"/>
    <dgm:cxn modelId="{FBBF1614-DD6D-4B5B-A8F1-C377548FD256}" type="presParOf" srcId="{90B36C76-56E2-4608-8FDA-19BA762244E0}" destId="{C4DBA82E-8E69-4E59-8A44-0280661ED1F5}" srcOrd="0" destOrd="0" presId="urn:microsoft.com/office/officeart/2008/layout/LinedList"/>
    <dgm:cxn modelId="{98A0B051-C0A3-475E-859A-3B78679B356F}" type="presParOf" srcId="{90B36C76-56E2-4608-8FDA-19BA762244E0}" destId="{1147AA60-D26C-4D15-A771-924884CB0B84}" srcOrd="1" destOrd="0" presId="urn:microsoft.com/office/officeart/2008/layout/LinedList"/>
    <dgm:cxn modelId="{C918B996-FCD2-4C89-8D4B-3179CFEB6A04}" type="presParOf" srcId="{1147AA60-D26C-4D15-A771-924884CB0B84}" destId="{1F273189-AEA8-4974-80D7-E443E0BE68F1}" srcOrd="0" destOrd="0" presId="urn:microsoft.com/office/officeart/2008/layout/LinedList"/>
    <dgm:cxn modelId="{749E4C45-E74C-4A6C-B3DB-0D239374BE1A}" type="presParOf" srcId="{1147AA60-D26C-4D15-A771-924884CB0B84}" destId="{C3C76A8B-4AC0-41A2-9963-6004B12A491E}" srcOrd="1" destOrd="0" presId="urn:microsoft.com/office/officeart/2008/layout/LinedList"/>
    <dgm:cxn modelId="{4AAC99A8-BE3F-4BE1-AA13-D81973C71CC3}" type="presParOf" srcId="{1147AA60-D26C-4D15-A771-924884CB0B84}" destId="{03C7CCEF-6A22-4E87-A4DB-AF40CA3CA735}" srcOrd="2" destOrd="0" presId="urn:microsoft.com/office/officeart/2008/layout/LinedList"/>
    <dgm:cxn modelId="{89CFFCC2-A860-42A2-8535-63519706286C}" type="presParOf" srcId="{90B36C76-56E2-4608-8FDA-19BA762244E0}" destId="{0484C9DB-6767-45C1-A902-0E81593A4D0D}" srcOrd="2" destOrd="0" presId="urn:microsoft.com/office/officeart/2008/layout/LinedList"/>
    <dgm:cxn modelId="{4AD94E09-9E73-46AE-8378-ED7A9B297E35}" type="presParOf" srcId="{90B36C76-56E2-4608-8FDA-19BA762244E0}" destId="{46A145F9-BC4E-4025-9AE3-8D03B6BD14DF}" srcOrd="3" destOrd="0" presId="urn:microsoft.com/office/officeart/2008/layout/LinedList"/>
    <dgm:cxn modelId="{4AD0E6BF-5810-41F2-8AF8-5E65F4853F3F}" type="presParOf" srcId="{90B36C76-56E2-4608-8FDA-19BA762244E0}" destId="{02E86662-9A58-463E-8DAF-3FDFD98CE4DA}" srcOrd="4" destOrd="0" presId="urn:microsoft.com/office/officeart/2008/layout/LinedList"/>
    <dgm:cxn modelId="{D61D018D-7510-4A30-9AE2-731240EE079F}" type="presParOf" srcId="{02E86662-9A58-463E-8DAF-3FDFD98CE4DA}" destId="{83068803-D85D-4046-9890-8627C675C010}" srcOrd="0" destOrd="0" presId="urn:microsoft.com/office/officeart/2008/layout/LinedList"/>
    <dgm:cxn modelId="{AF6D7119-64BE-4156-8465-770C8AA66634}" type="presParOf" srcId="{02E86662-9A58-463E-8DAF-3FDFD98CE4DA}" destId="{8CD39396-8BC9-4901-AE65-692A8ACE6DCC}" srcOrd="1" destOrd="0" presId="urn:microsoft.com/office/officeart/2008/layout/LinedList"/>
    <dgm:cxn modelId="{6025221A-4D4A-4601-AC40-AF4637433245}" type="presParOf" srcId="{02E86662-9A58-463E-8DAF-3FDFD98CE4DA}" destId="{63714CD0-719E-4D6E-AD6B-DF906922C5BD}" srcOrd="2" destOrd="0" presId="urn:microsoft.com/office/officeart/2008/layout/LinedList"/>
    <dgm:cxn modelId="{CD91A172-EC7A-422C-97A0-F79763FBB08A}" type="presParOf" srcId="{90B36C76-56E2-4608-8FDA-19BA762244E0}" destId="{C4BED466-1290-4659-9571-C2690A884557}" srcOrd="5" destOrd="0" presId="urn:microsoft.com/office/officeart/2008/layout/LinedList"/>
    <dgm:cxn modelId="{BB915203-8F01-497C-B8C2-E10F224751FD}" type="presParOf" srcId="{90B36C76-56E2-4608-8FDA-19BA762244E0}" destId="{B2B9936D-5DB6-4726-A735-30DCFF0765E1}" srcOrd="6" destOrd="0" presId="urn:microsoft.com/office/officeart/2008/layout/LinedList"/>
    <dgm:cxn modelId="{066AC059-4829-4DB2-8ACB-E4AA82C44E72}" type="presParOf" srcId="{90B36C76-56E2-4608-8FDA-19BA762244E0}" destId="{B8ABD229-6617-43EE-AA80-08B394D4A972}" srcOrd="7" destOrd="0" presId="urn:microsoft.com/office/officeart/2008/layout/LinedList"/>
    <dgm:cxn modelId="{911EB0A7-DDF4-4998-9B66-E6434B177873}" type="presParOf" srcId="{B8ABD229-6617-43EE-AA80-08B394D4A972}" destId="{61C6A3B5-11EF-4E56-923C-988972B44873}" srcOrd="0" destOrd="0" presId="urn:microsoft.com/office/officeart/2008/layout/LinedList"/>
    <dgm:cxn modelId="{3726A6CC-35CE-4AB6-B984-DFE4DBBD0C3D}" type="presParOf" srcId="{B8ABD229-6617-43EE-AA80-08B394D4A972}" destId="{D48CD34D-B515-4E51-A12F-C493B6ED8A4E}" srcOrd="1" destOrd="0" presId="urn:microsoft.com/office/officeart/2008/layout/LinedList"/>
    <dgm:cxn modelId="{51543995-E8F5-4EDF-8B6F-2CB3A6129AF5}" type="presParOf" srcId="{B8ABD229-6617-43EE-AA80-08B394D4A972}" destId="{73C2F622-CDEE-4996-8E16-A557C3E6A654}" srcOrd="2" destOrd="0" presId="urn:microsoft.com/office/officeart/2008/layout/LinedList"/>
    <dgm:cxn modelId="{F8BE84BD-2912-4907-A48D-FEB3417FB6E8}" type="presParOf" srcId="{90B36C76-56E2-4608-8FDA-19BA762244E0}" destId="{EC2C07CB-F0CA-4521-971B-9883F5C91BBC}" srcOrd="8" destOrd="0" presId="urn:microsoft.com/office/officeart/2008/layout/LinedList"/>
    <dgm:cxn modelId="{A7A561AB-8719-47DD-A960-92E7BCE1869A}" type="presParOf" srcId="{90B36C76-56E2-4608-8FDA-19BA762244E0}" destId="{464CF213-F1FE-47D0-90C6-CD270B52E881}" srcOrd="9" destOrd="0" presId="urn:microsoft.com/office/officeart/2008/layout/LinedList"/>
    <dgm:cxn modelId="{A96BE98B-B343-4611-A3D8-A9941C7E62E3}" type="presParOf" srcId="{B3A7AF83-41BC-4303-B67A-1E8C1F9E8223}" destId="{45A9601E-A7E9-4591-BBC6-5AB3E632E23B}" srcOrd="2" destOrd="0" presId="urn:microsoft.com/office/officeart/2008/layout/LinedList"/>
    <dgm:cxn modelId="{DC6407DF-436E-48E0-9833-4FBE8C3137ED}" type="presParOf" srcId="{B3A7AF83-41BC-4303-B67A-1E8C1F9E8223}" destId="{77C154BC-17A9-497B-A4B1-A664E1BF4614}" srcOrd="3" destOrd="0" presId="urn:microsoft.com/office/officeart/2008/layout/LinedList"/>
    <dgm:cxn modelId="{2501E376-2259-431C-B41D-9581D3E06898}" type="presParOf" srcId="{77C154BC-17A9-497B-A4B1-A664E1BF4614}" destId="{16147AF5-051F-4F3A-951E-F751C91635F1}" srcOrd="0" destOrd="0" presId="urn:microsoft.com/office/officeart/2008/layout/LinedList"/>
    <dgm:cxn modelId="{8C3C31D8-CE12-45D8-A63F-C14821B9A07C}" type="presParOf" srcId="{77C154BC-17A9-497B-A4B1-A664E1BF4614}" destId="{5D13AE5F-2B2D-466B-87B9-7FEDC059E7E3}" srcOrd="1" destOrd="0" presId="urn:microsoft.com/office/officeart/2008/layout/LinedList"/>
    <dgm:cxn modelId="{E4DA78C6-24B8-4A0B-ABBB-7C454DCD3144}" type="presParOf" srcId="{5D13AE5F-2B2D-466B-87B9-7FEDC059E7E3}" destId="{D5CC1F97-9031-43ED-BECF-F0C74775C4B0}" srcOrd="0" destOrd="0" presId="urn:microsoft.com/office/officeart/2008/layout/LinedList"/>
    <dgm:cxn modelId="{1A40DCF8-AD4D-4D80-9726-CBD230D6B3CE}" type="presParOf" srcId="{5D13AE5F-2B2D-466B-87B9-7FEDC059E7E3}" destId="{3C44BDA8-22C4-4D15-AC96-951F1F0039D0}" srcOrd="1" destOrd="0" presId="urn:microsoft.com/office/officeart/2008/layout/LinedList"/>
    <dgm:cxn modelId="{4BE21E5F-9B1E-4573-BD59-B54FA676AF81}" type="presParOf" srcId="{3C44BDA8-22C4-4D15-AC96-951F1F0039D0}" destId="{0952B1DC-8C9E-4420-A55D-8A9F613C0BC1}" srcOrd="0" destOrd="0" presId="urn:microsoft.com/office/officeart/2008/layout/LinedList"/>
    <dgm:cxn modelId="{2E7AF2D5-C20A-4F4D-9258-FAE25DC51348}" type="presParOf" srcId="{3C44BDA8-22C4-4D15-AC96-951F1F0039D0}" destId="{CFD5A03B-E8F2-45CB-98A5-B7CECB83D12F}" srcOrd="1" destOrd="0" presId="urn:microsoft.com/office/officeart/2008/layout/LinedList"/>
    <dgm:cxn modelId="{E244E14F-B102-45A7-9D2C-411ABFDE7050}" type="presParOf" srcId="{3C44BDA8-22C4-4D15-AC96-951F1F0039D0}" destId="{46C004FE-C712-48AB-8109-063DF80E74CB}" srcOrd="2" destOrd="0" presId="urn:microsoft.com/office/officeart/2008/layout/LinedList"/>
    <dgm:cxn modelId="{2C144E60-3918-422F-AE22-9950BBEB2ED3}" type="presParOf" srcId="{5D13AE5F-2B2D-466B-87B9-7FEDC059E7E3}" destId="{BF1E96DC-783D-430B-880D-FF306849905F}" srcOrd="2" destOrd="0" presId="urn:microsoft.com/office/officeart/2008/layout/LinedList"/>
    <dgm:cxn modelId="{B760CD0E-5E87-4A10-ABF3-20707F1E9777}" type="presParOf" srcId="{5D13AE5F-2B2D-466B-87B9-7FEDC059E7E3}" destId="{036352C8-1AEF-41AD-9DBA-167E555701F9}" srcOrd="3" destOrd="0" presId="urn:microsoft.com/office/officeart/2008/layout/LinedList"/>
    <dgm:cxn modelId="{BCB360D3-6340-407B-800A-14AFD0F89BE5}" type="presParOf" srcId="{5D13AE5F-2B2D-466B-87B9-7FEDC059E7E3}" destId="{39F5760F-967C-41B7-9B61-C5328D345D74}" srcOrd="4" destOrd="0" presId="urn:microsoft.com/office/officeart/2008/layout/LinedList"/>
    <dgm:cxn modelId="{7A0F7444-6A9B-4371-9724-D1009A578131}" type="presParOf" srcId="{39F5760F-967C-41B7-9B61-C5328D345D74}" destId="{8C7A8530-7B1D-4FB3-9844-125FA2ADF6CB}" srcOrd="0" destOrd="0" presId="urn:microsoft.com/office/officeart/2008/layout/LinedList"/>
    <dgm:cxn modelId="{9DB972CA-B122-48DA-AF82-45E737E3D3BF}" type="presParOf" srcId="{39F5760F-967C-41B7-9B61-C5328D345D74}" destId="{3E96736A-D6E2-41B1-BA87-90C80ACD7489}" srcOrd="1" destOrd="0" presId="urn:microsoft.com/office/officeart/2008/layout/LinedList"/>
    <dgm:cxn modelId="{329F2375-D01B-492E-8DAB-130A2CD3AF84}" type="presParOf" srcId="{39F5760F-967C-41B7-9B61-C5328D345D74}" destId="{8B99BF7F-EB75-4DCA-86CE-F484C77F6D13}" srcOrd="2" destOrd="0" presId="urn:microsoft.com/office/officeart/2008/layout/LinedList"/>
    <dgm:cxn modelId="{F6374855-2CDE-4260-885F-C3E9558443E6}" type="presParOf" srcId="{5D13AE5F-2B2D-466B-87B9-7FEDC059E7E3}" destId="{050BBAC4-2EE0-4650-8743-F118F18333F5}" srcOrd="5" destOrd="0" presId="urn:microsoft.com/office/officeart/2008/layout/LinedList"/>
    <dgm:cxn modelId="{665AF94A-124C-4F35-A826-A68F992E18F8}" type="presParOf" srcId="{5D13AE5F-2B2D-466B-87B9-7FEDC059E7E3}" destId="{2A60147E-F76B-45C4-8BCA-2F41A6D9119C}" srcOrd="6" destOrd="0" presId="urn:microsoft.com/office/officeart/2008/layout/LinedList"/>
    <dgm:cxn modelId="{F1D83629-2EDE-48B1-8DB4-7BC8881F06A1}" type="presParOf" srcId="{5D13AE5F-2B2D-466B-87B9-7FEDC059E7E3}" destId="{5C64E621-79DB-4287-B0DE-AD96BAB73162}" srcOrd="7" destOrd="0" presId="urn:microsoft.com/office/officeart/2008/layout/LinedList"/>
    <dgm:cxn modelId="{A77E1063-D5D8-416A-B5BC-90F8515E54E9}" type="presParOf" srcId="{5C64E621-79DB-4287-B0DE-AD96BAB73162}" destId="{1605A365-985B-4442-AD56-9F89F8204081}" srcOrd="0" destOrd="0" presId="urn:microsoft.com/office/officeart/2008/layout/LinedList"/>
    <dgm:cxn modelId="{C532FDCE-30D3-4E3C-BF33-C31FB008AF8B}" type="presParOf" srcId="{5C64E621-79DB-4287-B0DE-AD96BAB73162}" destId="{4906D4E7-957A-47F7-B34A-F3C25CAD7411}" srcOrd="1" destOrd="0" presId="urn:microsoft.com/office/officeart/2008/layout/LinedList"/>
    <dgm:cxn modelId="{A25E68B2-8FE1-4FCB-BDFE-914E6E3CFCB5}" type="presParOf" srcId="{5C64E621-79DB-4287-B0DE-AD96BAB73162}" destId="{4576B5A9-AAC1-47F2-9EC1-3D8F0F25302B}" srcOrd="2" destOrd="0" presId="urn:microsoft.com/office/officeart/2008/layout/LinedList"/>
    <dgm:cxn modelId="{82140B8C-FE07-4C6D-BA8F-C71B7C6DE3EC}" type="presParOf" srcId="{5D13AE5F-2B2D-466B-87B9-7FEDC059E7E3}" destId="{799F4F7F-F1DA-48D5-9F54-B16101C18B9A}" srcOrd="8" destOrd="0" presId="urn:microsoft.com/office/officeart/2008/layout/LinedList"/>
    <dgm:cxn modelId="{D0ECCC31-3BB1-49B4-AF83-8E4DDD5302BF}" type="presParOf" srcId="{5D13AE5F-2B2D-466B-87B9-7FEDC059E7E3}" destId="{8A245D49-3872-48D4-A115-C5BF35806E98}" srcOrd="9" destOrd="0" presId="urn:microsoft.com/office/officeart/2008/layout/LinedList"/>
    <dgm:cxn modelId="{5A8DBD7C-FD56-4849-ACD5-391C84037964}" type="presParOf" srcId="{B3A7AF83-41BC-4303-B67A-1E8C1F9E8223}" destId="{4E0A728C-DA92-4E00-AA6B-5A179513B6B9}" srcOrd="4" destOrd="0" presId="urn:microsoft.com/office/officeart/2008/layout/LinedList"/>
    <dgm:cxn modelId="{17D28E0D-2B7F-4108-9A36-755A2628F923}" type="presParOf" srcId="{B3A7AF83-41BC-4303-B67A-1E8C1F9E8223}" destId="{79A0916A-17C7-4E8D-A9F0-A338DE1137C4}" srcOrd="5" destOrd="0" presId="urn:microsoft.com/office/officeart/2008/layout/LinedList"/>
    <dgm:cxn modelId="{0FFB93AE-C4D7-4EF3-B604-54AD0CA207EB}" type="presParOf" srcId="{79A0916A-17C7-4E8D-A9F0-A338DE1137C4}" destId="{8875992F-B614-4635-86EB-5997EB0D71F5}" srcOrd="0" destOrd="0" presId="urn:microsoft.com/office/officeart/2008/layout/LinedList"/>
    <dgm:cxn modelId="{E2A3763E-D2D4-4A7C-99E2-AD372CFCDACE}" type="presParOf" srcId="{79A0916A-17C7-4E8D-A9F0-A338DE1137C4}" destId="{EA7E50C6-3A72-4F0D-B0E5-D342E179791C}" srcOrd="1" destOrd="0" presId="urn:microsoft.com/office/officeart/2008/layout/LinedList"/>
    <dgm:cxn modelId="{F8E281DC-9FF1-4CBB-8D61-1213D967EE2F}" type="presParOf" srcId="{EA7E50C6-3A72-4F0D-B0E5-D342E179791C}" destId="{0B1B2D76-EE3F-403E-8F50-5740CD9AEE5A}" srcOrd="0" destOrd="0" presId="urn:microsoft.com/office/officeart/2008/layout/LinedList"/>
    <dgm:cxn modelId="{C660D5A8-414A-45BF-8969-9EB766859DA7}" type="presParOf" srcId="{EA7E50C6-3A72-4F0D-B0E5-D342E179791C}" destId="{AA6CF2E6-6E1E-4DBD-A062-D538E03D6A84}" srcOrd="1" destOrd="0" presId="urn:microsoft.com/office/officeart/2008/layout/LinedList"/>
    <dgm:cxn modelId="{B77C7265-6466-47BD-A603-587A3C7FD037}" type="presParOf" srcId="{AA6CF2E6-6E1E-4DBD-A062-D538E03D6A84}" destId="{62FFC1A4-B057-4F93-84CC-8A656E9B1E1A}" srcOrd="0" destOrd="0" presId="urn:microsoft.com/office/officeart/2008/layout/LinedList"/>
    <dgm:cxn modelId="{D9B8A0B4-E8DE-4DEE-B642-75D1D3456AE6}" type="presParOf" srcId="{AA6CF2E6-6E1E-4DBD-A062-D538E03D6A84}" destId="{DE95FAC1-BDF4-41D3-B706-6276AFF92036}" srcOrd="1" destOrd="0" presId="urn:microsoft.com/office/officeart/2008/layout/LinedList"/>
    <dgm:cxn modelId="{C8DCD4F2-1937-4715-9135-75C45590408E}" type="presParOf" srcId="{AA6CF2E6-6E1E-4DBD-A062-D538E03D6A84}" destId="{1C44C97A-8464-4D06-B747-2AD7B71952C8}" srcOrd="2" destOrd="0" presId="urn:microsoft.com/office/officeart/2008/layout/LinedList"/>
    <dgm:cxn modelId="{0AE2FE5F-BDA0-4E48-A6A8-21DECC615A27}" type="presParOf" srcId="{EA7E50C6-3A72-4F0D-B0E5-D342E179791C}" destId="{081228EE-A574-4418-9BF3-A7BE50049193}" srcOrd="2" destOrd="0" presId="urn:microsoft.com/office/officeart/2008/layout/LinedList"/>
    <dgm:cxn modelId="{77A61C3C-079D-4C41-9AD5-F1C279F4E3B9}" type="presParOf" srcId="{EA7E50C6-3A72-4F0D-B0E5-D342E179791C}" destId="{28A2E25E-493C-4800-B43A-5113FA5921D0}" srcOrd="3" destOrd="0" presId="urn:microsoft.com/office/officeart/2008/layout/LinedList"/>
    <dgm:cxn modelId="{07F9ECA9-CA84-467E-9714-B49822398AF7}" type="presParOf" srcId="{EA7E50C6-3A72-4F0D-B0E5-D342E179791C}" destId="{1520E4CC-42C8-497F-81AF-E4474BF2C565}" srcOrd="4" destOrd="0" presId="urn:microsoft.com/office/officeart/2008/layout/LinedList"/>
    <dgm:cxn modelId="{FBF2FC63-3D91-47FE-B710-13D3416F9126}" type="presParOf" srcId="{1520E4CC-42C8-497F-81AF-E4474BF2C565}" destId="{8AEC58BA-3B4C-4493-A84A-B93E5A7615EB}" srcOrd="0" destOrd="0" presId="urn:microsoft.com/office/officeart/2008/layout/LinedList"/>
    <dgm:cxn modelId="{903BB4C0-CE9C-4127-AFD2-D651815E8005}" type="presParOf" srcId="{1520E4CC-42C8-497F-81AF-E4474BF2C565}" destId="{59B76C3F-383F-4349-9C9F-24C28A00991C}" srcOrd="1" destOrd="0" presId="urn:microsoft.com/office/officeart/2008/layout/LinedList"/>
    <dgm:cxn modelId="{66709C47-EA09-4798-BC78-944057FE0200}" type="presParOf" srcId="{1520E4CC-42C8-497F-81AF-E4474BF2C565}" destId="{17823F96-33C4-4DB4-B48D-0DFAC6A7FB59}" srcOrd="2" destOrd="0" presId="urn:microsoft.com/office/officeart/2008/layout/LinedList"/>
    <dgm:cxn modelId="{57F1B36E-3873-43FB-93EA-F56B1B37B4AA}" type="presParOf" srcId="{EA7E50C6-3A72-4F0D-B0E5-D342E179791C}" destId="{5AEAC459-A412-41C8-9A5A-69D728FD53D1}" srcOrd="5" destOrd="0" presId="urn:microsoft.com/office/officeart/2008/layout/LinedList"/>
    <dgm:cxn modelId="{3B7863A4-3DBC-4564-8E4A-88074C3A0299}" type="presParOf" srcId="{EA7E50C6-3A72-4F0D-B0E5-D342E179791C}" destId="{52360CDD-046A-4393-AE0D-49E21B34A91F}" srcOrd="6" destOrd="0" presId="urn:microsoft.com/office/officeart/2008/layout/LinedList"/>
    <dgm:cxn modelId="{8A78D20D-F302-42A8-BDDB-D166B4075E6B}" type="presParOf" srcId="{EA7E50C6-3A72-4F0D-B0E5-D342E179791C}" destId="{884A87A4-0FDD-46D7-B91E-5CD9B324BEF8}" srcOrd="7" destOrd="0" presId="urn:microsoft.com/office/officeart/2008/layout/LinedList"/>
    <dgm:cxn modelId="{711731E8-D51C-423E-A437-24554E682FF6}" type="presParOf" srcId="{884A87A4-0FDD-46D7-B91E-5CD9B324BEF8}" destId="{AF37035E-E7AC-47BE-9C6F-0E32E387863F}" srcOrd="0" destOrd="0" presId="urn:microsoft.com/office/officeart/2008/layout/LinedList"/>
    <dgm:cxn modelId="{5162983C-2938-4B17-AF91-E91D3D7EFB95}" type="presParOf" srcId="{884A87A4-0FDD-46D7-B91E-5CD9B324BEF8}" destId="{8FA7BEE1-DC55-4DF6-AB6F-DB6F2977AE31}" srcOrd="1" destOrd="0" presId="urn:microsoft.com/office/officeart/2008/layout/LinedList"/>
    <dgm:cxn modelId="{2F0F1510-A2F3-4572-9AB4-709950A00499}" type="presParOf" srcId="{884A87A4-0FDD-46D7-B91E-5CD9B324BEF8}" destId="{358F84C0-5F1D-42B6-80DB-1D2ADD73928E}" srcOrd="2" destOrd="0" presId="urn:microsoft.com/office/officeart/2008/layout/LinedList"/>
    <dgm:cxn modelId="{8F278EF8-1F2B-4278-9793-5237EE46CE38}" type="presParOf" srcId="{EA7E50C6-3A72-4F0D-B0E5-D342E179791C}" destId="{3BD0BA0D-BD00-4AA1-A054-86AB16E6A08E}" srcOrd="8" destOrd="0" presId="urn:microsoft.com/office/officeart/2008/layout/LinedList"/>
    <dgm:cxn modelId="{41FC93EB-03D4-40EA-87AE-7977FF567096}" type="presParOf" srcId="{EA7E50C6-3A72-4F0D-B0E5-D342E179791C}" destId="{EB53F7B8-8EEF-4926-AA61-F94C9AF711E1}"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89CB6D3-3001-410D-AC8F-8B774E3943E2}"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84C23E6F-3543-421F-BE1D-A95161792C3A}">
      <dgm:prSet/>
      <dgm:spPr/>
      <dgm:t>
        <a:bodyPr/>
        <a:lstStyle/>
        <a:p>
          <a:r>
            <a:rPr lang="en-US"/>
            <a:t>4. Performance Metrics</a:t>
          </a:r>
        </a:p>
      </dgm:t>
    </dgm:pt>
    <dgm:pt modelId="{C9B7708D-B993-4600-BC81-A25F0770FC4C}" type="parTrans" cxnId="{0A331790-B8D7-4991-8CD5-664B968B43EB}">
      <dgm:prSet/>
      <dgm:spPr/>
      <dgm:t>
        <a:bodyPr/>
        <a:lstStyle/>
        <a:p>
          <a:endParaRPr lang="en-US"/>
        </a:p>
      </dgm:t>
    </dgm:pt>
    <dgm:pt modelId="{3F5B712D-BB74-4F26-B5B3-5C0F9F79548E}" type="sibTrans" cxnId="{0A331790-B8D7-4991-8CD5-664B968B43EB}">
      <dgm:prSet/>
      <dgm:spPr/>
      <dgm:t>
        <a:bodyPr/>
        <a:lstStyle/>
        <a:p>
          <a:endParaRPr lang="en-US"/>
        </a:p>
      </dgm:t>
    </dgm:pt>
    <dgm:pt modelId="{4A2BD98F-093B-4EBA-9E8D-FE9F73F59AD1}">
      <dgm:prSet/>
      <dgm:spPr/>
      <dgm:t>
        <a:bodyPr/>
        <a:lstStyle/>
        <a:p>
          <a:r>
            <a:rPr lang="en-US"/>
            <a:t>- Calculated Training MSE (Mean Squared Error)</a:t>
          </a:r>
        </a:p>
      </dgm:t>
    </dgm:pt>
    <dgm:pt modelId="{DB77CDB0-9BC8-4D26-A594-FDC47DF90545}" type="parTrans" cxnId="{2E09ED8C-5748-4E71-A4F4-2B1C4A74CD3C}">
      <dgm:prSet/>
      <dgm:spPr/>
      <dgm:t>
        <a:bodyPr/>
        <a:lstStyle/>
        <a:p>
          <a:endParaRPr lang="en-US"/>
        </a:p>
      </dgm:t>
    </dgm:pt>
    <dgm:pt modelId="{DFEB1EB1-BB95-4576-AD77-DB8E1C081537}" type="sibTrans" cxnId="{2E09ED8C-5748-4E71-A4F4-2B1C4A74CD3C}">
      <dgm:prSet/>
      <dgm:spPr/>
      <dgm:t>
        <a:bodyPr/>
        <a:lstStyle/>
        <a:p>
          <a:endParaRPr lang="en-US"/>
        </a:p>
      </dgm:t>
    </dgm:pt>
    <dgm:pt modelId="{8E4742F4-947E-414F-A315-71650CCFBD46}">
      <dgm:prSet/>
      <dgm:spPr/>
      <dgm:t>
        <a:bodyPr/>
        <a:lstStyle/>
        <a:p>
          <a:r>
            <a:rPr lang="en-US"/>
            <a:t>- Calculated Training cMSE (Censored Mean Squared Error)</a:t>
          </a:r>
        </a:p>
      </dgm:t>
    </dgm:pt>
    <dgm:pt modelId="{F443E37F-3D63-452F-8682-7856EFCF59AF}" type="parTrans" cxnId="{35C2F4A1-0E63-40DA-93F6-2EA09C5D50F9}">
      <dgm:prSet/>
      <dgm:spPr/>
      <dgm:t>
        <a:bodyPr/>
        <a:lstStyle/>
        <a:p>
          <a:endParaRPr lang="en-US"/>
        </a:p>
      </dgm:t>
    </dgm:pt>
    <dgm:pt modelId="{57B66AEF-A7BA-417E-B3DF-AAE8BD56AE6B}" type="sibTrans" cxnId="{35C2F4A1-0E63-40DA-93F6-2EA09C5D50F9}">
      <dgm:prSet/>
      <dgm:spPr/>
      <dgm:t>
        <a:bodyPr/>
        <a:lstStyle/>
        <a:p>
          <a:endParaRPr lang="en-US"/>
        </a:p>
      </dgm:t>
    </dgm:pt>
    <dgm:pt modelId="{801DEAFA-34B6-420B-B31A-3D9EE4F9032F}">
      <dgm:prSet/>
      <dgm:spPr/>
      <dgm:t>
        <a:bodyPr/>
        <a:lstStyle/>
        <a:p>
          <a:r>
            <a:rPr lang="en-US"/>
            <a:t>- Established baseline performance benchmarks</a:t>
          </a:r>
        </a:p>
      </dgm:t>
    </dgm:pt>
    <dgm:pt modelId="{0DE46D56-D052-44E2-9E0F-97A01C135CA0}" type="parTrans" cxnId="{3B0F63F7-A3D0-42FE-B5F0-79DFC2DFFBDC}">
      <dgm:prSet/>
      <dgm:spPr/>
      <dgm:t>
        <a:bodyPr/>
        <a:lstStyle/>
        <a:p>
          <a:endParaRPr lang="en-US"/>
        </a:p>
      </dgm:t>
    </dgm:pt>
    <dgm:pt modelId="{53C665A8-EB50-4CAC-845C-0A253673889A}" type="sibTrans" cxnId="{3B0F63F7-A3D0-42FE-B5F0-79DFC2DFFBDC}">
      <dgm:prSet/>
      <dgm:spPr/>
      <dgm:t>
        <a:bodyPr/>
        <a:lstStyle/>
        <a:p>
          <a:endParaRPr lang="en-US"/>
        </a:p>
      </dgm:t>
    </dgm:pt>
    <dgm:pt modelId="{4C7FE18E-125D-475B-B10B-088E6734D52C}">
      <dgm:prSet/>
      <dgm:spPr/>
      <dgm:t>
        <a:bodyPr/>
        <a:lstStyle/>
        <a:p>
          <a:r>
            <a:rPr lang="en-US"/>
            <a:t>5. Test Predictions &amp; Submission</a:t>
          </a:r>
        </a:p>
      </dgm:t>
    </dgm:pt>
    <dgm:pt modelId="{9E1AF352-DA7A-4779-9E92-897BB3B43729}" type="parTrans" cxnId="{255A8437-96E4-4345-AF81-7627E08AC8BE}">
      <dgm:prSet/>
      <dgm:spPr/>
      <dgm:t>
        <a:bodyPr/>
        <a:lstStyle/>
        <a:p>
          <a:endParaRPr lang="en-US"/>
        </a:p>
      </dgm:t>
    </dgm:pt>
    <dgm:pt modelId="{17D3DA34-B7C5-4B3B-8076-FBE08C2306D7}" type="sibTrans" cxnId="{255A8437-96E4-4345-AF81-7627E08AC8BE}">
      <dgm:prSet/>
      <dgm:spPr/>
      <dgm:t>
        <a:bodyPr/>
        <a:lstStyle/>
        <a:p>
          <a:endParaRPr lang="en-US"/>
        </a:p>
      </dgm:t>
    </dgm:pt>
    <dgm:pt modelId="{3A3A5C39-F1C3-462F-9515-B21A1D1566F1}">
      <dgm:prSet/>
      <dgm:spPr/>
      <dgm:t>
        <a:bodyPr/>
        <a:lstStyle/>
        <a:p>
          <a:r>
            <a:rPr lang="en-US"/>
            <a:t>- Loaded test dataset and prepared features</a:t>
          </a:r>
        </a:p>
      </dgm:t>
    </dgm:pt>
    <dgm:pt modelId="{B530FC1B-E376-45D6-AF77-15826FEE14DF}" type="parTrans" cxnId="{1545AB69-BE33-4EF1-8ADB-8151C436257E}">
      <dgm:prSet/>
      <dgm:spPr/>
      <dgm:t>
        <a:bodyPr/>
        <a:lstStyle/>
        <a:p>
          <a:endParaRPr lang="en-US"/>
        </a:p>
      </dgm:t>
    </dgm:pt>
    <dgm:pt modelId="{9D737512-0704-4FA0-98BE-866D60C7A506}" type="sibTrans" cxnId="{1545AB69-BE33-4EF1-8ADB-8151C436257E}">
      <dgm:prSet/>
      <dgm:spPr/>
      <dgm:t>
        <a:bodyPr/>
        <a:lstStyle/>
        <a:p>
          <a:endParaRPr lang="en-US"/>
        </a:p>
      </dgm:t>
    </dgm:pt>
    <dgm:pt modelId="{13A688BA-20FC-402E-BCD3-F529FCAF80B5}">
      <dgm:prSet/>
      <dgm:spPr/>
      <dgm:t>
        <a:bodyPr/>
        <a:lstStyle/>
        <a:p>
          <a:r>
            <a:rPr lang="en-US" dirty="0"/>
            <a:t>- Generated predictions for test samples</a:t>
          </a:r>
        </a:p>
      </dgm:t>
    </dgm:pt>
    <dgm:pt modelId="{E13C318A-5A18-4458-BA31-779EABDD768F}" type="parTrans" cxnId="{D4BE3CCE-29F7-4082-9D88-03E453EEBEB7}">
      <dgm:prSet/>
      <dgm:spPr/>
      <dgm:t>
        <a:bodyPr/>
        <a:lstStyle/>
        <a:p>
          <a:endParaRPr lang="en-US"/>
        </a:p>
      </dgm:t>
    </dgm:pt>
    <dgm:pt modelId="{AB948FE6-A580-4544-9007-5EAE7642DAD6}" type="sibTrans" cxnId="{D4BE3CCE-29F7-4082-9D88-03E453EEBEB7}">
      <dgm:prSet/>
      <dgm:spPr/>
      <dgm:t>
        <a:bodyPr/>
        <a:lstStyle/>
        <a:p>
          <a:endParaRPr lang="en-US"/>
        </a:p>
      </dgm:t>
    </dgm:pt>
    <dgm:pt modelId="{B82F1D0C-C15A-4327-81FC-C69D86CD704C}">
      <dgm:prSet/>
      <dgm:spPr/>
      <dgm:t>
        <a:bodyPr/>
        <a:lstStyle/>
        <a:p>
          <a:r>
            <a:rPr lang="en-US"/>
            <a:t>- Created submission file for competition/evaluation</a:t>
          </a:r>
        </a:p>
      </dgm:t>
    </dgm:pt>
    <dgm:pt modelId="{0695DAA9-1404-4ED3-B193-CF0D55170D53}" type="parTrans" cxnId="{2BF3F1B6-3213-49BF-9E6E-B96885F13E53}">
      <dgm:prSet/>
      <dgm:spPr/>
      <dgm:t>
        <a:bodyPr/>
        <a:lstStyle/>
        <a:p>
          <a:endParaRPr lang="en-US"/>
        </a:p>
      </dgm:t>
    </dgm:pt>
    <dgm:pt modelId="{B4A74860-EC7D-4369-8BB4-17208FB68CA4}" type="sibTrans" cxnId="{2BF3F1B6-3213-49BF-9E6E-B96885F13E53}">
      <dgm:prSet/>
      <dgm:spPr/>
      <dgm:t>
        <a:bodyPr/>
        <a:lstStyle/>
        <a:p>
          <a:endParaRPr lang="en-US"/>
        </a:p>
      </dgm:t>
    </dgm:pt>
    <dgm:pt modelId="{92DC4978-97FB-472E-9795-A1A7D15D5F8C}">
      <dgm:prSet/>
      <dgm:spPr/>
      <dgm:t>
        <a:bodyPr/>
        <a:lstStyle/>
        <a:p>
          <a:r>
            <a:rPr lang="en-US"/>
            <a:t>6. Model Visualization</a:t>
          </a:r>
        </a:p>
      </dgm:t>
    </dgm:pt>
    <dgm:pt modelId="{4F29F1AE-0579-4850-B1FB-5FDD92FEDCD8}" type="parTrans" cxnId="{AB11DE7C-AD92-4A67-93B8-A3F497FB58EB}">
      <dgm:prSet/>
      <dgm:spPr/>
      <dgm:t>
        <a:bodyPr/>
        <a:lstStyle/>
        <a:p>
          <a:endParaRPr lang="en-US"/>
        </a:p>
      </dgm:t>
    </dgm:pt>
    <dgm:pt modelId="{CA6D01A1-BC3D-4098-A841-AD5AFC1D93A8}" type="sibTrans" cxnId="{AB11DE7C-AD92-4A67-93B8-A3F497FB58EB}">
      <dgm:prSet/>
      <dgm:spPr/>
      <dgm:t>
        <a:bodyPr/>
        <a:lstStyle/>
        <a:p>
          <a:endParaRPr lang="en-US"/>
        </a:p>
      </dgm:t>
    </dgm:pt>
    <dgm:pt modelId="{F1644AB3-C7F4-4FBC-B2FC-D16E5DBB2587}">
      <dgm:prSet/>
      <dgm:spPr/>
      <dgm:t>
        <a:bodyPr/>
        <a:lstStyle/>
        <a:p>
          <a:r>
            <a:rPr lang="en-US"/>
            <a:t>- Created scatter plot comparing true vs predicted survival times</a:t>
          </a:r>
        </a:p>
      </dgm:t>
    </dgm:pt>
    <dgm:pt modelId="{5D77AEC2-75BE-4164-8F24-E6FCC165B5BA}" type="parTrans" cxnId="{21C0890C-18A4-44DF-AA07-CCDA58B53782}">
      <dgm:prSet/>
      <dgm:spPr/>
      <dgm:t>
        <a:bodyPr/>
        <a:lstStyle/>
        <a:p>
          <a:endParaRPr lang="en-US"/>
        </a:p>
      </dgm:t>
    </dgm:pt>
    <dgm:pt modelId="{AB5119AB-44CC-4A91-9BA5-7A80399BCD15}" type="sibTrans" cxnId="{21C0890C-18A4-44DF-AA07-CCDA58B53782}">
      <dgm:prSet/>
      <dgm:spPr/>
      <dgm:t>
        <a:bodyPr/>
        <a:lstStyle/>
        <a:p>
          <a:endParaRPr lang="en-US"/>
        </a:p>
      </dgm:t>
    </dgm:pt>
    <dgm:pt modelId="{DA986F81-D19F-4CC5-85FE-BD98F69D67A9}">
      <dgm:prSet/>
      <dgm:spPr/>
      <dgm:t>
        <a:bodyPr/>
        <a:lstStyle/>
        <a:p>
          <a:r>
            <a:rPr lang="en-US"/>
            <a:t>- Generated boxplot for distribution comparison</a:t>
          </a:r>
        </a:p>
      </dgm:t>
    </dgm:pt>
    <dgm:pt modelId="{AAB4726D-7178-45C9-851E-004CF7865B2D}" type="parTrans" cxnId="{15734787-7C07-498E-80B9-5BB39537631F}">
      <dgm:prSet/>
      <dgm:spPr/>
      <dgm:t>
        <a:bodyPr/>
        <a:lstStyle/>
        <a:p>
          <a:endParaRPr lang="en-US"/>
        </a:p>
      </dgm:t>
    </dgm:pt>
    <dgm:pt modelId="{E4B05E0D-7B5E-4A93-B58F-33D452DA06C2}" type="sibTrans" cxnId="{15734787-7C07-498E-80B9-5BB39537631F}">
      <dgm:prSet/>
      <dgm:spPr/>
      <dgm:t>
        <a:bodyPr/>
        <a:lstStyle/>
        <a:p>
          <a:endParaRPr lang="en-US"/>
        </a:p>
      </dgm:t>
    </dgm:pt>
    <dgm:pt modelId="{371F9E1F-993E-416D-AE73-EFFD487978CC}">
      <dgm:prSet/>
      <dgm:spPr/>
      <dgm:t>
        <a:bodyPr/>
        <a:lstStyle/>
        <a:p>
          <a:r>
            <a:rPr lang="en-US"/>
            <a:t>- Visualized model fit quality and prediction patterns</a:t>
          </a:r>
        </a:p>
      </dgm:t>
    </dgm:pt>
    <dgm:pt modelId="{9A00F8E8-96BD-411B-9001-D6E4C05E3BD8}" type="parTrans" cxnId="{40C6F83A-477B-4DCB-A491-063CAC0736C0}">
      <dgm:prSet/>
      <dgm:spPr/>
      <dgm:t>
        <a:bodyPr/>
        <a:lstStyle/>
        <a:p>
          <a:endParaRPr lang="en-US"/>
        </a:p>
      </dgm:t>
    </dgm:pt>
    <dgm:pt modelId="{1607E869-3FFE-48AA-9373-70CD2FC1DA16}" type="sibTrans" cxnId="{40C6F83A-477B-4DCB-A491-063CAC0736C0}">
      <dgm:prSet/>
      <dgm:spPr/>
      <dgm:t>
        <a:bodyPr/>
        <a:lstStyle/>
        <a:p>
          <a:endParaRPr lang="en-US"/>
        </a:p>
      </dgm:t>
    </dgm:pt>
    <dgm:pt modelId="{C1585306-9078-4637-A2C6-FDB30F49C820}">
      <dgm:prSet/>
      <dgm:spPr/>
      <dgm:t>
        <a:bodyPr/>
        <a:lstStyle/>
        <a:p>
          <a:r>
            <a:rPr lang="en-US"/>
            <a:t>- Saved individual plots for documentation</a:t>
          </a:r>
        </a:p>
      </dgm:t>
    </dgm:pt>
    <dgm:pt modelId="{E1FDD6E2-7C0A-44EE-9DFB-8FA546F2884B}" type="parTrans" cxnId="{777F7B63-49E6-48E2-B981-BEF685C2112F}">
      <dgm:prSet/>
      <dgm:spPr/>
      <dgm:t>
        <a:bodyPr/>
        <a:lstStyle/>
        <a:p>
          <a:endParaRPr lang="en-US"/>
        </a:p>
      </dgm:t>
    </dgm:pt>
    <dgm:pt modelId="{9E266219-93A9-4883-B969-E1E96F4DA0C5}" type="sibTrans" cxnId="{777F7B63-49E6-48E2-B981-BEF685C2112F}">
      <dgm:prSet/>
      <dgm:spPr/>
      <dgm:t>
        <a:bodyPr/>
        <a:lstStyle/>
        <a:p>
          <a:endParaRPr lang="en-US"/>
        </a:p>
      </dgm:t>
    </dgm:pt>
    <dgm:pt modelId="{C2610A26-E375-4941-B600-29B4E0647B1F}" type="pres">
      <dgm:prSet presAssocID="{E89CB6D3-3001-410D-AC8F-8B774E3943E2}" presName="vert0" presStyleCnt="0">
        <dgm:presLayoutVars>
          <dgm:dir/>
          <dgm:animOne val="branch"/>
          <dgm:animLvl val="lvl"/>
        </dgm:presLayoutVars>
      </dgm:prSet>
      <dgm:spPr/>
    </dgm:pt>
    <dgm:pt modelId="{7A8A7102-2DC4-487E-A0D0-27E708AACB1E}" type="pres">
      <dgm:prSet presAssocID="{84C23E6F-3543-421F-BE1D-A95161792C3A}" presName="thickLine" presStyleLbl="alignNode1" presStyleIdx="0" presStyleCnt="3"/>
      <dgm:spPr/>
    </dgm:pt>
    <dgm:pt modelId="{90839859-2921-4F50-9E64-77BF56AAF041}" type="pres">
      <dgm:prSet presAssocID="{84C23E6F-3543-421F-BE1D-A95161792C3A}" presName="horz1" presStyleCnt="0"/>
      <dgm:spPr/>
    </dgm:pt>
    <dgm:pt modelId="{9CA34BE6-57A0-462E-9CDC-F35933F86F63}" type="pres">
      <dgm:prSet presAssocID="{84C23E6F-3543-421F-BE1D-A95161792C3A}" presName="tx1" presStyleLbl="revTx" presStyleIdx="0" presStyleCnt="13"/>
      <dgm:spPr/>
    </dgm:pt>
    <dgm:pt modelId="{D6BDC1F5-0C55-4D22-BFAB-85633A1EB9F0}" type="pres">
      <dgm:prSet presAssocID="{84C23E6F-3543-421F-BE1D-A95161792C3A}" presName="vert1" presStyleCnt="0"/>
      <dgm:spPr/>
    </dgm:pt>
    <dgm:pt modelId="{A562AECE-3B2F-4B17-AB56-ECE077FBFF65}" type="pres">
      <dgm:prSet presAssocID="{4A2BD98F-093B-4EBA-9E8D-FE9F73F59AD1}" presName="vertSpace2a" presStyleCnt="0"/>
      <dgm:spPr/>
    </dgm:pt>
    <dgm:pt modelId="{2F9CA2B5-F7C9-42BA-9659-C189CDD06EB7}" type="pres">
      <dgm:prSet presAssocID="{4A2BD98F-093B-4EBA-9E8D-FE9F73F59AD1}" presName="horz2" presStyleCnt="0"/>
      <dgm:spPr/>
    </dgm:pt>
    <dgm:pt modelId="{81E9C625-83B0-449E-A182-356FC511E689}" type="pres">
      <dgm:prSet presAssocID="{4A2BD98F-093B-4EBA-9E8D-FE9F73F59AD1}" presName="horzSpace2" presStyleCnt="0"/>
      <dgm:spPr/>
    </dgm:pt>
    <dgm:pt modelId="{A8F8A547-68BE-4676-B0ED-69ADB42AF6A1}" type="pres">
      <dgm:prSet presAssocID="{4A2BD98F-093B-4EBA-9E8D-FE9F73F59AD1}" presName="tx2" presStyleLbl="revTx" presStyleIdx="1" presStyleCnt="13"/>
      <dgm:spPr/>
    </dgm:pt>
    <dgm:pt modelId="{01C1BBAD-D6C2-458A-A761-4ED5ADCA283A}" type="pres">
      <dgm:prSet presAssocID="{4A2BD98F-093B-4EBA-9E8D-FE9F73F59AD1}" presName="vert2" presStyleCnt="0"/>
      <dgm:spPr/>
    </dgm:pt>
    <dgm:pt modelId="{F0DF6BD5-22AD-4BA5-8934-FA4AF93B99B2}" type="pres">
      <dgm:prSet presAssocID="{4A2BD98F-093B-4EBA-9E8D-FE9F73F59AD1}" presName="thinLine2b" presStyleLbl="callout" presStyleIdx="0" presStyleCnt="10"/>
      <dgm:spPr/>
    </dgm:pt>
    <dgm:pt modelId="{503ABBCD-B1B3-4D05-9876-BBA2A8DF506A}" type="pres">
      <dgm:prSet presAssocID="{4A2BD98F-093B-4EBA-9E8D-FE9F73F59AD1}" presName="vertSpace2b" presStyleCnt="0"/>
      <dgm:spPr/>
    </dgm:pt>
    <dgm:pt modelId="{3E76623E-2171-4D65-8E40-A2C16362C956}" type="pres">
      <dgm:prSet presAssocID="{8E4742F4-947E-414F-A315-71650CCFBD46}" presName="horz2" presStyleCnt="0"/>
      <dgm:spPr/>
    </dgm:pt>
    <dgm:pt modelId="{77107F2E-6619-478D-B14D-A88E69C15345}" type="pres">
      <dgm:prSet presAssocID="{8E4742F4-947E-414F-A315-71650CCFBD46}" presName="horzSpace2" presStyleCnt="0"/>
      <dgm:spPr/>
    </dgm:pt>
    <dgm:pt modelId="{22BE26D4-A2BC-42E4-BAF3-F8A6BC778223}" type="pres">
      <dgm:prSet presAssocID="{8E4742F4-947E-414F-A315-71650CCFBD46}" presName="tx2" presStyleLbl="revTx" presStyleIdx="2" presStyleCnt="13"/>
      <dgm:spPr/>
    </dgm:pt>
    <dgm:pt modelId="{6746F7C1-5E21-4CAF-A2B5-6E424F5DB190}" type="pres">
      <dgm:prSet presAssocID="{8E4742F4-947E-414F-A315-71650CCFBD46}" presName="vert2" presStyleCnt="0"/>
      <dgm:spPr/>
    </dgm:pt>
    <dgm:pt modelId="{896F42DE-AFFA-4E10-9A85-41A5FB66DC54}" type="pres">
      <dgm:prSet presAssocID="{8E4742F4-947E-414F-A315-71650CCFBD46}" presName="thinLine2b" presStyleLbl="callout" presStyleIdx="1" presStyleCnt="10"/>
      <dgm:spPr/>
    </dgm:pt>
    <dgm:pt modelId="{308D9253-4269-4328-AD73-4188CB1AF5E6}" type="pres">
      <dgm:prSet presAssocID="{8E4742F4-947E-414F-A315-71650CCFBD46}" presName="vertSpace2b" presStyleCnt="0"/>
      <dgm:spPr/>
    </dgm:pt>
    <dgm:pt modelId="{C50D67E1-047C-4774-AA8C-AC94545A5CBC}" type="pres">
      <dgm:prSet presAssocID="{801DEAFA-34B6-420B-B31A-3D9EE4F9032F}" presName="horz2" presStyleCnt="0"/>
      <dgm:spPr/>
    </dgm:pt>
    <dgm:pt modelId="{5FE7CF13-C618-436C-8D5F-EC1EC78B111C}" type="pres">
      <dgm:prSet presAssocID="{801DEAFA-34B6-420B-B31A-3D9EE4F9032F}" presName="horzSpace2" presStyleCnt="0"/>
      <dgm:spPr/>
    </dgm:pt>
    <dgm:pt modelId="{13F8BB2B-45A5-4824-AD91-60C08C714F21}" type="pres">
      <dgm:prSet presAssocID="{801DEAFA-34B6-420B-B31A-3D9EE4F9032F}" presName="tx2" presStyleLbl="revTx" presStyleIdx="3" presStyleCnt="13"/>
      <dgm:spPr/>
    </dgm:pt>
    <dgm:pt modelId="{01A983EA-F321-42E7-A397-E1A2963F360A}" type="pres">
      <dgm:prSet presAssocID="{801DEAFA-34B6-420B-B31A-3D9EE4F9032F}" presName="vert2" presStyleCnt="0"/>
      <dgm:spPr/>
    </dgm:pt>
    <dgm:pt modelId="{E18D9617-0CAD-40E3-A631-959D02AAFB2D}" type="pres">
      <dgm:prSet presAssocID="{801DEAFA-34B6-420B-B31A-3D9EE4F9032F}" presName="thinLine2b" presStyleLbl="callout" presStyleIdx="2" presStyleCnt="10"/>
      <dgm:spPr/>
    </dgm:pt>
    <dgm:pt modelId="{33EA3AEB-D5F1-4C7E-BD16-22FE1B17C7EF}" type="pres">
      <dgm:prSet presAssocID="{801DEAFA-34B6-420B-B31A-3D9EE4F9032F}" presName="vertSpace2b" presStyleCnt="0"/>
      <dgm:spPr/>
    </dgm:pt>
    <dgm:pt modelId="{D2EA87D9-419B-4577-884E-FC223A7F5D87}" type="pres">
      <dgm:prSet presAssocID="{4C7FE18E-125D-475B-B10B-088E6734D52C}" presName="thickLine" presStyleLbl="alignNode1" presStyleIdx="1" presStyleCnt="3"/>
      <dgm:spPr/>
    </dgm:pt>
    <dgm:pt modelId="{DB3F8168-E626-4DA7-AC47-22A64790BD8B}" type="pres">
      <dgm:prSet presAssocID="{4C7FE18E-125D-475B-B10B-088E6734D52C}" presName="horz1" presStyleCnt="0"/>
      <dgm:spPr/>
    </dgm:pt>
    <dgm:pt modelId="{58E8DB4E-F847-4162-8A95-71F6E6D31073}" type="pres">
      <dgm:prSet presAssocID="{4C7FE18E-125D-475B-B10B-088E6734D52C}" presName="tx1" presStyleLbl="revTx" presStyleIdx="4" presStyleCnt="13"/>
      <dgm:spPr/>
    </dgm:pt>
    <dgm:pt modelId="{A4CEA787-8D79-4669-9FA4-598E50AEB5FB}" type="pres">
      <dgm:prSet presAssocID="{4C7FE18E-125D-475B-B10B-088E6734D52C}" presName="vert1" presStyleCnt="0"/>
      <dgm:spPr/>
    </dgm:pt>
    <dgm:pt modelId="{53AAAE60-D2E5-464E-9012-9F07CD181077}" type="pres">
      <dgm:prSet presAssocID="{3A3A5C39-F1C3-462F-9515-B21A1D1566F1}" presName="vertSpace2a" presStyleCnt="0"/>
      <dgm:spPr/>
    </dgm:pt>
    <dgm:pt modelId="{02C00001-81FF-44C6-AE9B-51131114CB03}" type="pres">
      <dgm:prSet presAssocID="{3A3A5C39-F1C3-462F-9515-B21A1D1566F1}" presName="horz2" presStyleCnt="0"/>
      <dgm:spPr/>
    </dgm:pt>
    <dgm:pt modelId="{E5316E42-9702-4C67-B2FF-CD200D4020CA}" type="pres">
      <dgm:prSet presAssocID="{3A3A5C39-F1C3-462F-9515-B21A1D1566F1}" presName="horzSpace2" presStyleCnt="0"/>
      <dgm:spPr/>
    </dgm:pt>
    <dgm:pt modelId="{4276878E-59B0-4C25-B64C-B76C25DFD473}" type="pres">
      <dgm:prSet presAssocID="{3A3A5C39-F1C3-462F-9515-B21A1D1566F1}" presName="tx2" presStyleLbl="revTx" presStyleIdx="5" presStyleCnt="13"/>
      <dgm:spPr/>
    </dgm:pt>
    <dgm:pt modelId="{D18D73F9-9DC7-4BB5-8D87-4AE3D7333A43}" type="pres">
      <dgm:prSet presAssocID="{3A3A5C39-F1C3-462F-9515-B21A1D1566F1}" presName="vert2" presStyleCnt="0"/>
      <dgm:spPr/>
    </dgm:pt>
    <dgm:pt modelId="{07F6A5EB-CEB9-495C-918B-FA351959C9AF}" type="pres">
      <dgm:prSet presAssocID="{3A3A5C39-F1C3-462F-9515-B21A1D1566F1}" presName="thinLine2b" presStyleLbl="callout" presStyleIdx="3" presStyleCnt="10"/>
      <dgm:spPr/>
    </dgm:pt>
    <dgm:pt modelId="{6D18B6F7-D335-4ACA-A89D-40B9599E462F}" type="pres">
      <dgm:prSet presAssocID="{3A3A5C39-F1C3-462F-9515-B21A1D1566F1}" presName="vertSpace2b" presStyleCnt="0"/>
      <dgm:spPr/>
    </dgm:pt>
    <dgm:pt modelId="{46A0BED8-D303-4BBE-BF34-6BC2F1559677}" type="pres">
      <dgm:prSet presAssocID="{13A688BA-20FC-402E-BCD3-F529FCAF80B5}" presName="horz2" presStyleCnt="0"/>
      <dgm:spPr/>
    </dgm:pt>
    <dgm:pt modelId="{8282F388-57EF-48F7-8680-3F586DAA07B6}" type="pres">
      <dgm:prSet presAssocID="{13A688BA-20FC-402E-BCD3-F529FCAF80B5}" presName="horzSpace2" presStyleCnt="0"/>
      <dgm:spPr/>
    </dgm:pt>
    <dgm:pt modelId="{5869E7E7-B9A9-4BAD-B8A3-E2E13B56ECDF}" type="pres">
      <dgm:prSet presAssocID="{13A688BA-20FC-402E-BCD3-F529FCAF80B5}" presName="tx2" presStyleLbl="revTx" presStyleIdx="6" presStyleCnt="13"/>
      <dgm:spPr/>
    </dgm:pt>
    <dgm:pt modelId="{4428A0F7-0F2E-415D-90DA-06278002EEF4}" type="pres">
      <dgm:prSet presAssocID="{13A688BA-20FC-402E-BCD3-F529FCAF80B5}" presName="vert2" presStyleCnt="0"/>
      <dgm:spPr/>
    </dgm:pt>
    <dgm:pt modelId="{FE0E9E8C-FCEF-4492-963E-0E51FDA983DF}" type="pres">
      <dgm:prSet presAssocID="{13A688BA-20FC-402E-BCD3-F529FCAF80B5}" presName="thinLine2b" presStyleLbl="callout" presStyleIdx="4" presStyleCnt="10"/>
      <dgm:spPr/>
    </dgm:pt>
    <dgm:pt modelId="{43CB1C89-D32D-48F4-A10E-8D2BD21276FD}" type="pres">
      <dgm:prSet presAssocID="{13A688BA-20FC-402E-BCD3-F529FCAF80B5}" presName="vertSpace2b" presStyleCnt="0"/>
      <dgm:spPr/>
    </dgm:pt>
    <dgm:pt modelId="{0A47682A-965C-4470-B5C9-6C1A11A42C36}" type="pres">
      <dgm:prSet presAssocID="{B82F1D0C-C15A-4327-81FC-C69D86CD704C}" presName="horz2" presStyleCnt="0"/>
      <dgm:spPr/>
    </dgm:pt>
    <dgm:pt modelId="{6D0412C6-7BE7-4FAB-A676-80B9E3CE6C21}" type="pres">
      <dgm:prSet presAssocID="{B82F1D0C-C15A-4327-81FC-C69D86CD704C}" presName="horzSpace2" presStyleCnt="0"/>
      <dgm:spPr/>
    </dgm:pt>
    <dgm:pt modelId="{041A74D4-F585-4DC4-83E7-7BF745ED759B}" type="pres">
      <dgm:prSet presAssocID="{B82F1D0C-C15A-4327-81FC-C69D86CD704C}" presName="tx2" presStyleLbl="revTx" presStyleIdx="7" presStyleCnt="13"/>
      <dgm:spPr/>
    </dgm:pt>
    <dgm:pt modelId="{3F21101C-8CAD-442C-AF19-7771BB3A95AE}" type="pres">
      <dgm:prSet presAssocID="{B82F1D0C-C15A-4327-81FC-C69D86CD704C}" presName="vert2" presStyleCnt="0"/>
      <dgm:spPr/>
    </dgm:pt>
    <dgm:pt modelId="{9B0E13E2-68C9-4F9D-98B0-DB505B47F2A0}" type="pres">
      <dgm:prSet presAssocID="{B82F1D0C-C15A-4327-81FC-C69D86CD704C}" presName="thinLine2b" presStyleLbl="callout" presStyleIdx="5" presStyleCnt="10"/>
      <dgm:spPr/>
    </dgm:pt>
    <dgm:pt modelId="{8E917763-2706-441B-8906-258CA5EBB354}" type="pres">
      <dgm:prSet presAssocID="{B82F1D0C-C15A-4327-81FC-C69D86CD704C}" presName="vertSpace2b" presStyleCnt="0"/>
      <dgm:spPr/>
    </dgm:pt>
    <dgm:pt modelId="{52981B55-EC33-4B21-AF29-9989F00DB577}" type="pres">
      <dgm:prSet presAssocID="{92DC4978-97FB-472E-9795-A1A7D15D5F8C}" presName="thickLine" presStyleLbl="alignNode1" presStyleIdx="2" presStyleCnt="3"/>
      <dgm:spPr/>
    </dgm:pt>
    <dgm:pt modelId="{251B6280-7442-4445-9E8C-6C850D88845A}" type="pres">
      <dgm:prSet presAssocID="{92DC4978-97FB-472E-9795-A1A7D15D5F8C}" presName="horz1" presStyleCnt="0"/>
      <dgm:spPr/>
    </dgm:pt>
    <dgm:pt modelId="{FFBE23F0-2B41-4BF9-801A-70D1B1988CFC}" type="pres">
      <dgm:prSet presAssocID="{92DC4978-97FB-472E-9795-A1A7D15D5F8C}" presName="tx1" presStyleLbl="revTx" presStyleIdx="8" presStyleCnt="13"/>
      <dgm:spPr/>
    </dgm:pt>
    <dgm:pt modelId="{AEEC1F31-9BE7-4477-A9F3-7E13BCE0B7CA}" type="pres">
      <dgm:prSet presAssocID="{92DC4978-97FB-472E-9795-A1A7D15D5F8C}" presName="vert1" presStyleCnt="0"/>
      <dgm:spPr/>
    </dgm:pt>
    <dgm:pt modelId="{9863922A-B06F-48ED-8041-F96777B3444E}" type="pres">
      <dgm:prSet presAssocID="{F1644AB3-C7F4-4FBC-B2FC-D16E5DBB2587}" presName="vertSpace2a" presStyleCnt="0"/>
      <dgm:spPr/>
    </dgm:pt>
    <dgm:pt modelId="{FCA8E750-A0EC-4289-9168-8C60AF9A35BA}" type="pres">
      <dgm:prSet presAssocID="{F1644AB3-C7F4-4FBC-B2FC-D16E5DBB2587}" presName="horz2" presStyleCnt="0"/>
      <dgm:spPr/>
    </dgm:pt>
    <dgm:pt modelId="{713C0E11-14AF-4DD2-8416-5C3A6B79F66E}" type="pres">
      <dgm:prSet presAssocID="{F1644AB3-C7F4-4FBC-B2FC-D16E5DBB2587}" presName="horzSpace2" presStyleCnt="0"/>
      <dgm:spPr/>
    </dgm:pt>
    <dgm:pt modelId="{6548A16D-E2F0-4A3A-88CA-CD0669423E9B}" type="pres">
      <dgm:prSet presAssocID="{F1644AB3-C7F4-4FBC-B2FC-D16E5DBB2587}" presName="tx2" presStyleLbl="revTx" presStyleIdx="9" presStyleCnt="13"/>
      <dgm:spPr/>
    </dgm:pt>
    <dgm:pt modelId="{DD87DED1-6EBF-4CB2-AC39-B89DD0D4A75C}" type="pres">
      <dgm:prSet presAssocID="{F1644AB3-C7F4-4FBC-B2FC-D16E5DBB2587}" presName="vert2" presStyleCnt="0"/>
      <dgm:spPr/>
    </dgm:pt>
    <dgm:pt modelId="{FE0754B9-6418-4511-89CB-CDC4676BD267}" type="pres">
      <dgm:prSet presAssocID="{F1644AB3-C7F4-4FBC-B2FC-D16E5DBB2587}" presName="thinLine2b" presStyleLbl="callout" presStyleIdx="6" presStyleCnt="10"/>
      <dgm:spPr/>
    </dgm:pt>
    <dgm:pt modelId="{90E709C4-0B20-441E-8856-6C6DC61A0730}" type="pres">
      <dgm:prSet presAssocID="{F1644AB3-C7F4-4FBC-B2FC-D16E5DBB2587}" presName="vertSpace2b" presStyleCnt="0"/>
      <dgm:spPr/>
    </dgm:pt>
    <dgm:pt modelId="{13BF8BCE-C02A-48F7-A4A2-3F3A6AC845C3}" type="pres">
      <dgm:prSet presAssocID="{DA986F81-D19F-4CC5-85FE-BD98F69D67A9}" presName="horz2" presStyleCnt="0"/>
      <dgm:spPr/>
    </dgm:pt>
    <dgm:pt modelId="{143C5319-9C23-4802-ADFE-4557861DEAFB}" type="pres">
      <dgm:prSet presAssocID="{DA986F81-D19F-4CC5-85FE-BD98F69D67A9}" presName="horzSpace2" presStyleCnt="0"/>
      <dgm:spPr/>
    </dgm:pt>
    <dgm:pt modelId="{CDEB228E-8E91-4D3B-B1E9-9C0B4D065D73}" type="pres">
      <dgm:prSet presAssocID="{DA986F81-D19F-4CC5-85FE-BD98F69D67A9}" presName="tx2" presStyleLbl="revTx" presStyleIdx="10" presStyleCnt="13"/>
      <dgm:spPr/>
    </dgm:pt>
    <dgm:pt modelId="{E4B989F8-33D4-4449-B54B-5CB7502D4813}" type="pres">
      <dgm:prSet presAssocID="{DA986F81-D19F-4CC5-85FE-BD98F69D67A9}" presName="vert2" presStyleCnt="0"/>
      <dgm:spPr/>
    </dgm:pt>
    <dgm:pt modelId="{5525EB95-6201-42F7-826A-0416CB406439}" type="pres">
      <dgm:prSet presAssocID="{DA986F81-D19F-4CC5-85FE-BD98F69D67A9}" presName="thinLine2b" presStyleLbl="callout" presStyleIdx="7" presStyleCnt="10"/>
      <dgm:spPr/>
    </dgm:pt>
    <dgm:pt modelId="{E98B34EB-BE12-45E7-A541-565D36920191}" type="pres">
      <dgm:prSet presAssocID="{DA986F81-D19F-4CC5-85FE-BD98F69D67A9}" presName="vertSpace2b" presStyleCnt="0"/>
      <dgm:spPr/>
    </dgm:pt>
    <dgm:pt modelId="{B3232F18-DA02-4A2B-BDE4-0A16F55FB575}" type="pres">
      <dgm:prSet presAssocID="{371F9E1F-993E-416D-AE73-EFFD487978CC}" presName="horz2" presStyleCnt="0"/>
      <dgm:spPr/>
    </dgm:pt>
    <dgm:pt modelId="{F0955504-DFCA-4B6A-B8D9-10696F1516BC}" type="pres">
      <dgm:prSet presAssocID="{371F9E1F-993E-416D-AE73-EFFD487978CC}" presName="horzSpace2" presStyleCnt="0"/>
      <dgm:spPr/>
    </dgm:pt>
    <dgm:pt modelId="{A2ED7563-B88C-4645-9711-92207609937C}" type="pres">
      <dgm:prSet presAssocID="{371F9E1F-993E-416D-AE73-EFFD487978CC}" presName="tx2" presStyleLbl="revTx" presStyleIdx="11" presStyleCnt="13"/>
      <dgm:spPr/>
    </dgm:pt>
    <dgm:pt modelId="{A4A66FF8-00D1-4173-8672-1448159A560C}" type="pres">
      <dgm:prSet presAssocID="{371F9E1F-993E-416D-AE73-EFFD487978CC}" presName="vert2" presStyleCnt="0"/>
      <dgm:spPr/>
    </dgm:pt>
    <dgm:pt modelId="{FCA18971-F1E6-4834-B701-1D719F64828A}" type="pres">
      <dgm:prSet presAssocID="{371F9E1F-993E-416D-AE73-EFFD487978CC}" presName="thinLine2b" presStyleLbl="callout" presStyleIdx="8" presStyleCnt="10"/>
      <dgm:spPr/>
    </dgm:pt>
    <dgm:pt modelId="{3A9421F8-E389-447C-AB60-3E9E53764260}" type="pres">
      <dgm:prSet presAssocID="{371F9E1F-993E-416D-AE73-EFFD487978CC}" presName="vertSpace2b" presStyleCnt="0"/>
      <dgm:spPr/>
    </dgm:pt>
    <dgm:pt modelId="{856EF2C5-99EC-4166-923A-A8DA11EAFFAE}" type="pres">
      <dgm:prSet presAssocID="{C1585306-9078-4637-A2C6-FDB30F49C820}" presName="horz2" presStyleCnt="0"/>
      <dgm:spPr/>
    </dgm:pt>
    <dgm:pt modelId="{B462D32C-99A6-443F-92A4-E1B2EC00600C}" type="pres">
      <dgm:prSet presAssocID="{C1585306-9078-4637-A2C6-FDB30F49C820}" presName="horzSpace2" presStyleCnt="0"/>
      <dgm:spPr/>
    </dgm:pt>
    <dgm:pt modelId="{64CE867C-63D2-4712-8C53-60EAE6EF83D6}" type="pres">
      <dgm:prSet presAssocID="{C1585306-9078-4637-A2C6-FDB30F49C820}" presName="tx2" presStyleLbl="revTx" presStyleIdx="12" presStyleCnt="13"/>
      <dgm:spPr/>
    </dgm:pt>
    <dgm:pt modelId="{460F994F-4973-43A7-9B30-3692C78EAF61}" type="pres">
      <dgm:prSet presAssocID="{C1585306-9078-4637-A2C6-FDB30F49C820}" presName="vert2" presStyleCnt="0"/>
      <dgm:spPr/>
    </dgm:pt>
    <dgm:pt modelId="{AE91916E-19BC-48F6-8B21-55DD7924BDBB}" type="pres">
      <dgm:prSet presAssocID="{C1585306-9078-4637-A2C6-FDB30F49C820}" presName="thinLine2b" presStyleLbl="callout" presStyleIdx="9" presStyleCnt="10"/>
      <dgm:spPr/>
    </dgm:pt>
    <dgm:pt modelId="{637A9DA0-51E6-4931-9843-B94CE89623D1}" type="pres">
      <dgm:prSet presAssocID="{C1585306-9078-4637-A2C6-FDB30F49C820}" presName="vertSpace2b" presStyleCnt="0"/>
      <dgm:spPr/>
    </dgm:pt>
  </dgm:ptLst>
  <dgm:cxnLst>
    <dgm:cxn modelId="{C8E32403-08A6-44D5-9693-A60C42C3450B}" type="presOf" srcId="{92DC4978-97FB-472E-9795-A1A7D15D5F8C}" destId="{FFBE23F0-2B41-4BF9-801A-70D1B1988CFC}" srcOrd="0" destOrd="0" presId="urn:microsoft.com/office/officeart/2008/layout/LinedList"/>
    <dgm:cxn modelId="{21C0890C-18A4-44DF-AA07-CCDA58B53782}" srcId="{92DC4978-97FB-472E-9795-A1A7D15D5F8C}" destId="{F1644AB3-C7F4-4FBC-B2FC-D16E5DBB2587}" srcOrd="0" destOrd="0" parTransId="{5D77AEC2-75BE-4164-8F24-E6FCC165B5BA}" sibTransId="{AB5119AB-44CC-4A91-9BA5-7A80399BCD15}"/>
    <dgm:cxn modelId="{2D26C511-67DC-418C-922B-2D91D24338E1}" type="presOf" srcId="{3A3A5C39-F1C3-462F-9515-B21A1D1566F1}" destId="{4276878E-59B0-4C25-B64C-B76C25DFD473}" srcOrd="0" destOrd="0" presId="urn:microsoft.com/office/officeart/2008/layout/LinedList"/>
    <dgm:cxn modelId="{F5827C21-EC69-48FE-8CA1-4995EB3E1CC7}" type="presOf" srcId="{84C23E6F-3543-421F-BE1D-A95161792C3A}" destId="{9CA34BE6-57A0-462E-9CDC-F35933F86F63}" srcOrd="0" destOrd="0" presId="urn:microsoft.com/office/officeart/2008/layout/LinedList"/>
    <dgm:cxn modelId="{255A8437-96E4-4345-AF81-7627E08AC8BE}" srcId="{E89CB6D3-3001-410D-AC8F-8B774E3943E2}" destId="{4C7FE18E-125D-475B-B10B-088E6734D52C}" srcOrd="1" destOrd="0" parTransId="{9E1AF352-DA7A-4779-9E92-897BB3B43729}" sibTransId="{17D3DA34-B7C5-4B3B-8076-FBE08C2306D7}"/>
    <dgm:cxn modelId="{40C6F83A-477B-4DCB-A491-063CAC0736C0}" srcId="{92DC4978-97FB-472E-9795-A1A7D15D5F8C}" destId="{371F9E1F-993E-416D-AE73-EFFD487978CC}" srcOrd="2" destOrd="0" parTransId="{9A00F8E8-96BD-411B-9001-D6E4C05E3BD8}" sibTransId="{1607E869-3FFE-48AA-9373-70CD2FC1DA16}"/>
    <dgm:cxn modelId="{777F7B63-49E6-48E2-B981-BEF685C2112F}" srcId="{92DC4978-97FB-472E-9795-A1A7D15D5F8C}" destId="{C1585306-9078-4637-A2C6-FDB30F49C820}" srcOrd="3" destOrd="0" parTransId="{E1FDD6E2-7C0A-44EE-9DFB-8FA546F2884B}" sibTransId="{9E266219-93A9-4883-B969-E1E96F4DA0C5}"/>
    <dgm:cxn modelId="{B2EE5044-B94E-4D84-89C0-736B390782A9}" type="presOf" srcId="{4C7FE18E-125D-475B-B10B-088E6734D52C}" destId="{58E8DB4E-F847-4162-8A95-71F6E6D31073}" srcOrd="0" destOrd="0" presId="urn:microsoft.com/office/officeart/2008/layout/LinedList"/>
    <dgm:cxn modelId="{D035B064-144E-4F05-994D-0346EABB7EC3}" type="presOf" srcId="{F1644AB3-C7F4-4FBC-B2FC-D16E5DBB2587}" destId="{6548A16D-E2F0-4A3A-88CA-CD0669423E9B}" srcOrd="0" destOrd="0" presId="urn:microsoft.com/office/officeart/2008/layout/LinedList"/>
    <dgm:cxn modelId="{1545AB69-BE33-4EF1-8ADB-8151C436257E}" srcId="{4C7FE18E-125D-475B-B10B-088E6734D52C}" destId="{3A3A5C39-F1C3-462F-9515-B21A1D1566F1}" srcOrd="0" destOrd="0" parTransId="{B530FC1B-E376-45D6-AF77-15826FEE14DF}" sibTransId="{9D737512-0704-4FA0-98BE-866D60C7A506}"/>
    <dgm:cxn modelId="{26575254-8CED-4ED3-9EA6-24CFDF0F8D47}" type="presOf" srcId="{13A688BA-20FC-402E-BCD3-F529FCAF80B5}" destId="{5869E7E7-B9A9-4BAD-B8A3-E2E13B56ECDF}" srcOrd="0" destOrd="0" presId="urn:microsoft.com/office/officeart/2008/layout/LinedList"/>
    <dgm:cxn modelId="{AB11DE7C-AD92-4A67-93B8-A3F497FB58EB}" srcId="{E89CB6D3-3001-410D-AC8F-8B774E3943E2}" destId="{92DC4978-97FB-472E-9795-A1A7D15D5F8C}" srcOrd="2" destOrd="0" parTransId="{4F29F1AE-0579-4850-B1FB-5FDD92FEDCD8}" sibTransId="{CA6D01A1-BC3D-4098-A841-AD5AFC1D93A8}"/>
    <dgm:cxn modelId="{15734787-7C07-498E-80B9-5BB39537631F}" srcId="{92DC4978-97FB-472E-9795-A1A7D15D5F8C}" destId="{DA986F81-D19F-4CC5-85FE-BD98F69D67A9}" srcOrd="1" destOrd="0" parTransId="{AAB4726D-7178-45C9-851E-004CF7865B2D}" sibTransId="{E4B05E0D-7B5E-4A93-B58F-33D452DA06C2}"/>
    <dgm:cxn modelId="{0B3E1589-F6BF-4F2E-A18B-5345AF095D88}" type="presOf" srcId="{4A2BD98F-093B-4EBA-9E8D-FE9F73F59AD1}" destId="{A8F8A547-68BE-4676-B0ED-69ADB42AF6A1}" srcOrd="0" destOrd="0" presId="urn:microsoft.com/office/officeart/2008/layout/LinedList"/>
    <dgm:cxn modelId="{2E09ED8C-5748-4E71-A4F4-2B1C4A74CD3C}" srcId="{84C23E6F-3543-421F-BE1D-A95161792C3A}" destId="{4A2BD98F-093B-4EBA-9E8D-FE9F73F59AD1}" srcOrd="0" destOrd="0" parTransId="{DB77CDB0-9BC8-4D26-A594-FDC47DF90545}" sibTransId="{DFEB1EB1-BB95-4576-AD77-DB8E1C081537}"/>
    <dgm:cxn modelId="{0A331790-B8D7-4991-8CD5-664B968B43EB}" srcId="{E89CB6D3-3001-410D-AC8F-8B774E3943E2}" destId="{84C23E6F-3543-421F-BE1D-A95161792C3A}" srcOrd="0" destOrd="0" parTransId="{C9B7708D-B993-4600-BC81-A25F0770FC4C}" sibTransId="{3F5B712D-BB74-4F26-B5B3-5C0F9F79548E}"/>
    <dgm:cxn modelId="{35C2F4A1-0E63-40DA-93F6-2EA09C5D50F9}" srcId="{84C23E6F-3543-421F-BE1D-A95161792C3A}" destId="{8E4742F4-947E-414F-A315-71650CCFBD46}" srcOrd="1" destOrd="0" parTransId="{F443E37F-3D63-452F-8682-7856EFCF59AF}" sibTransId="{57B66AEF-A7BA-417E-B3DF-AAE8BD56AE6B}"/>
    <dgm:cxn modelId="{9642D8A2-E32A-4572-9A80-6ED441A4B95B}" type="presOf" srcId="{801DEAFA-34B6-420B-B31A-3D9EE4F9032F}" destId="{13F8BB2B-45A5-4824-AD91-60C08C714F21}" srcOrd="0" destOrd="0" presId="urn:microsoft.com/office/officeart/2008/layout/LinedList"/>
    <dgm:cxn modelId="{2BF3F1B6-3213-49BF-9E6E-B96885F13E53}" srcId="{4C7FE18E-125D-475B-B10B-088E6734D52C}" destId="{B82F1D0C-C15A-4327-81FC-C69D86CD704C}" srcOrd="2" destOrd="0" parTransId="{0695DAA9-1404-4ED3-B193-CF0D55170D53}" sibTransId="{B4A74860-EC7D-4369-8BB4-17208FB68CA4}"/>
    <dgm:cxn modelId="{5F5715C5-B407-43CB-BEDA-863942C8E3DE}" type="presOf" srcId="{E89CB6D3-3001-410D-AC8F-8B774E3943E2}" destId="{C2610A26-E375-4941-B600-29B4E0647B1F}" srcOrd="0" destOrd="0" presId="urn:microsoft.com/office/officeart/2008/layout/LinedList"/>
    <dgm:cxn modelId="{84AA4FCC-DA23-4D9C-83BF-1EFB341EA221}" type="presOf" srcId="{8E4742F4-947E-414F-A315-71650CCFBD46}" destId="{22BE26D4-A2BC-42E4-BAF3-F8A6BC778223}" srcOrd="0" destOrd="0" presId="urn:microsoft.com/office/officeart/2008/layout/LinedList"/>
    <dgm:cxn modelId="{D4BE3CCE-29F7-4082-9D88-03E453EEBEB7}" srcId="{4C7FE18E-125D-475B-B10B-088E6734D52C}" destId="{13A688BA-20FC-402E-BCD3-F529FCAF80B5}" srcOrd="1" destOrd="0" parTransId="{E13C318A-5A18-4458-BA31-779EABDD768F}" sibTransId="{AB948FE6-A580-4544-9007-5EAE7642DAD6}"/>
    <dgm:cxn modelId="{68EE23DA-649C-48A8-8749-D359CD63A258}" type="presOf" srcId="{DA986F81-D19F-4CC5-85FE-BD98F69D67A9}" destId="{CDEB228E-8E91-4D3B-B1E9-9C0B4D065D73}" srcOrd="0" destOrd="0" presId="urn:microsoft.com/office/officeart/2008/layout/LinedList"/>
    <dgm:cxn modelId="{F8FC2CEC-2097-4179-AA3A-6C7169A1F74D}" type="presOf" srcId="{C1585306-9078-4637-A2C6-FDB30F49C820}" destId="{64CE867C-63D2-4712-8C53-60EAE6EF83D6}" srcOrd="0" destOrd="0" presId="urn:microsoft.com/office/officeart/2008/layout/LinedList"/>
    <dgm:cxn modelId="{622A48F4-E5C3-4D51-BFE4-E005215827DA}" type="presOf" srcId="{371F9E1F-993E-416D-AE73-EFFD487978CC}" destId="{A2ED7563-B88C-4645-9711-92207609937C}" srcOrd="0" destOrd="0" presId="urn:microsoft.com/office/officeart/2008/layout/LinedList"/>
    <dgm:cxn modelId="{3B0F63F7-A3D0-42FE-B5F0-79DFC2DFFBDC}" srcId="{84C23E6F-3543-421F-BE1D-A95161792C3A}" destId="{801DEAFA-34B6-420B-B31A-3D9EE4F9032F}" srcOrd="2" destOrd="0" parTransId="{0DE46D56-D052-44E2-9E0F-97A01C135CA0}" sibTransId="{53C665A8-EB50-4CAC-845C-0A253673889A}"/>
    <dgm:cxn modelId="{D38A3EFB-011E-402B-9C04-CB92E71A1109}" type="presOf" srcId="{B82F1D0C-C15A-4327-81FC-C69D86CD704C}" destId="{041A74D4-F585-4DC4-83E7-7BF745ED759B}" srcOrd="0" destOrd="0" presId="urn:microsoft.com/office/officeart/2008/layout/LinedList"/>
    <dgm:cxn modelId="{1DBC208E-D190-4848-8D1E-01E7287141BA}" type="presParOf" srcId="{C2610A26-E375-4941-B600-29B4E0647B1F}" destId="{7A8A7102-2DC4-487E-A0D0-27E708AACB1E}" srcOrd="0" destOrd="0" presId="urn:microsoft.com/office/officeart/2008/layout/LinedList"/>
    <dgm:cxn modelId="{93233401-A132-41D9-95EB-4E2F0B434CFB}" type="presParOf" srcId="{C2610A26-E375-4941-B600-29B4E0647B1F}" destId="{90839859-2921-4F50-9E64-77BF56AAF041}" srcOrd="1" destOrd="0" presId="urn:microsoft.com/office/officeart/2008/layout/LinedList"/>
    <dgm:cxn modelId="{DCBADF9B-BC00-4CD5-9258-7F5ED3A922FB}" type="presParOf" srcId="{90839859-2921-4F50-9E64-77BF56AAF041}" destId="{9CA34BE6-57A0-462E-9CDC-F35933F86F63}" srcOrd="0" destOrd="0" presId="urn:microsoft.com/office/officeart/2008/layout/LinedList"/>
    <dgm:cxn modelId="{157E8F74-3CFA-4BC2-BF1A-4D2DB11E7122}" type="presParOf" srcId="{90839859-2921-4F50-9E64-77BF56AAF041}" destId="{D6BDC1F5-0C55-4D22-BFAB-85633A1EB9F0}" srcOrd="1" destOrd="0" presId="urn:microsoft.com/office/officeart/2008/layout/LinedList"/>
    <dgm:cxn modelId="{C16962E7-2963-4D4F-A1C9-3BE5DA4B4BC8}" type="presParOf" srcId="{D6BDC1F5-0C55-4D22-BFAB-85633A1EB9F0}" destId="{A562AECE-3B2F-4B17-AB56-ECE077FBFF65}" srcOrd="0" destOrd="0" presId="urn:microsoft.com/office/officeart/2008/layout/LinedList"/>
    <dgm:cxn modelId="{A1979527-E165-4DBA-8FC2-A8139DEDAB5F}" type="presParOf" srcId="{D6BDC1F5-0C55-4D22-BFAB-85633A1EB9F0}" destId="{2F9CA2B5-F7C9-42BA-9659-C189CDD06EB7}" srcOrd="1" destOrd="0" presId="urn:microsoft.com/office/officeart/2008/layout/LinedList"/>
    <dgm:cxn modelId="{83588A2A-F3A1-409C-B86C-DBB714C71A47}" type="presParOf" srcId="{2F9CA2B5-F7C9-42BA-9659-C189CDD06EB7}" destId="{81E9C625-83B0-449E-A182-356FC511E689}" srcOrd="0" destOrd="0" presId="urn:microsoft.com/office/officeart/2008/layout/LinedList"/>
    <dgm:cxn modelId="{18376C0D-CFE6-4B01-BBCC-AE8B71365115}" type="presParOf" srcId="{2F9CA2B5-F7C9-42BA-9659-C189CDD06EB7}" destId="{A8F8A547-68BE-4676-B0ED-69ADB42AF6A1}" srcOrd="1" destOrd="0" presId="urn:microsoft.com/office/officeart/2008/layout/LinedList"/>
    <dgm:cxn modelId="{A3C144E8-2D9B-4454-B3F8-60086149C787}" type="presParOf" srcId="{2F9CA2B5-F7C9-42BA-9659-C189CDD06EB7}" destId="{01C1BBAD-D6C2-458A-A761-4ED5ADCA283A}" srcOrd="2" destOrd="0" presId="urn:microsoft.com/office/officeart/2008/layout/LinedList"/>
    <dgm:cxn modelId="{095984A2-9C41-4B1B-87AD-3F855B4E7308}" type="presParOf" srcId="{D6BDC1F5-0C55-4D22-BFAB-85633A1EB9F0}" destId="{F0DF6BD5-22AD-4BA5-8934-FA4AF93B99B2}" srcOrd="2" destOrd="0" presId="urn:microsoft.com/office/officeart/2008/layout/LinedList"/>
    <dgm:cxn modelId="{47871B9E-5089-41DA-B139-174019790FE3}" type="presParOf" srcId="{D6BDC1F5-0C55-4D22-BFAB-85633A1EB9F0}" destId="{503ABBCD-B1B3-4D05-9876-BBA2A8DF506A}" srcOrd="3" destOrd="0" presId="urn:microsoft.com/office/officeart/2008/layout/LinedList"/>
    <dgm:cxn modelId="{2F8BDB9F-04B8-4653-AE91-96EAE0CA9A2C}" type="presParOf" srcId="{D6BDC1F5-0C55-4D22-BFAB-85633A1EB9F0}" destId="{3E76623E-2171-4D65-8E40-A2C16362C956}" srcOrd="4" destOrd="0" presId="urn:microsoft.com/office/officeart/2008/layout/LinedList"/>
    <dgm:cxn modelId="{7F91A05D-D1C5-4506-8646-B62A69F52010}" type="presParOf" srcId="{3E76623E-2171-4D65-8E40-A2C16362C956}" destId="{77107F2E-6619-478D-B14D-A88E69C15345}" srcOrd="0" destOrd="0" presId="urn:microsoft.com/office/officeart/2008/layout/LinedList"/>
    <dgm:cxn modelId="{4DC75001-1659-4333-B89A-164032CC4EE2}" type="presParOf" srcId="{3E76623E-2171-4D65-8E40-A2C16362C956}" destId="{22BE26D4-A2BC-42E4-BAF3-F8A6BC778223}" srcOrd="1" destOrd="0" presId="urn:microsoft.com/office/officeart/2008/layout/LinedList"/>
    <dgm:cxn modelId="{94551484-85C8-4D85-AF4C-87DE7496329A}" type="presParOf" srcId="{3E76623E-2171-4D65-8E40-A2C16362C956}" destId="{6746F7C1-5E21-4CAF-A2B5-6E424F5DB190}" srcOrd="2" destOrd="0" presId="urn:microsoft.com/office/officeart/2008/layout/LinedList"/>
    <dgm:cxn modelId="{CE00F137-636B-4B3A-807C-443987498260}" type="presParOf" srcId="{D6BDC1F5-0C55-4D22-BFAB-85633A1EB9F0}" destId="{896F42DE-AFFA-4E10-9A85-41A5FB66DC54}" srcOrd="5" destOrd="0" presId="urn:microsoft.com/office/officeart/2008/layout/LinedList"/>
    <dgm:cxn modelId="{BEE97532-72EE-4797-A140-8AA349395511}" type="presParOf" srcId="{D6BDC1F5-0C55-4D22-BFAB-85633A1EB9F0}" destId="{308D9253-4269-4328-AD73-4188CB1AF5E6}" srcOrd="6" destOrd="0" presId="urn:microsoft.com/office/officeart/2008/layout/LinedList"/>
    <dgm:cxn modelId="{AB880994-4473-4F50-BAA4-CFF2326D9804}" type="presParOf" srcId="{D6BDC1F5-0C55-4D22-BFAB-85633A1EB9F0}" destId="{C50D67E1-047C-4774-AA8C-AC94545A5CBC}" srcOrd="7" destOrd="0" presId="urn:microsoft.com/office/officeart/2008/layout/LinedList"/>
    <dgm:cxn modelId="{49838084-2D31-4128-A857-31D4A4DD7D67}" type="presParOf" srcId="{C50D67E1-047C-4774-AA8C-AC94545A5CBC}" destId="{5FE7CF13-C618-436C-8D5F-EC1EC78B111C}" srcOrd="0" destOrd="0" presId="urn:microsoft.com/office/officeart/2008/layout/LinedList"/>
    <dgm:cxn modelId="{FF7ECA5F-A277-47EC-9ED7-9B1C9257E572}" type="presParOf" srcId="{C50D67E1-047C-4774-AA8C-AC94545A5CBC}" destId="{13F8BB2B-45A5-4824-AD91-60C08C714F21}" srcOrd="1" destOrd="0" presId="urn:microsoft.com/office/officeart/2008/layout/LinedList"/>
    <dgm:cxn modelId="{9144544D-532C-4B36-B545-0C82F7BE6606}" type="presParOf" srcId="{C50D67E1-047C-4774-AA8C-AC94545A5CBC}" destId="{01A983EA-F321-42E7-A397-E1A2963F360A}" srcOrd="2" destOrd="0" presId="urn:microsoft.com/office/officeart/2008/layout/LinedList"/>
    <dgm:cxn modelId="{62AFB74E-95C9-49F9-B6E7-80AB1086C2BA}" type="presParOf" srcId="{D6BDC1F5-0C55-4D22-BFAB-85633A1EB9F0}" destId="{E18D9617-0CAD-40E3-A631-959D02AAFB2D}" srcOrd="8" destOrd="0" presId="urn:microsoft.com/office/officeart/2008/layout/LinedList"/>
    <dgm:cxn modelId="{DB8B2B2B-DC65-4FAB-B9D8-C2B032694B52}" type="presParOf" srcId="{D6BDC1F5-0C55-4D22-BFAB-85633A1EB9F0}" destId="{33EA3AEB-D5F1-4C7E-BD16-22FE1B17C7EF}" srcOrd="9" destOrd="0" presId="urn:microsoft.com/office/officeart/2008/layout/LinedList"/>
    <dgm:cxn modelId="{77DF579A-9B64-4199-A527-29DCE6091A8B}" type="presParOf" srcId="{C2610A26-E375-4941-B600-29B4E0647B1F}" destId="{D2EA87D9-419B-4577-884E-FC223A7F5D87}" srcOrd="2" destOrd="0" presId="urn:microsoft.com/office/officeart/2008/layout/LinedList"/>
    <dgm:cxn modelId="{24D44DB3-88D7-42E5-BF64-38E7579E8ADF}" type="presParOf" srcId="{C2610A26-E375-4941-B600-29B4E0647B1F}" destId="{DB3F8168-E626-4DA7-AC47-22A64790BD8B}" srcOrd="3" destOrd="0" presId="urn:microsoft.com/office/officeart/2008/layout/LinedList"/>
    <dgm:cxn modelId="{E3D5F695-42FC-4E0C-B530-39CB3CC40A21}" type="presParOf" srcId="{DB3F8168-E626-4DA7-AC47-22A64790BD8B}" destId="{58E8DB4E-F847-4162-8A95-71F6E6D31073}" srcOrd="0" destOrd="0" presId="urn:microsoft.com/office/officeart/2008/layout/LinedList"/>
    <dgm:cxn modelId="{ED4927DD-E37A-45C1-AA57-76DFD6B0CCFD}" type="presParOf" srcId="{DB3F8168-E626-4DA7-AC47-22A64790BD8B}" destId="{A4CEA787-8D79-4669-9FA4-598E50AEB5FB}" srcOrd="1" destOrd="0" presId="urn:microsoft.com/office/officeart/2008/layout/LinedList"/>
    <dgm:cxn modelId="{38C5B437-0FE0-49B2-BC4F-00D42AC1D75A}" type="presParOf" srcId="{A4CEA787-8D79-4669-9FA4-598E50AEB5FB}" destId="{53AAAE60-D2E5-464E-9012-9F07CD181077}" srcOrd="0" destOrd="0" presId="urn:microsoft.com/office/officeart/2008/layout/LinedList"/>
    <dgm:cxn modelId="{1ADC73FB-05DD-4D04-AEB8-A43CA3004615}" type="presParOf" srcId="{A4CEA787-8D79-4669-9FA4-598E50AEB5FB}" destId="{02C00001-81FF-44C6-AE9B-51131114CB03}" srcOrd="1" destOrd="0" presId="urn:microsoft.com/office/officeart/2008/layout/LinedList"/>
    <dgm:cxn modelId="{4C19167C-C88F-4A7C-8764-1704E90C6BDA}" type="presParOf" srcId="{02C00001-81FF-44C6-AE9B-51131114CB03}" destId="{E5316E42-9702-4C67-B2FF-CD200D4020CA}" srcOrd="0" destOrd="0" presId="urn:microsoft.com/office/officeart/2008/layout/LinedList"/>
    <dgm:cxn modelId="{7490AEFA-DCD5-484A-A14C-075D29B007A0}" type="presParOf" srcId="{02C00001-81FF-44C6-AE9B-51131114CB03}" destId="{4276878E-59B0-4C25-B64C-B76C25DFD473}" srcOrd="1" destOrd="0" presId="urn:microsoft.com/office/officeart/2008/layout/LinedList"/>
    <dgm:cxn modelId="{E8A6B379-05BD-481C-80D2-270E0E914C0A}" type="presParOf" srcId="{02C00001-81FF-44C6-AE9B-51131114CB03}" destId="{D18D73F9-9DC7-4BB5-8D87-4AE3D7333A43}" srcOrd="2" destOrd="0" presId="urn:microsoft.com/office/officeart/2008/layout/LinedList"/>
    <dgm:cxn modelId="{482BA362-989F-4DAC-A91C-C6FA60A7B8F6}" type="presParOf" srcId="{A4CEA787-8D79-4669-9FA4-598E50AEB5FB}" destId="{07F6A5EB-CEB9-495C-918B-FA351959C9AF}" srcOrd="2" destOrd="0" presId="urn:microsoft.com/office/officeart/2008/layout/LinedList"/>
    <dgm:cxn modelId="{487D480F-5631-4FE2-A401-A7D89F3E5AEB}" type="presParOf" srcId="{A4CEA787-8D79-4669-9FA4-598E50AEB5FB}" destId="{6D18B6F7-D335-4ACA-A89D-40B9599E462F}" srcOrd="3" destOrd="0" presId="urn:microsoft.com/office/officeart/2008/layout/LinedList"/>
    <dgm:cxn modelId="{9DA5BD9D-F306-424E-A67C-B7624651BBA8}" type="presParOf" srcId="{A4CEA787-8D79-4669-9FA4-598E50AEB5FB}" destId="{46A0BED8-D303-4BBE-BF34-6BC2F1559677}" srcOrd="4" destOrd="0" presId="urn:microsoft.com/office/officeart/2008/layout/LinedList"/>
    <dgm:cxn modelId="{D5637A32-8D45-4CF3-988A-1463FC33DCF5}" type="presParOf" srcId="{46A0BED8-D303-4BBE-BF34-6BC2F1559677}" destId="{8282F388-57EF-48F7-8680-3F586DAA07B6}" srcOrd="0" destOrd="0" presId="urn:microsoft.com/office/officeart/2008/layout/LinedList"/>
    <dgm:cxn modelId="{751CCFF5-F931-4200-BCA9-33F3648BE458}" type="presParOf" srcId="{46A0BED8-D303-4BBE-BF34-6BC2F1559677}" destId="{5869E7E7-B9A9-4BAD-B8A3-E2E13B56ECDF}" srcOrd="1" destOrd="0" presId="urn:microsoft.com/office/officeart/2008/layout/LinedList"/>
    <dgm:cxn modelId="{0650651F-EBEA-4C0C-93CB-0D2A6EF5F2B5}" type="presParOf" srcId="{46A0BED8-D303-4BBE-BF34-6BC2F1559677}" destId="{4428A0F7-0F2E-415D-90DA-06278002EEF4}" srcOrd="2" destOrd="0" presId="urn:microsoft.com/office/officeart/2008/layout/LinedList"/>
    <dgm:cxn modelId="{102A80AD-A747-4389-BBF9-96109114BD07}" type="presParOf" srcId="{A4CEA787-8D79-4669-9FA4-598E50AEB5FB}" destId="{FE0E9E8C-FCEF-4492-963E-0E51FDA983DF}" srcOrd="5" destOrd="0" presId="urn:microsoft.com/office/officeart/2008/layout/LinedList"/>
    <dgm:cxn modelId="{7748EBE1-53E3-4818-9F3F-E724095280D8}" type="presParOf" srcId="{A4CEA787-8D79-4669-9FA4-598E50AEB5FB}" destId="{43CB1C89-D32D-48F4-A10E-8D2BD21276FD}" srcOrd="6" destOrd="0" presId="urn:microsoft.com/office/officeart/2008/layout/LinedList"/>
    <dgm:cxn modelId="{B5B3420F-CE7A-4E0C-AFF5-8CC0F63AEBCE}" type="presParOf" srcId="{A4CEA787-8D79-4669-9FA4-598E50AEB5FB}" destId="{0A47682A-965C-4470-B5C9-6C1A11A42C36}" srcOrd="7" destOrd="0" presId="urn:microsoft.com/office/officeart/2008/layout/LinedList"/>
    <dgm:cxn modelId="{A288D3B9-E80F-4DCF-8320-3BF52CD5D8D7}" type="presParOf" srcId="{0A47682A-965C-4470-B5C9-6C1A11A42C36}" destId="{6D0412C6-7BE7-4FAB-A676-80B9E3CE6C21}" srcOrd="0" destOrd="0" presId="urn:microsoft.com/office/officeart/2008/layout/LinedList"/>
    <dgm:cxn modelId="{B9A06603-60FD-4391-866D-0EE68EDA717E}" type="presParOf" srcId="{0A47682A-965C-4470-B5C9-6C1A11A42C36}" destId="{041A74D4-F585-4DC4-83E7-7BF745ED759B}" srcOrd="1" destOrd="0" presId="urn:microsoft.com/office/officeart/2008/layout/LinedList"/>
    <dgm:cxn modelId="{5EF722C5-CDC8-409F-AB29-6BBD36FD28A5}" type="presParOf" srcId="{0A47682A-965C-4470-B5C9-6C1A11A42C36}" destId="{3F21101C-8CAD-442C-AF19-7771BB3A95AE}" srcOrd="2" destOrd="0" presId="urn:microsoft.com/office/officeart/2008/layout/LinedList"/>
    <dgm:cxn modelId="{7FA6A042-D4D1-44AF-8E82-9D70B3A45E8D}" type="presParOf" srcId="{A4CEA787-8D79-4669-9FA4-598E50AEB5FB}" destId="{9B0E13E2-68C9-4F9D-98B0-DB505B47F2A0}" srcOrd="8" destOrd="0" presId="urn:microsoft.com/office/officeart/2008/layout/LinedList"/>
    <dgm:cxn modelId="{B91766A1-3801-401F-9284-5E9394B96014}" type="presParOf" srcId="{A4CEA787-8D79-4669-9FA4-598E50AEB5FB}" destId="{8E917763-2706-441B-8906-258CA5EBB354}" srcOrd="9" destOrd="0" presId="urn:microsoft.com/office/officeart/2008/layout/LinedList"/>
    <dgm:cxn modelId="{B9C3B1EC-0F09-4174-A338-2D925D967C2B}" type="presParOf" srcId="{C2610A26-E375-4941-B600-29B4E0647B1F}" destId="{52981B55-EC33-4B21-AF29-9989F00DB577}" srcOrd="4" destOrd="0" presId="urn:microsoft.com/office/officeart/2008/layout/LinedList"/>
    <dgm:cxn modelId="{81F2059E-0A2E-47D6-92BC-19A636BBECE2}" type="presParOf" srcId="{C2610A26-E375-4941-B600-29B4E0647B1F}" destId="{251B6280-7442-4445-9E8C-6C850D88845A}" srcOrd="5" destOrd="0" presId="urn:microsoft.com/office/officeart/2008/layout/LinedList"/>
    <dgm:cxn modelId="{6D63DE54-B7F8-40B0-91AD-A923E740C58C}" type="presParOf" srcId="{251B6280-7442-4445-9E8C-6C850D88845A}" destId="{FFBE23F0-2B41-4BF9-801A-70D1B1988CFC}" srcOrd="0" destOrd="0" presId="urn:microsoft.com/office/officeart/2008/layout/LinedList"/>
    <dgm:cxn modelId="{9DFEA533-62CA-41E1-A5B5-3FB0594A349F}" type="presParOf" srcId="{251B6280-7442-4445-9E8C-6C850D88845A}" destId="{AEEC1F31-9BE7-4477-A9F3-7E13BCE0B7CA}" srcOrd="1" destOrd="0" presId="urn:microsoft.com/office/officeart/2008/layout/LinedList"/>
    <dgm:cxn modelId="{01B9E4B8-2A2C-464A-B9EC-AE82ABF87C38}" type="presParOf" srcId="{AEEC1F31-9BE7-4477-A9F3-7E13BCE0B7CA}" destId="{9863922A-B06F-48ED-8041-F96777B3444E}" srcOrd="0" destOrd="0" presId="urn:microsoft.com/office/officeart/2008/layout/LinedList"/>
    <dgm:cxn modelId="{5A9A9934-B64D-470B-8C01-4546A233123A}" type="presParOf" srcId="{AEEC1F31-9BE7-4477-A9F3-7E13BCE0B7CA}" destId="{FCA8E750-A0EC-4289-9168-8C60AF9A35BA}" srcOrd="1" destOrd="0" presId="urn:microsoft.com/office/officeart/2008/layout/LinedList"/>
    <dgm:cxn modelId="{5F631308-BADE-4E16-8354-2B3B1BBA6EBA}" type="presParOf" srcId="{FCA8E750-A0EC-4289-9168-8C60AF9A35BA}" destId="{713C0E11-14AF-4DD2-8416-5C3A6B79F66E}" srcOrd="0" destOrd="0" presId="urn:microsoft.com/office/officeart/2008/layout/LinedList"/>
    <dgm:cxn modelId="{F9057065-D285-4BC9-B42F-C2458F769068}" type="presParOf" srcId="{FCA8E750-A0EC-4289-9168-8C60AF9A35BA}" destId="{6548A16D-E2F0-4A3A-88CA-CD0669423E9B}" srcOrd="1" destOrd="0" presId="urn:microsoft.com/office/officeart/2008/layout/LinedList"/>
    <dgm:cxn modelId="{4547CDEE-A4A5-443C-9A0C-B7697B7C1036}" type="presParOf" srcId="{FCA8E750-A0EC-4289-9168-8C60AF9A35BA}" destId="{DD87DED1-6EBF-4CB2-AC39-B89DD0D4A75C}" srcOrd="2" destOrd="0" presId="urn:microsoft.com/office/officeart/2008/layout/LinedList"/>
    <dgm:cxn modelId="{B80A720B-4BD9-4540-A9DD-90F6C489FE9F}" type="presParOf" srcId="{AEEC1F31-9BE7-4477-A9F3-7E13BCE0B7CA}" destId="{FE0754B9-6418-4511-89CB-CDC4676BD267}" srcOrd="2" destOrd="0" presId="urn:microsoft.com/office/officeart/2008/layout/LinedList"/>
    <dgm:cxn modelId="{1403FE0E-37B5-44BC-8A49-6244C4541AD5}" type="presParOf" srcId="{AEEC1F31-9BE7-4477-A9F3-7E13BCE0B7CA}" destId="{90E709C4-0B20-441E-8856-6C6DC61A0730}" srcOrd="3" destOrd="0" presId="urn:microsoft.com/office/officeart/2008/layout/LinedList"/>
    <dgm:cxn modelId="{A3C10EB4-D093-4C62-A479-A567E53F4BAA}" type="presParOf" srcId="{AEEC1F31-9BE7-4477-A9F3-7E13BCE0B7CA}" destId="{13BF8BCE-C02A-48F7-A4A2-3F3A6AC845C3}" srcOrd="4" destOrd="0" presId="urn:microsoft.com/office/officeart/2008/layout/LinedList"/>
    <dgm:cxn modelId="{F0FEA0F4-008A-4304-9B74-012CE3644C2D}" type="presParOf" srcId="{13BF8BCE-C02A-48F7-A4A2-3F3A6AC845C3}" destId="{143C5319-9C23-4802-ADFE-4557861DEAFB}" srcOrd="0" destOrd="0" presId="urn:microsoft.com/office/officeart/2008/layout/LinedList"/>
    <dgm:cxn modelId="{B4007E0A-D15C-4E03-BF26-8E4EBFCF73BA}" type="presParOf" srcId="{13BF8BCE-C02A-48F7-A4A2-3F3A6AC845C3}" destId="{CDEB228E-8E91-4D3B-B1E9-9C0B4D065D73}" srcOrd="1" destOrd="0" presId="urn:microsoft.com/office/officeart/2008/layout/LinedList"/>
    <dgm:cxn modelId="{81307164-A703-4C2E-9933-A5C6484D75FB}" type="presParOf" srcId="{13BF8BCE-C02A-48F7-A4A2-3F3A6AC845C3}" destId="{E4B989F8-33D4-4449-B54B-5CB7502D4813}" srcOrd="2" destOrd="0" presId="urn:microsoft.com/office/officeart/2008/layout/LinedList"/>
    <dgm:cxn modelId="{AD12E339-4017-4593-8258-0E20F65E5E6B}" type="presParOf" srcId="{AEEC1F31-9BE7-4477-A9F3-7E13BCE0B7CA}" destId="{5525EB95-6201-42F7-826A-0416CB406439}" srcOrd="5" destOrd="0" presId="urn:microsoft.com/office/officeart/2008/layout/LinedList"/>
    <dgm:cxn modelId="{AB6C315F-6733-4E96-B1BC-407654BFDE83}" type="presParOf" srcId="{AEEC1F31-9BE7-4477-A9F3-7E13BCE0B7CA}" destId="{E98B34EB-BE12-45E7-A541-565D36920191}" srcOrd="6" destOrd="0" presId="urn:microsoft.com/office/officeart/2008/layout/LinedList"/>
    <dgm:cxn modelId="{F3EC7271-F971-4C08-A69C-5C5656F62825}" type="presParOf" srcId="{AEEC1F31-9BE7-4477-A9F3-7E13BCE0B7CA}" destId="{B3232F18-DA02-4A2B-BDE4-0A16F55FB575}" srcOrd="7" destOrd="0" presId="urn:microsoft.com/office/officeart/2008/layout/LinedList"/>
    <dgm:cxn modelId="{78ECDDEF-7CB4-49CC-9507-795362B19867}" type="presParOf" srcId="{B3232F18-DA02-4A2B-BDE4-0A16F55FB575}" destId="{F0955504-DFCA-4B6A-B8D9-10696F1516BC}" srcOrd="0" destOrd="0" presId="urn:microsoft.com/office/officeart/2008/layout/LinedList"/>
    <dgm:cxn modelId="{26C61D40-86A6-47D9-BA15-7ECD1AEE9F37}" type="presParOf" srcId="{B3232F18-DA02-4A2B-BDE4-0A16F55FB575}" destId="{A2ED7563-B88C-4645-9711-92207609937C}" srcOrd="1" destOrd="0" presId="urn:microsoft.com/office/officeart/2008/layout/LinedList"/>
    <dgm:cxn modelId="{679DE6A2-51B0-4427-9DF8-A227899A1BD6}" type="presParOf" srcId="{B3232F18-DA02-4A2B-BDE4-0A16F55FB575}" destId="{A4A66FF8-00D1-4173-8672-1448159A560C}" srcOrd="2" destOrd="0" presId="urn:microsoft.com/office/officeart/2008/layout/LinedList"/>
    <dgm:cxn modelId="{63DE4EDE-D10E-48B6-815D-947E5FFE0AE3}" type="presParOf" srcId="{AEEC1F31-9BE7-4477-A9F3-7E13BCE0B7CA}" destId="{FCA18971-F1E6-4834-B701-1D719F64828A}" srcOrd="8" destOrd="0" presId="urn:microsoft.com/office/officeart/2008/layout/LinedList"/>
    <dgm:cxn modelId="{AEDF28C1-EE84-4C07-9F9D-831C980CC1CE}" type="presParOf" srcId="{AEEC1F31-9BE7-4477-A9F3-7E13BCE0B7CA}" destId="{3A9421F8-E389-447C-AB60-3E9E53764260}" srcOrd="9" destOrd="0" presId="urn:microsoft.com/office/officeart/2008/layout/LinedList"/>
    <dgm:cxn modelId="{E0FA826C-560B-411E-873F-E9F3C80A0CAD}" type="presParOf" srcId="{AEEC1F31-9BE7-4477-A9F3-7E13BCE0B7CA}" destId="{856EF2C5-99EC-4166-923A-A8DA11EAFFAE}" srcOrd="10" destOrd="0" presId="urn:microsoft.com/office/officeart/2008/layout/LinedList"/>
    <dgm:cxn modelId="{5C9594ED-39B9-418E-9A9D-DC5A1BF4AE1E}" type="presParOf" srcId="{856EF2C5-99EC-4166-923A-A8DA11EAFFAE}" destId="{B462D32C-99A6-443F-92A4-E1B2EC00600C}" srcOrd="0" destOrd="0" presId="urn:microsoft.com/office/officeart/2008/layout/LinedList"/>
    <dgm:cxn modelId="{C280D9F2-3A1A-44BE-BB2F-1C418460C9EB}" type="presParOf" srcId="{856EF2C5-99EC-4166-923A-A8DA11EAFFAE}" destId="{64CE867C-63D2-4712-8C53-60EAE6EF83D6}" srcOrd="1" destOrd="0" presId="urn:microsoft.com/office/officeart/2008/layout/LinedList"/>
    <dgm:cxn modelId="{A44DC0AA-BEA3-4986-BEDC-3429CCBAAF37}" type="presParOf" srcId="{856EF2C5-99EC-4166-923A-A8DA11EAFFAE}" destId="{460F994F-4973-43A7-9B30-3692C78EAF61}" srcOrd="2" destOrd="0" presId="urn:microsoft.com/office/officeart/2008/layout/LinedList"/>
    <dgm:cxn modelId="{4351E9EC-364D-4C84-BBB7-4B6DB01BF40E}" type="presParOf" srcId="{AEEC1F31-9BE7-4477-A9F3-7E13BCE0B7CA}" destId="{AE91916E-19BC-48F6-8B21-55DD7924BDBB}" srcOrd="11" destOrd="0" presId="urn:microsoft.com/office/officeart/2008/layout/LinedList"/>
    <dgm:cxn modelId="{BE138435-B5EE-4A31-8F2E-9523BA32A4D6}" type="presParOf" srcId="{AEEC1F31-9BE7-4477-A9F3-7E13BCE0B7CA}" destId="{637A9DA0-51E6-4931-9843-B94CE89623D1}"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65A5802-29A1-4B5D-83CF-99213F19E695}"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2A4D6609-F087-4EE4-8570-AA049053B14A}">
      <dgm:prSet/>
      <dgm:spPr/>
      <dgm:t>
        <a:bodyPr/>
        <a:lstStyle/>
        <a:p>
          <a:r>
            <a:rPr lang="en-US"/>
            <a:t>1. Polynomial Regression Function Development</a:t>
          </a:r>
        </a:p>
      </dgm:t>
    </dgm:pt>
    <dgm:pt modelId="{5B043BC3-3E94-462D-85E1-415F542E4819}" type="parTrans" cxnId="{E1512268-4190-42F9-8021-631EEC0DBF7A}">
      <dgm:prSet/>
      <dgm:spPr/>
      <dgm:t>
        <a:bodyPr/>
        <a:lstStyle/>
        <a:p>
          <a:endParaRPr lang="en-US"/>
        </a:p>
      </dgm:t>
    </dgm:pt>
    <dgm:pt modelId="{C37C6E10-5B87-45C1-AE0D-F22765C46796}" type="sibTrans" cxnId="{E1512268-4190-42F9-8021-631EEC0DBF7A}">
      <dgm:prSet/>
      <dgm:spPr/>
      <dgm:t>
        <a:bodyPr/>
        <a:lstStyle/>
        <a:p>
          <a:endParaRPr lang="en-US"/>
        </a:p>
      </dgm:t>
    </dgm:pt>
    <dgm:pt modelId="{83EBCE05-C452-4DEA-8DF8-9EF8AD1243BC}">
      <dgm:prSet/>
      <dgm:spPr/>
      <dgm:t>
        <a:bodyPr/>
        <a:lstStyle/>
        <a:p>
          <a:r>
            <a:rPr lang="en-US"/>
            <a:t>- Created `train_polynomial_regression()` function with hyperparameter search</a:t>
          </a:r>
        </a:p>
      </dgm:t>
    </dgm:pt>
    <dgm:pt modelId="{0ADE7ECC-8672-4754-AEF3-552BE7268CEC}" type="parTrans" cxnId="{81C57F4E-EA7B-4275-9249-8535FD5DBB98}">
      <dgm:prSet/>
      <dgm:spPr/>
      <dgm:t>
        <a:bodyPr/>
        <a:lstStyle/>
        <a:p>
          <a:endParaRPr lang="en-US"/>
        </a:p>
      </dgm:t>
    </dgm:pt>
    <dgm:pt modelId="{147CD0C4-570B-4560-B223-4795A63E3E95}" type="sibTrans" cxnId="{81C57F4E-EA7B-4275-9249-8535FD5DBB98}">
      <dgm:prSet/>
      <dgm:spPr/>
      <dgm:t>
        <a:bodyPr/>
        <a:lstStyle/>
        <a:p>
          <a:endParaRPr lang="en-US"/>
        </a:p>
      </dgm:t>
    </dgm:pt>
    <dgm:pt modelId="{E6911237-6212-4DC8-9C53-874F782B6571}">
      <dgm:prSet/>
      <dgm:spPr/>
      <dgm:t>
        <a:bodyPr/>
        <a:lstStyle/>
        <a:p>
          <a:r>
            <a:rPr lang="en-US"/>
            <a:t>- Implemented cross-validation for degree selection (testing degrees 1 to max_degree)</a:t>
          </a:r>
        </a:p>
      </dgm:t>
    </dgm:pt>
    <dgm:pt modelId="{54F23962-7B8F-4388-95EC-950C88E2E8E6}" type="parTrans" cxnId="{35800C7D-8C0A-4163-AB86-36754604D3B8}">
      <dgm:prSet/>
      <dgm:spPr/>
      <dgm:t>
        <a:bodyPr/>
        <a:lstStyle/>
        <a:p>
          <a:endParaRPr lang="en-US"/>
        </a:p>
      </dgm:t>
    </dgm:pt>
    <dgm:pt modelId="{B8860333-C625-4EE4-A62B-EFAB7B360147}" type="sibTrans" cxnId="{35800C7D-8C0A-4163-AB86-36754604D3B8}">
      <dgm:prSet/>
      <dgm:spPr/>
      <dgm:t>
        <a:bodyPr/>
        <a:lstStyle/>
        <a:p>
          <a:endParaRPr lang="en-US"/>
        </a:p>
      </dgm:t>
    </dgm:pt>
    <dgm:pt modelId="{7C09CFA3-D94F-4B70-B373-0F94E24E241C}">
      <dgm:prSet/>
      <dgm:spPr/>
      <dgm:t>
        <a:bodyPr/>
        <a:lstStyle/>
        <a:p>
          <a:r>
            <a:rPr lang="en-US"/>
            <a:t>- Added early stopping mechanism (stops after 2 consecutive iterations without improvement)</a:t>
          </a:r>
        </a:p>
      </dgm:t>
    </dgm:pt>
    <dgm:pt modelId="{60F0E4F7-EEEB-4939-A0AB-16B8ABB3CA3C}" type="parTrans" cxnId="{B710C9A5-0F6E-4DC0-B3E2-9311E2AA73A5}">
      <dgm:prSet/>
      <dgm:spPr/>
      <dgm:t>
        <a:bodyPr/>
        <a:lstStyle/>
        <a:p>
          <a:endParaRPr lang="en-US"/>
        </a:p>
      </dgm:t>
    </dgm:pt>
    <dgm:pt modelId="{2F3C7390-005F-45D5-BED8-01805FA2D1C4}" type="sibTrans" cxnId="{B710C9A5-0F6E-4DC0-B3E2-9311E2AA73A5}">
      <dgm:prSet/>
      <dgm:spPr/>
      <dgm:t>
        <a:bodyPr/>
        <a:lstStyle/>
        <a:p>
          <a:endParaRPr lang="en-US"/>
        </a:p>
      </dgm:t>
    </dgm:pt>
    <dgm:pt modelId="{30FE863E-A7B0-4AAE-A2F3-829F49887314}">
      <dgm:prSet/>
      <dgm:spPr/>
      <dgm:t>
        <a:bodyPr/>
        <a:lstStyle/>
        <a:p>
          <a:r>
            <a:rPr lang="en-US"/>
            <a:t>- Returned best degree, trained model, and complete CV results dictionary</a:t>
          </a:r>
        </a:p>
      </dgm:t>
    </dgm:pt>
    <dgm:pt modelId="{42AEF6BC-BC4B-46AD-BFC7-60BD1162F504}" type="parTrans" cxnId="{5ABBCC5F-E022-449B-95BB-567E78C4DD2A}">
      <dgm:prSet/>
      <dgm:spPr/>
      <dgm:t>
        <a:bodyPr/>
        <a:lstStyle/>
        <a:p>
          <a:endParaRPr lang="en-US"/>
        </a:p>
      </dgm:t>
    </dgm:pt>
    <dgm:pt modelId="{19B76AE5-9B06-4198-8A83-974BD4510772}" type="sibTrans" cxnId="{5ABBCC5F-E022-449B-95BB-567E78C4DD2A}">
      <dgm:prSet/>
      <dgm:spPr/>
      <dgm:t>
        <a:bodyPr/>
        <a:lstStyle/>
        <a:p>
          <a:endParaRPr lang="en-US"/>
        </a:p>
      </dgm:t>
    </dgm:pt>
    <dgm:pt modelId="{80B79130-F9DA-4054-8223-A39A18EA411E}">
      <dgm:prSet/>
      <dgm:spPr/>
      <dgm:t>
        <a:bodyPr/>
        <a:lstStyle/>
        <a:p>
          <a:r>
            <a:rPr lang="en-US"/>
            <a:t>2. k-Nearest Neighbors Function Development</a:t>
          </a:r>
        </a:p>
      </dgm:t>
    </dgm:pt>
    <dgm:pt modelId="{F8460E7C-C150-4C3B-A49A-F303743E90DA}" type="parTrans" cxnId="{6F5F4F48-8858-4FB9-B0CE-63206D01B468}">
      <dgm:prSet/>
      <dgm:spPr/>
      <dgm:t>
        <a:bodyPr/>
        <a:lstStyle/>
        <a:p>
          <a:endParaRPr lang="en-US"/>
        </a:p>
      </dgm:t>
    </dgm:pt>
    <dgm:pt modelId="{3E944AFD-EEA0-4F82-B05B-5F019EE4495C}" type="sibTrans" cxnId="{6F5F4F48-8858-4FB9-B0CE-63206D01B468}">
      <dgm:prSet/>
      <dgm:spPr/>
      <dgm:t>
        <a:bodyPr/>
        <a:lstStyle/>
        <a:p>
          <a:endParaRPr lang="en-US"/>
        </a:p>
      </dgm:t>
    </dgm:pt>
    <dgm:pt modelId="{E1C6AEB0-1D94-46EA-B777-81134D958215}">
      <dgm:prSet/>
      <dgm:spPr/>
      <dgm:t>
        <a:bodyPr/>
        <a:lstStyle/>
        <a:p>
          <a:r>
            <a:rPr lang="en-US"/>
            <a:t>- Created `train_knn()` function with hyperparameter search</a:t>
          </a:r>
        </a:p>
      </dgm:t>
    </dgm:pt>
    <dgm:pt modelId="{14BB0F44-66C3-4AE2-8A66-F33D7E227D7D}" type="parTrans" cxnId="{C184F1EF-A41F-494A-B07D-63F1198612D6}">
      <dgm:prSet/>
      <dgm:spPr/>
      <dgm:t>
        <a:bodyPr/>
        <a:lstStyle/>
        <a:p>
          <a:endParaRPr lang="en-US"/>
        </a:p>
      </dgm:t>
    </dgm:pt>
    <dgm:pt modelId="{FC4F25DD-ABEF-4C36-BFA3-DEB19639D767}" type="sibTrans" cxnId="{C184F1EF-A41F-494A-B07D-63F1198612D6}">
      <dgm:prSet/>
      <dgm:spPr/>
      <dgm:t>
        <a:bodyPr/>
        <a:lstStyle/>
        <a:p>
          <a:endParaRPr lang="en-US"/>
        </a:p>
      </dgm:t>
    </dgm:pt>
    <dgm:pt modelId="{B6450C0C-CC0D-4F0C-A432-85A15E1D410F}">
      <dgm:prSet/>
      <dgm:spPr/>
      <dgm:t>
        <a:bodyPr/>
        <a:lstStyle/>
        <a:p>
          <a:r>
            <a:rPr lang="en-US"/>
            <a:t>- Implemented cross-validation for k selection (testing k from 1 to max_k)</a:t>
          </a:r>
        </a:p>
      </dgm:t>
    </dgm:pt>
    <dgm:pt modelId="{BF7CD8AD-B7EC-454B-B8D0-97D419AF6ED9}" type="parTrans" cxnId="{CFBA1C63-4D3E-46E2-9E83-22F45126A062}">
      <dgm:prSet/>
      <dgm:spPr/>
      <dgm:t>
        <a:bodyPr/>
        <a:lstStyle/>
        <a:p>
          <a:endParaRPr lang="en-US"/>
        </a:p>
      </dgm:t>
    </dgm:pt>
    <dgm:pt modelId="{D6363F9A-0D67-47C2-A7C8-BA4C7F495012}" type="sibTrans" cxnId="{CFBA1C63-4D3E-46E2-9E83-22F45126A062}">
      <dgm:prSet/>
      <dgm:spPr/>
      <dgm:t>
        <a:bodyPr/>
        <a:lstStyle/>
        <a:p>
          <a:endParaRPr lang="en-US"/>
        </a:p>
      </dgm:t>
    </dgm:pt>
    <dgm:pt modelId="{1B20A872-D7EB-4101-8942-95E5DFDA36F9}">
      <dgm:prSet/>
      <dgm:spPr/>
      <dgm:t>
        <a:bodyPr/>
        <a:lstStyle/>
        <a:p>
          <a:r>
            <a:rPr lang="en-US"/>
            <a:t>- Added early stopping mechanism for efficiency</a:t>
          </a:r>
        </a:p>
      </dgm:t>
    </dgm:pt>
    <dgm:pt modelId="{956B61AC-9834-4037-A899-EC42B7EDFBF1}" type="parTrans" cxnId="{E1FB6A39-E5EF-4036-9F07-442A35A20AE6}">
      <dgm:prSet/>
      <dgm:spPr/>
      <dgm:t>
        <a:bodyPr/>
        <a:lstStyle/>
        <a:p>
          <a:endParaRPr lang="en-US"/>
        </a:p>
      </dgm:t>
    </dgm:pt>
    <dgm:pt modelId="{9E4CD4C9-C039-4BFC-B8EA-F36CA1CCD966}" type="sibTrans" cxnId="{E1FB6A39-E5EF-4036-9F07-442A35A20AE6}">
      <dgm:prSet/>
      <dgm:spPr/>
      <dgm:t>
        <a:bodyPr/>
        <a:lstStyle/>
        <a:p>
          <a:endParaRPr lang="en-US"/>
        </a:p>
      </dgm:t>
    </dgm:pt>
    <dgm:pt modelId="{7A829604-0CBA-4B6F-92BB-132FFDC2C301}">
      <dgm:prSet/>
      <dgm:spPr/>
      <dgm:t>
        <a:bodyPr/>
        <a:lstStyle/>
        <a:p>
          <a:r>
            <a:rPr lang="en-US"/>
            <a:t>- Returned best k value, trained model, and complete CV results dictionary</a:t>
          </a:r>
        </a:p>
      </dgm:t>
    </dgm:pt>
    <dgm:pt modelId="{39825520-A46A-494E-BDA9-E12B73EB8DE1}" type="parTrans" cxnId="{B57DF98A-1C4B-4A2B-AE2B-687D1E0FB1F3}">
      <dgm:prSet/>
      <dgm:spPr/>
      <dgm:t>
        <a:bodyPr/>
        <a:lstStyle/>
        <a:p>
          <a:endParaRPr lang="en-US"/>
        </a:p>
      </dgm:t>
    </dgm:pt>
    <dgm:pt modelId="{0E55A5C9-9360-426D-835F-2F2BEE76D683}" type="sibTrans" cxnId="{B57DF98A-1C4B-4A2B-AE2B-687D1E0FB1F3}">
      <dgm:prSet/>
      <dgm:spPr/>
      <dgm:t>
        <a:bodyPr/>
        <a:lstStyle/>
        <a:p>
          <a:endParaRPr lang="en-US"/>
        </a:p>
      </dgm:t>
    </dgm:pt>
    <dgm:pt modelId="{2C894DDA-3EAF-4557-8DE9-2680306A4F02}">
      <dgm:prSet/>
      <dgm:spPr/>
      <dgm:t>
        <a:bodyPr/>
        <a:lstStyle/>
        <a:p>
          <a:r>
            <a:rPr lang="en-US"/>
            <a:t>3. Hyperparameter Selection</a:t>
          </a:r>
        </a:p>
      </dgm:t>
    </dgm:pt>
    <dgm:pt modelId="{2C047384-4D97-422E-B21E-2DDDA38C8BFB}" type="parTrans" cxnId="{68767C22-79D0-4EE2-AF6F-3233CF8F2685}">
      <dgm:prSet/>
      <dgm:spPr/>
      <dgm:t>
        <a:bodyPr/>
        <a:lstStyle/>
        <a:p>
          <a:endParaRPr lang="en-US"/>
        </a:p>
      </dgm:t>
    </dgm:pt>
    <dgm:pt modelId="{653BF9F6-E144-4FDB-8A53-94305761D170}" type="sibTrans" cxnId="{68767C22-79D0-4EE2-AF6F-3233CF8F2685}">
      <dgm:prSet/>
      <dgm:spPr/>
      <dgm:t>
        <a:bodyPr/>
        <a:lstStyle/>
        <a:p>
          <a:endParaRPr lang="en-US"/>
        </a:p>
      </dgm:t>
    </dgm:pt>
    <dgm:pt modelId="{7D048630-F12F-43F5-BB81-2D56760AC146}">
      <dgm:prSet/>
      <dgm:spPr/>
      <dgm:t>
        <a:bodyPr/>
        <a:lstStyle/>
        <a:p>
          <a:r>
            <a:rPr lang="en-US"/>
            <a:t>- Used 5-fold cross-validation for both models</a:t>
          </a:r>
        </a:p>
      </dgm:t>
    </dgm:pt>
    <dgm:pt modelId="{9EF7BB1E-9414-4F03-8978-D887625ACD22}" type="parTrans" cxnId="{3136762E-6C39-4347-A7A6-04C1E2941E99}">
      <dgm:prSet/>
      <dgm:spPr/>
      <dgm:t>
        <a:bodyPr/>
        <a:lstStyle/>
        <a:p>
          <a:endParaRPr lang="en-US"/>
        </a:p>
      </dgm:t>
    </dgm:pt>
    <dgm:pt modelId="{56943B80-E0C7-4B7D-AF55-CEBBCEB52756}" type="sibTrans" cxnId="{3136762E-6C39-4347-A7A6-04C1E2941E99}">
      <dgm:prSet/>
      <dgm:spPr/>
      <dgm:t>
        <a:bodyPr/>
        <a:lstStyle/>
        <a:p>
          <a:endParaRPr lang="en-US"/>
        </a:p>
      </dgm:t>
    </dgm:pt>
    <dgm:pt modelId="{73E429C8-4C34-4099-8F34-3A3942D01488}">
      <dgm:prSet/>
      <dgm:spPr/>
      <dgm:t>
        <a:bodyPr/>
        <a:lstStyle/>
        <a:p>
          <a:r>
            <a:rPr lang="en-US"/>
            <a:t>- Searched polynomial degrees from 1 to 10</a:t>
          </a:r>
        </a:p>
      </dgm:t>
    </dgm:pt>
    <dgm:pt modelId="{470B32B6-641D-45A5-B82C-1B536CBA3C13}" type="parTrans" cxnId="{E7C87C80-0411-4D0E-8B59-7A2CED87FF0A}">
      <dgm:prSet/>
      <dgm:spPr/>
      <dgm:t>
        <a:bodyPr/>
        <a:lstStyle/>
        <a:p>
          <a:endParaRPr lang="en-US"/>
        </a:p>
      </dgm:t>
    </dgm:pt>
    <dgm:pt modelId="{69E735E3-6289-4E74-965D-6D3A0B53745D}" type="sibTrans" cxnId="{E7C87C80-0411-4D0E-8B59-7A2CED87FF0A}">
      <dgm:prSet/>
      <dgm:spPr/>
      <dgm:t>
        <a:bodyPr/>
        <a:lstStyle/>
        <a:p>
          <a:endParaRPr lang="en-US"/>
        </a:p>
      </dgm:t>
    </dgm:pt>
    <dgm:pt modelId="{ED5EEFB4-5F22-4B32-894E-7B3E35BD2B89}">
      <dgm:prSet/>
      <dgm:spPr/>
      <dgm:t>
        <a:bodyPr/>
        <a:lstStyle/>
        <a:p>
          <a:r>
            <a:rPr lang="en-US"/>
            <a:t>- Searched k values from 1 to 20</a:t>
          </a:r>
        </a:p>
      </dgm:t>
    </dgm:pt>
    <dgm:pt modelId="{344D25F5-2214-4EBB-89EE-265471CE2C2F}" type="parTrans" cxnId="{49B306DC-A25E-4756-B3EB-CC89D720F7F2}">
      <dgm:prSet/>
      <dgm:spPr/>
      <dgm:t>
        <a:bodyPr/>
        <a:lstStyle/>
        <a:p>
          <a:endParaRPr lang="en-US"/>
        </a:p>
      </dgm:t>
    </dgm:pt>
    <dgm:pt modelId="{59B0FC4E-B367-4A00-916E-0B957E4FADDB}" type="sibTrans" cxnId="{49B306DC-A25E-4756-B3EB-CC89D720F7F2}">
      <dgm:prSet/>
      <dgm:spPr/>
      <dgm:t>
        <a:bodyPr/>
        <a:lstStyle/>
        <a:p>
          <a:endParaRPr lang="en-US"/>
        </a:p>
      </dgm:t>
    </dgm:pt>
    <dgm:pt modelId="{16F9EBC2-B3CB-42C0-9AEB-AA517123BF18}">
      <dgm:prSet/>
      <dgm:spPr/>
      <dgm:t>
        <a:bodyPr/>
        <a:lstStyle/>
        <a:p>
          <a:r>
            <a:rPr lang="en-US"/>
            <a:t>- Tracked MSE scores with standard deviations for each hyperparameter</a:t>
          </a:r>
        </a:p>
      </dgm:t>
    </dgm:pt>
    <dgm:pt modelId="{60ACB7C5-09D9-4FB2-870E-FF474FF57271}" type="parTrans" cxnId="{DC29F408-7FDE-410C-BBB6-8134EFCF6327}">
      <dgm:prSet/>
      <dgm:spPr/>
      <dgm:t>
        <a:bodyPr/>
        <a:lstStyle/>
        <a:p>
          <a:endParaRPr lang="en-US"/>
        </a:p>
      </dgm:t>
    </dgm:pt>
    <dgm:pt modelId="{5E64B2BA-FB3E-4D0D-B2D9-4D436D30ACFB}" type="sibTrans" cxnId="{DC29F408-7FDE-410C-BBB6-8134EFCF6327}">
      <dgm:prSet/>
      <dgm:spPr/>
      <dgm:t>
        <a:bodyPr/>
        <a:lstStyle/>
        <a:p>
          <a:endParaRPr lang="en-US"/>
        </a:p>
      </dgm:t>
    </dgm:pt>
    <dgm:pt modelId="{C05C2AE7-756C-464E-884D-9332B43A1383}" type="pres">
      <dgm:prSet presAssocID="{B65A5802-29A1-4B5D-83CF-99213F19E695}" presName="vert0" presStyleCnt="0">
        <dgm:presLayoutVars>
          <dgm:dir/>
          <dgm:animOne val="branch"/>
          <dgm:animLvl val="lvl"/>
        </dgm:presLayoutVars>
      </dgm:prSet>
      <dgm:spPr/>
    </dgm:pt>
    <dgm:pt modelId="{E1EC3B43-EB1C-4C00-B0F1-967BCDE2E18A}" type="pres">
      <dgm:prSet presAssocID="{2A4D6609-F087-4EE4-8570-AA049053B14A}" presName="thickLine" presStyleLbl="alignNode1" presStyleIdx="0" presStyleCnt="3"/>
      <dgm:spPr/>
    </dgm:pt>
    <dgm:pt modelId="{F1152252-E7ED-4ADB-B03C-5A3BD1217B02}" type="pres">
      <dgm:prSet presAssocID="{2A4D6609-F087-4EE4-8570-AA049053B14A}" presName="horz1" presStyleCnt="0"/>
      <dgm:spPr/>
    </dgm:pt>
    <dgm:pt modelId="{A086349B-313C-41BC-A50C-9FCD4AEAF9E2}" type="pres">
      <dgm:prSet presAssocID="{2A4D6609-F087-4EE4-8570-AA049053B14A}" presName="tx1" presStyleLbl="revTx" presStyleIdx="0" presStyleCnt="15"/>
      <dgm:spPr/>
    </dgm:pt>
    <dgm:pt modelId="{3AF2942D-6613-49E5-859D-0170447C703E}" type="pres">
      <dgm:prSet presAssocID="{2A4D6609-F087-4EE4-8570-AA049053B14A}" presName="vert1" presStyleCnt="0"/>
      <dgm:spPr/>
    </dgm:pt>
    <dgm:pt modelId="{4B27ED65-504A-478F-9D31-D139753154CB}" type="pres">
      <dgm:prSet presAssocID="{83EBCE05-C452-4DEA-8DF8-9EF8AD1243BC}" presName="vertSpace2a" presStyleCnt="0"/>
      <dgm:spPr/>
    </dgm:pt>
    <dgm:pt modelId="{008194BB-1587-46E2-BAA5-CFC65A58C16B}" type="pres">
      <dgm:prSet presAssocID="{83EBCE05-C452-4DEA-8DF8-9EF8AD1243BC}" presName="horz2" presStyleCnt="0"/>
      <dgm:spPr/>
    </dgm:pt>
    <dgm:pt modelId="{F682F462-9BD9-4012-90DA-7FB6ABAF79CD}" type="pres">
      <dgm:prSet presAssocID="{83EBCE05-C452-4DEA-8DF8-9EF8AD1243BC}" presName="horzSpace2" presStyleCnt="0"/>
      <dgm:spPr/>
    </dgm:pt>
    <dgm:pt modelId="{A527D7E4-378D-4812-8504-B6B273648127}" type="pres">
      <dgm:prSet presAssocID="{83EBCE05-C452-4DEA-8DF8-9EF8AD1243BC}" presName="tx2" presStyleLbl="revTx" presStyleIdx="1" presStyleCnt="15"/>
      <dgm:spPr/>
    </dgm:pt>
    <dgm:pt modelId="{9BDA3252-76C1-4CCA-8AC4-ED704FF75039}" type="pres">
      <dgm:prSet presAssocID="{83EBCE05-C452-4DEA-8DF8-9EF8AD1243BC}" presName="vert2" presStyleCnt="0"/>
      <dgm:spPr/>
    </dgm:pt>
    <dgm:pt modelId="{C775FCC1-42A6-4BE1-8DB0-03440D548365}" type="pres">
      <dgm:prSet presAssocID="{83EBCE05-C452-4DEA-8DF8-9EF8AD1243BC}" presName="thinLine2b" presStyleLbl="callout" presStyleIdx="0" presStyleCnt="12"/>
      <dgm:spPr/>
    </dgm:pt>
    <dgm:pt modelId="{59719F03-D874-4586-BAE2-C58A9FBAC170}" type="pres">
      <dgm:prSet presAssocID="{83EBCE05-C452-4DEA-8DF8-9EF8AD1243BC}" presName="vertSpace2b" presStyleCnt="0"/>
      <dgm:spPr/>
    </dgm:pt>
    <dgm:pt modelId="{2331183A-2402-439D-B9BC-CC0FDC231860}" type="pres">
      <dgm:prSet presAssocID="{E6911237-6212-4DC8-9C53-874F782B6571}" presName="horz2" presStyleCnt="0"/>
      <dgm:spPr/>
    </dgm:pt>
    <dgm:pt modelId="{1711A0A8-D289-4ECA-B521-CD530895D981}" type="pres">
      <dgm:prSet presAssocID="{E6911237-6212-4DC8-9C53-874F782B6571}" presName="horzSpace2" presStyleCnt="0"/>
      <dgm:spPr/>
    </dgm:pt>
    <dgm:pt modelId="{873B6E19-C2D3-43B7-88B2-1927734B77DB}" type="pres">
      <dgm:prSet presAssocID="{E6911237-6212-4DC8-9C53-874F782B6571}" presName="tx2" presStyleLbl="revTx" presStyleIdx="2" presStyleCnt="15"/>
      <dgm:spPr/>
    </dgm:pt>
    <dgm:pt modelId="{16066504-4A1F-4DE1-954F-7D82FBCBC637}" type="pres">
      <dgm:prSet presAssocID="{E6911237-6212-4DC8-9C53-874F782B6571}" presName="vert2" presStyleCnt="0"/>
      <dgm:spPr/>
    </dgm:pt>
    <dgm:pt modelId="{4FC86DB2-1F73-4724-880C-2D05BB797388}" type="pres">
      <dgm:prSet presAssocID="{E6911237-6212-4DC8-9C53-874F782B6571}" presName="thinLine2b" presStyleLbl="callout" presStyleIdx="1" presStyleCnt="12"/>
      <dgm:spPr/>
    </dgm:pt>
    <dgm:pt modelId="{283C40BA-3367-4D47-B7A6-5849A7CFB580}" type="pres">
      <dgm:prSet presAssocID="{E6911237-6212-4DC8-9C53-874F782B6571}" presName="vertSpace2b" presStyleCnt="0"/>
      <dgm:spPr/>
    </dgm:pt>
    <dgm:pt modelId="{F31C2B36-1EF3-4936-9C30-4E82400A17B9}" type="pres">
      <dgm:prSet presAssocID="{7C09CFA3-D94F-4B70-B373-0F94E24E241C}" presName="horz2" presStyleCnt="0"/>
      <dgm:spPr/>
    </dgm:pt>
    <dgm:pt modelId="{09E77AA2-5C0B-4C74-A359-1C2425A6ED8E}" type="pres">
      <dgm:prSet presAssocID="{7C09CFA3-D94F-4B70-B373-0F94E24E241C}" presName="horzSpace2" presStyleCnt="0"/>
      <dgm:spPr/>
    </dgm:pt>
    <dgm:pt modelId="{DF32B02D-395F-41F7-A7BA-DE013030858A}" type="pres">
      <dgm:prSet presAssocID="{7C09CFA3-D94F-4B70-B373-0F94E24E241C}" presName="tx2" presStyleLbl="revTx" presStyleIdx="3" presStyleCnt="15"/>
      <dgm:spPr/>
    </dgm:pt>
    <dgm:pt modelId="{88101F34-9957-420F-8574-0B672E0C8064}" type="pres">
      <dgm:prSet presAssocID="{7C09CFA3-D94F-4B70-B373-0F94E24E241C}" presName="vert2" presStyleCnt="0"/>
      <dgm:spPr/>
    </dgm:pt>
    <dgm:pt modelId="{8EF84F10-94AB-4661-8DBE-0A2C19D8E2E4}" type="pres">
      <dgm:prSet presAssocID="{7C09CFA3-D94F-4B70-B373-0F94E24E241C}" presName="thinLine2b" presStyleLbl="callout" presStyleIdx="2" presStyleCnt="12"/>
      <dgm:spPr/>
    </dgm:pt>
    <dgm:pt modelId="{F9F7CDDD-1CA1-4B3D-9526-548B23E68AE1}" type="pres">
      <dgm:prSet presAssocID="{7C09CFA3-D94F-4B70-B373-0F94E24E241C}" presName="vertSpace2b" presStyleCnt="0"/>
      <dgm:spPr/>
    </dgm:pt>
    <dgm:pt modelId="{D41E8B0B-1181-4ABC-91C3-C96F770C3E9A}" type="pres">
      <dgm:prSet presAssocID="{30FE863E-A7B0-4AAE-A2F3-829F49887314}" presName="horz2" presStyleCnt="0"/>
      <dgm:spPr/>
    </dgm:pt>
    <dgm:pt modelId="{A1EB9FD4-DADC-4D5A-BBEE-B62042638232}" type="pres">
      <dgm:prSet presAssocID="{30FE863E-A7B0-4AAE-A2F3-829F49887314}" presName="horzSpace2" presStyleCnt="0"/>
      <dgm:spPr/>
    </dgm:pt>
    <dgm:pt modelId="{9261C696-F775-47EE-B807-01317118014E}" type="pres">
      <dgm:prSet presAssocID="{30FE863E-A7B0-4AAE-A2F3-829F49887314}" presName="tx2" presStyleLbl="revTx" presStyleIdx="4" presStyleCnt="15"/>
      <dgm:spPr/>
    </dgm:pt>
    <dgm:pt modelId="{189CBE09-30FD-4269-BC1A-29C5E176E05B}" type="pres">
      <dgm:prSet presAssocID="{30FE863E-A7B0-4AAE-A2F3-829F49887314}" presName="vert2" presStyleCnt="0"/>
      <dgm:spPr/>
    </dgm:pt>
    <dgm:pt modelId="{CFFFBF84-84F0-4E6D-804F-B48D222948C2}" type="pres">
      <dgm:prSet presAssocID="{30FE863E-A7B0-4AAE-A2F3-829F49887314}" presName="thinLine2b" presStyleLbl="callout" presStyleIdx="3" presStyleCnt="12"/>
      <dgm:spPr/>
    </dgm:pt>
    <dgm:pt modelId="{2E7B71E5-F775-4199-A538-934ABE71F101}" type="pres">
      <dgm:prSet presAssocID="{30FE863E-A7B0-4AAE-A2F3-829F49887314}" presName="vertSpace2b" presStyleCnt="0"/>
      <dgm:spPr/>
    </dgm:pt>
    <dgm:pt modelId="{CF72AE15-2E7C-4366-B1EB-CA98AE90701F}" type="pres">
      <dgm:prSet presAssocID="{80B79130-F9DA-4054-8223-A39A18EA411E}" presName="thickLine" presStyleLbl="alignNode1" presStyleIdx="1" presStyleCnt="3"/>
      <dgm:spPr/>
    </dgm:pt>
    <dgm:pt modelId="{455AEA85-8DF6-4BE3-A69C-F68A6864E24D}" type="pres">
      <dgm:prSet presAssocID="{80B79130-F9DA-4054-8223-A39A18EA411E}" presName="horz1" presStyleCnt="0"/>
      <dgm:spPr/>
    </dgm:pt>
    <dgm:pt modelId="{C604C343-2A93-4959-92FE-653D2C8C405C}" type="pres">
      <dgm:prSet presAssocID="{80B79130-F9DA-4054-8223-A39A18EA411E}" presName="tx1" presStyleLbl="revTx" presStyleIdx="5" presStyleCnt="15"/>
      <dgm:spPr/>
    </dgm:pt>
    <dgm:pt modelId="{6D231506-CBEB-45ED-B248-B2C663C49105}" type="pres">
      <dgm:prSet presAssocID="{80B79130-F9DA-4054-8223-A39A18EA411E}" presName="vert1" presStyleCnt="0"/>
      <dgm:spPr/>
    </dgm:pt>
    <dgm:pt modelId="{6B12EAFE-67A0-45E7-AFED-7B24ADBBC91E}" type="pres">
      <dgm:prSet presAssocID="{E1C6AEB0-1D94-46EA-B777-81134D958215}" presName="vertSpace2a" presStyleCnt="0"/>
      <dgm:spPr/>
    </dgm:pt>
    <dgm:pt modelId="{3E523FFD-B13A-44DE-884A-9A874E695185}" type="pres">
      <dgm:prSet presAssocID="{E1C6AEB0-1D94-46EA-B777-81134D958215}" presName="horz2" presStyleCnt="0"/>
      <dgm:spPr/>
    </dgm:pt>
    <dgm:pt modelId="{9A9139A9-2479-43C7-AFD7-740B1FCE33B9}" type="pres">
      <dgm:prSet presAssocID="{E1C6AEB0-1D94-46EA-B777-81134D958215}" presName="horzSpace2" presStyleCnt="0"/>
      <dgm:spPr/>
    </dgm:pt>
    <dgm:pt modelId="{3D9BEB07-5B12-4155-9C86-251669B60DF5}" type="pres">
      <dgm:prSet presAssocID="{E1C6AEB0-1D94-46EA-B777-81134D958215}" presName="tx2" presStyleLbl="revTx" presStyleIdx="6" presStyleCnt="15"/>
      <dgm:spPr/>
    </dgm:pt>
    <dgm:pt modelId="{2E80199C-443F-4A30-8581-E0DD3877CEBC}" type="pres">
      <dgm:prSet presAssocID="{E1C6AEB0-1D94-46EA-B777-81134D958215}" presName="vert2" presStyleCnt="0"/>
      <dgm:spPr/>
    </dgm:pt>
    <dgm:pt modelId="{606EF30B-CC96-419B-B564-421DB641A972}" type="pres">
      <dgm:prSet presAssocID="{E1C6AEB0-1D94-46EA-B777-81134D958215}" presName="thinLine2b" presStyleLbl="callout" presStyleIdx="4" presStyleCnt="12"/>
      <dgm:spPr/>
    </dgm:pt>
    <dgm:pt modelId="{7B6DC8FB-93DB-49D6-956B-4A3F8F6114A3}" type="pres">
      <dgm:prSet presAssocID="{E1C6AEB0-1D94-46EA-B777-81134D958215}" presName="vertSpace2b" presStyleCnt="0"/>
      <dgm:spPr/>
    </dgm:pt>
    <dgm:pt modelId="{BE249822-D9DC-4CC2-B809-B724D70FF5EE}" type="pres">
      <dgm:prSet presAssocID="{B6450C0C-CC0D-4F0C-A432-85A15E1D410F}" presName="horz2" presStyleCnt="0"/>
      <dgm:spPr/>
    </dgm:pt>
    <dgm:pt modelId="{A50D664C-F01E-447D-A821-9484F75001EA}" type="pres">
      <dgm:prSet presAssocID="{B6450C0C-CC0D-4F0C-A432-85A15E1D410F}" presName="horzSpace2" presStyleCnt="0"/>
      <dgm:spPr/>
    </dgm:pt>
    <dgm:pt modelId="{7A09A877-CBE9-4B91-AF81-5A2E2983E9F2}" type="pres">
      <dgm:prSet presAssocID="{B6450C0C-CC0D-4F0C-A432-85A15E1D410F}" presName="tx2" presStyleLbl="revTx" presStyleIdx="7" presStyleCnt="15"/>
      <dgm:spPr/>
    </dgm:pt>
    <dgm:pt modelId="{ED29CE94-A6FD-4CFC-9B8A-8CC7C683310D}" type="pres">
      <dgm:prSet presAssocID="{B6450C0C-CC0D-4F0C-A432-85A15E1D410F}" presName="vert2" presStyleCnt="0"/>
      <dgm:spPr/>
    </dgm:pt>
    <dgm:pt modelId="{B724A8F7-157E-4EA8-B925-109D89F9996B}" type="pres">
      <dgm:prSet presAssocID="{B6450C0C-CC0D-4F0C-A432-85A15E1D410F}" presName="thinLine2b" presStyleLbl="callout" presStyleIdx="5" presStyleCnt="12"/>
      <dgm:spPr/>
    </dgm:pt>
    <dgm:pt modelId="{47CC2F70-C595-4BBD-8C91-A994CC6A527D}" type="pres">
      <dgm:prSet presAssocID="{B6450C0C-CC0D-4F0C-A432-85A15E1D410F}" presName="vertSpace2b" presStyleCnt="0"/>
      <dgm:spPr/>
    </dgm:pt>
    <dgm:pt modelId="{697E85D5-996F-4F56-A3B6-B2978E4D957A}" type="pres">
      <dgm:prSet presAssocID="{1B20A872-D7EB-4101-8942-95E5DFDA36F9}" presName="horz2" presStyleCnt="0"/>
      <dgm:spPr/>
    </dgm:pt>
    <dgm:pt modelId="{1C100F51-8882-4B1D-9540-1F312CA5F0B9}" type="pres">
      <dgm:prSet presAssocID="{1B20A872-D7EB-4101-8942-95E5DFDA36F9}" presName="horzSpace2" presStyleCnt="0"/>
      <dgm:spPr/>
    </dgm:pt>
    <dgm:pt modelId="{56682188-38FD-4809-9B06-5188B05A06E1}" type="pres">
      <dgm:prSet presAssocID="{1B20A872-D7EB-4101-8942-95E5DFDA36F9}" presName="tx2" presStyleLbl="revTx" presStyleIdx="8" presStyleCnt="15"/>
      <dgm:spPr/>
    </dgm:pt>
    <dgm:pt modelId="{F1D63F32-EF39-4D06-BDA8-731ED9B67A25}" type="pres">
      <dgm:prSet presAssocID="{1B20A872-D7EB-4101-8942-95E5DFDA36F9}" presName="vert2" presStyleCnt="0"/>
      <dgm:spPr/>
    </dgm:pt>
    <dgm:pt modelId="{7A3C28DD-E94D-4219-870F-4821B2FFE583}" type="pres">
      <dgm:prSet presAssocID="{1B20A872-D7EB-4101-8942-95E5DFDA36F9}" presName="thinLine2b" presStyleLbl="callout" presStyleIdx="6" presStyleCnt="12"/>
      <dgm:spPr/>
    </dgm:pt>
    <dgm:pt modelId="{FDA4B005-8770-4C62-9292-3FDFE5F09FEB}" type="pres">
      <dgm:prSet presAssocID="{1B20A872-D7EB-4101-8942-95E5DFDA36F9}" presName="vertSpace2b" presStyleCnt="0"/>
      <dgm:spPr/>
    </dgm:pt>
    <dgm:pt modelId="{C214A557-B3AA-47F8-8C05-7F4BB3E42DAA}" type="pres">
      <dgm:prSet presAssocID="{7A829604-0CBA-4B6F-92BB-132FFDC2C301}" presName="horz2" presStyleCnt="0"/>
      <dgm:spPr/>
    </dgm:pt>
    <dgm:pt modelId="{5D5E8A22-09F7-4F4C-B32C-3621DA452C10}" type="pres">
      <dgm:prSet presAssocID="{7A829604-0CBA-4B6F-92BB-132FFDC2C301}" presName="horzSpace2" presStyleCnt="0"/>
      <dgm:spPr/>
    </dgm:pt>
    <dgm:pt modelId="{7D406DAC-D541-483F-AA63-6A53E5FDE386}" type="pres">
      <dgm:prSet presAssocID="{7A829604-0CBA-4B6F-92BB-132FFDC2C301}" presName="tx2" presStyleLbl="revTx" presStyleIdx="9" presStyleCnt="15"/>
      <dgm:spPr/>
    </dgm:pt>
    <dgm:pt modelId="{5EFF8C4E-B9F8-42C5-BCA8-BC2D17FE540A}" type="pres">
      <dgm:prSet presAssocID="{7A829604-0CBA-4B6F-92BB-132FFDC2C301}" presName="vert2" presStyleCnt="0"/>
      <dgm:spPr/>
    </dgm:pt>
    <dgm:pt modelId="{5BEAD5EF-1BAB-45CC-AD30-C682FB2BC477}" type="pres">
      <dgm:prSet presAssocID="{7A829604-0CBA-4B6F-92BB-132FFDC2C301}" presName="thinLine2b" presStyleLbl="callout" presStyleIdx="7" presStyleCnt="12"/>
      <dgm:spPr/>
    </dgm:pt>
    <dgm:pt modelId="{9BFA0225-8A5F-4DF4-9DB2-80FC81985C7E}" type="pres">
      <dgm:prSet presAssocID="{7A829604-0CBA-4B6F-92BB-132FFDC2C301}" presName="vertSpace2b" presStyleCnt="0"/>
      <dgm:spPr/>
    </dgm:pt>
    <dgm:pt modelId="{1C5C2C5D-1688-4F07-BC96-FA77406226A4}" type="pres">
      <dgm:prSet presAssocID="{2C894DDA-3EAF-4557-8DE9-2680306A4F02}" presName="thickLine" presStyleLbl="alignNode1" presStyleIdx="2" presStyleCnt="3"/>
      <dgm:spPr/>
    </dgm:pt>
    <dgm:pt modelId="{C28CBB59-F1AF-4E17-B4B0-0305C5CBC000}" type="pres">
      <dgm:prSet presAssocID="{2C894DDA-3EAF-4557-8DE9-2680306A4F02}" presName="horz1" presStyleCnt="0"/>
      <dgm:spPr/>
    </dgm:pt>
    <dgm:pt modelId="{9A79F484-6B13-47C5-9E2E-E39C79AF919E}" type="pres">
      <dgm:prSet presAssocID="{2C894DDA-3EAF-4557-8DE9-2680306A4F02}" presName="tx1" presStyleLbl="revTx" presStyleIdx="10" presStyleCnt="15"/>
      <dgm:spPr/>
    </dgm:pt>
    <dgm:pt modelId="{73A819BC-3557-4A07-8B27-4CD2DF361226}" type="pres">
      <dgm:prSet presAssocID="{2C894DDA-3EAF-4557-8DE9-2680306A4F02}" presName="vert1" presStyleCnt="0"/>
      <dgm:spPr/>
    </dgm:pt>
    <dgm:pt modelId="{5846FD10-0EC6-41E6-BE54-4E0500C05D0A}" type="pres">
      <dgm:prSet presAssocID="{7D048630-F12F-43F5-BB81-2D56760AC146}" presName="vertSpace2a" presStyleCnt="0"/>
      <dgm:spPr/>
    </dgm:pt>
    <dgm:pt modelId="{813500B2-2640-429C-9422-3913FF9A9F5A}" type="pres">
      <dgm:prSet presAssocID="{7D048630-F12F-43F5-BB81-2D56760AC146}" presName="horz2" presStyleCnt="0"/>
      <dgm:spPr/>
    </dgm:pt>
    <dgm:pt modelId="{FBB42223-39E4-4D18-BC8C-6CCBB084597D}" type="pres">
      <dgm:prSet presAssocID="{7D048630-F12F-43F5-BB81-2D56760AC146}" presName="horzSpace2" presStyleCnt="0"/>
      <dgm:spPr/>
    </dgm:pt>
    <dgm:pt modelId="{A4950704-8129-4080-AC3F-922F60270120}" type="pres">
      <dgm:prSet presAssocID="{7D048630-F12F-43F5-BB81-2D56760AC146}" presName="tx2" presStyleLbl="revTx" presStyleIdx="11" presStyleCnt="15"/>
      <dgm:spPr/>
    </dgm:pt>
    <dgm:pt modelId="{B461F6B3-C5FE-48CB-96A2-1B8399717F6B}" type="pres">
      <dgm:prSet presAssocID="{7D048630-F12F-43F5-BB81-2D56760AC146}" presName="vert2" presStyleCnt="0"/>
      <dgm:spPr/>
    </dgm:pt>
    <dgm:pt modelId="{19A8B642-AC15-4646-B5D7-B12601AFA5C1}" type="pres">
      <dgm:prSet presAssocID="{7D048630-F12F-43F5-BB81-2D56760AC146}" presName="thinLine2b" presStyleLbl="callout" presStyleIdx="8" presStyleCnt="12"/>
      <dgm:spPr/>
    </dgm:pt>
    <dgm:pt modelId="{2306CC3D-4A4A-4675-B032-4F44E799A719}" type="pres">
      <dgm:prSet presAssocID="{7D048630-F12F-43F5-BB81-2D56760AC146}" presName="vertSpace2b" presStyleCnt="0"/>
      <dgm:spPr/>
    </dgm:pt>
    <dgm:pt modelId="{E9956620-E2F5-4DB7-8A84-9F8FF49ED610}" type="pres">
      <dgm:prSet presAssocID="{73E429C8-4C34-4099-8F34-3A3942D01488}" presName="horz2" presStyleCnt="0"/>
      <dgm:spPr/>
    </dgm:pt>
    <dgm:pt modelId="{09352222-429C-4BC6-8C5B-44229E079DBB}" type="pres">
      <dgm:prSet presAssocID="{73E429C8-4C34-4099-8F34-3A3942D01488}" presName="horzSpace2" presStyleCnt="0"/>
      <dgm:spPr/>
    </dgm:pt>
    <dgm:pt modelId="{53EA8D32-100D-4EE3-864A-CE002E29D3C3}" type="pres">
      <dgm:prSet presAssocID="{73E429C8-4C34-4099-8F34-3A3942D01488}" presName="tx2" presStyleLbl="revTx" presStyleIdx="12" presStyleCnt="15"/>
      <dgm:spPr/>
    </dgm:pt>
    <dgm:pt modelId="{281198D6-A4CB-49B3-979A-4D849C690236}" type="pres">
      <dgm:prSet presAssocID="{73E429C8-4C34-4099-8F34-3A3942D01488}" presName="vert2" presStyleCnt="0"/>
      <dgm:spPr/>
    </dgm:pt>
    <dgm:pt modelId="{5A171AC3-7913-4069-9B64-0E4E59100F26}" type="pres">
      <dgm:prSet presAssocID="{73E429C8-4C34-4099-8F34-3A3942D01488}" presName="thinLine2b" presStyleLbl="callout" presStyleIdx="9" presStyleCnt="12"/>
      <dgm:spPr/>
    </dgm:pt>
    <dgm:pt modelId="{494E8B77-3E7E-485F-8476-A2EF656A883B}" type="pres">
      <dgm:prSet presAssocID="{73E429C8-4C34-4099-8F34-3A3942D01488}" presName="vertSpace2b" presStyleCnt="0"/>
      <dgm:spPr/>
    </dgm:pt>
    <dgm:pt modelId="{85F5920D-5BCF-483B-8D87-0DB252B2339B}" type="pres">
      <dgm:prSet presAssocID="{ED5EEFB4-5F22-4B32-894E-7B3E35BD2B89}" presName="horz2" presStyleCnt="0"/>
      <dgm:spPr/>
    </dgm:pt>
    <dgm:pt modelId="{68B3D29E-5996-4F34-B66F-49219E941DCC}" type="pres">
      <dgm:prSet presAssocID="{ED5EEFB4-5F22-4B32-894E-7B3E35BD2B89}" presName="horzSpace2" presStyleCnt="0"/>
      <dgm:spPr/>
    </dgm:pt>
    <dgm:pt modelId="{CDA1868D-23DC-4B1A-BE85-B5551D170689}" type="pres">
      <dgm:prSet presAssocID="{ED5EEFB4-5F22-4B32-894E-7B3E35BD2B89}" presName="tx2" presStyleLbl="revTx" presStyleIdx="13" presStyleCnt="15"/>
      <dgm:spPr/>
    </dgm:pt>
    <dgm:pt modelId="{AB88B4EE-2C35-4FE0-A27C-827E5913A740}" type="pres">
      <dgm:prSet presAssocID="{ED5EEFB4-5F22-4B32-894E-7B3E35BD2B89}" presName="vert2" presStyleCnt="0"/>
      <dgm:spPr/>
    </dgm:pt>
    <dgm:pt modelId="{C7D2BC59-B52A-4E0D-8B8B-AFE02F2CD22F}" type="pres">
      <dgm:prSet presAssocID="{ED5EEFB4-5F22-4B32-894E-7B3E35BD2B89}" presName="thinLine2b" presStyleLbl="callout" presStyleIdx="10" presStyleCnt="12"/>
      <dgm:spPr/>
    </dgm:pt>
    <dgm:pt modelId="{A5E8C9F3-FA1D-4286-920E-D5859CA20596}" type="pres">
      <dgm:prSet presAssocID="{ED5EEFB4-5F22-4B32-894E-7B3E35BD2B89}" presName="vertSpace2b" presStyleCnt="0"/>
      <dgm:spPr/>
    </dgm:pt>
    <dgm:pt modelId="{ABD9093F-7019-405D-89FD-9BD4A921FFC8}" type="pres">
      <dgm:prSet presAssocID="{16F9EBC2-B3CB-42C0-9AEB-AA517123BF18}" presName="horz2" presStyleCnt="0"/>
      <dgm:spPr/>
    </dgm:pt>
    <dgm:pt modelId="{D0C9F962-6D73-4D97-BD68-CD585CDCBAB5}" type="pres">
      <dgm:prSet presAssocID="{16F9EBC2-B3CB-42C0-9AEB-AA517123BF18}" presName="horzSpace2" presStyleCnt="0"/>
      <dgm:spPr/>
    </dgm:pt>
    <dgm:pt modelId="{EB0E5990-51A5-4F00-8208-EF6CBA19F942}" type="pres">
      <dgm:prSet presAssocID="{16F9EBC2-B3CB-42C0-9AEB-AA517123BF18}" presName="tx2" presStyleLbl="revTx" presStyleIdx="14" presStyleCnt="15"/>
      <dgm:spPr/>
    </dgm:pt>
    <dgm:pt modelId="{B39987D2-88F8-4DD8-BD79-A5B2236C23C2}" type="pres">
      <dgm:prSet presAssocID="{16F9EBC2-B3CB-42C0-9AEB-AA517123BF18}" presName="vert2" presStyleCnt="0"/>
      <dgm:spPr/>
    </dgm:pt>
    <dgm:pt modelId="{2FF161D9-4E97-4ECE-81EA-811B8586F9DA}" type="pres">
      <dgm:prSet presAssocID="{16F9EBC2-B3CB-42C0-9AEB-AA517123BF18}" presName="thinLine2b" presStyleLbl="callout" presStyleIdx="11" presStyleCnt="12"/>
      <dgm:spPr/>
    </dgm:pt>
    <dgm:pt modelId="{D20D6A9F-36E4-4B81-A355-6D5A1837B9CA}" type="pres">
      <dgm:prSet presAssocID="{16F9EBC2-B3CB-42C0-9AEB-AA517123BF18}" presName="vertSpace2b" presStyleCnt="0"/>
      <dgm:spPr/>
    </dgm:pt>
  </dgm:ptLst>
  <dgm:cxnLst>
    <dgm:cxn modelId="{DC29F408-7FDE-410C-BBB6-8134EFCF6327}" srcId="{2C894DDA-3EAF-4557-8DE9-2680306A4F02}" destId="{16F9EBC2-B3CB-42C0-9AEB-AA517123BF18}" srcOrd="3" destOrd="0" parTransId="{60ACB7C5-09D9-4FB2-870E-FF474FF57271}" sibTransId="{5E64B2BA-FB3E-4D0D-B2D9-4D436D30ACFB}"/>
    <dgm:cxn modelId="{18A61612-9A6F-4C8A-A02E-B5AD24B799DB}" type="presOf" srcId="{ED5EEFB4-5F22-4B32-894E-7B3E35BD2B89}" destId="{CDA1868D-23DC-4B1A-BE85-B5551D170689}" srcOrd="0" destOrd="0" presId="urn:microsoft.com/office/officeart/2008/layout/LinedList"/>
    <dgm:cxn modelId="{E0AE7D15-51F9-479A-8A3F-435DD97C12D8}" type="presOf" srcId="{E1C6AEB0-1D94-46EA-B777-81134D958215}" destId="{3D9BEB07-5B12-4155-9C86-251669B60DF5}" srcOrd="0" destOrd="0" presId="urn:microsoft.com/office/officeart/2008/layout/LinedList"/>
    <dgm:cxn modelId="{12B7571E-98DD-4CAB-A280-D8D4A18F43AA}" type="presOf" srcId="{7A829604-0CBA-4B6F-92BB-132FFDC2C301}" destId="{7D406DAC-D541-483F-AA63-6A53E5FDE386}" srcOrd="0" destOrd="0" presId="urn:microsoft.com/office/officeart/2008/layout/LinedList"/>
    <dgm:cxn modelId="{68767C22-79D0-4EE2-AF6F-3233CF8F2685}" srcId="{B65A5802-29A1-4B5D-83CF-99213F19E695}" destId="{2C894DDA-3EAF-4557-8DE9-2680306A4F02}" srcOrd="2" destOrd="0" parTransId="{2C047384-4D97-422E-B21E-2DDDA38C8BFB}" sibTransId="{653BF9F6-E144-4FDB-8A53-94305761D170}"/>
    <dgm:cxn modelId="{3136762E-6C39-4347-A7A6-04C1E2941E99}" srcId="{2C894DDA-3EAF-4557-8DE9-2680306A4F02}" destId="{7D048630-F12F-43F5-BB81-2D56760AC146}" srcOrd="0" destOrd="0" parTransId="{9EF7BB1E-9414-4F03-8978-D887625ACD22}" sibTransId="{56943B80-E0C7-4B7D-AF55-CEBBCEB52756}"/>
    <dgm:cxn modelId="{E1FB6A39-E5EF-4036-9F07-442A35A20AE6}" srcId="{80B79130-F9DA-4054-8223-A39A18EA411E}" destId="{1B20A872-D7EB-4101-8942-95E5DFDA36F9}" srcOrd="2" destOrd="0" parTransId="{956B61AC-9834-4037-A899-EC42B7EDFBF1}" sibTransId="{9E4CD4C9-C039-4BFC-B8EA-F36CA1CCD966}"/>
    <dgm:cxn modelId="{CF7E473E-2DBB-4991-8B73-E7F378C18CAC}" type="presOf" srcId="{2A4D6609-F087-4EE4-8570-AA049053B14A}" destId="{A086349B-313C-41BC-A50C-9FCD4AEAF9E2}" srcOrd="0" destOrd="0" presId="urn:microsoft.com/office/officeart/2008/layout/LinedList"/>
    <dgm:cxn modelId="{5ABBCC5F-E022-449B-95BB-567E78C4DD2A}" srcId="{2A4D6609-F087-4EE4-8570-AA049053B14A}" destId="{30FE863E-A7B0-4AAE-A2F3-829F49887314}" srcOrd="3" destOrd="0" parTransId="{42AEF6BC-BC4B-46AD-BFC7-60BD1162F504}" sibTransId="{19B76AE5-9B06-4198-8A83-974BD4510772}"/>
    <dgm:cxn modelId="{CFBA1C63-4D3E-46E2-9E83-22F45126A062}" srcId="{80B79130-F9DA-4054-8223-A39A18EA411E}" destId="{B6450C0C-CC0D-4F0C-A432-85A15E1D410F}" srcOrd="1" destOrd="0" parTransId="{BF7CD8AD-B7EC-454B-B8D0-97D419AF6ED9}" sibTransId="{D6363F9A-0D67-47C2-A7C8-BA4C7F495012}"/>
    <dgm:cxn modelId="{F7C34D45-22BC-4A25-AD72-276C28086715}" type="presOf" srcId="{7C09CFA3-D94F-4B70-B373-0F94E24E241C}" destId="{DF32B02D-395F-41F7-A7BA-DE013030858A}" srcOrd="0" destOrd="0" presId="urn:microsoft.com/office/officeart/2008/layout/LinedList"/>
    <dgm:cxn modelId="{E1512268-4190-42F9-8021-631EEC0DBF7A}" srcId="{B65A5802-29A1-4B5D-83CF-99213F19E695}" destId="{2A4D6609-F087-4EE4-8570-AA049053B14A}" srcOrd="0" destOrd="0" parTransId="{5B043BC3-3E94-462D-85E1-415F542E4819}" sibTransId="{C37C6E10-5B87-45C1-AE0D-F22765C46796}"/>
    <dgm:cxn modelId="{6F5F4F48-8858-4FB9-B0CE-63206D01B468}" srcId="{B65A5802-29A1-4B5D-83CF-99213F19E695}" destId="{80B79130-F9DA-4054-8223-A39A18EA411E}" srcOrd="1" destOrd="0" parTransId="{F8460E7C-C150-4C3B-A49A-F303743E90DA}" sibTransId="{3E944AFD-EEA0-4F82-B05B-5F019EE4495C}"/>
    <dgm:cxn modelId="{DEA07A68-0AE4-48FB-8A4B-8BAB1483D033}" type="presOf" srcId="{73E429C8-4C34-4099-8F34-3A3942D01488}" destId="{53EA8D32-100D-4EE3-864A-CE002E29D3C3}" srcOrd="0" destOrd="0" presId="urn:microsoft.com/office/officeart/2008/layout/LinedList"/>
    <dgm:cxn modelId="{F50D7E4B-3B42-4667-8771-7993AA9E8216}" type="presOf" srcId="{7D048630-F12F-43F5-BB81-2D56760AC146}" destId="{A4950704-8129-4080-AC3F-922F60270120}" srcOrd="0" destOrd="0" presId="urn:microsoft.com/office/officeart/2008/layout/LinedList"/>
    <dgm:cxn modelId="{81C57F4E-EA7B-4275-9249-8535FD5DBB98}" srcId="{2A4D6609-F087-4EE4-8570-AA049053B14A}" destId="{83EBCE05-C452-4DEA-8DF8-9EF8AD1243BC}" srcOrd="0" destOrd="0" parTransId="{0ADE7ECC-8672-4754-AEF3-552BE7268CEC}" sibTransId="{147CD0C4-570B-4560-B223-4795A63E3E95}"/>
    <dgm:cxn modelId="{9D3BB059-3E83-4D74-AF7C-A59B9108B9A0}" type="presOf" srcId="{30FE863E-A7B0-4AAE-A2F3-829F49887314}" destId="{9261C696-F775-47EE-B807-01317118014E}" srcOrd="0" destOrd="0" presId="urn:microsoft.com/office/officeart/2008/layout/LinedList"/>
    <dgm:cxn modelId="{35800C7D-8C0A-4163-AB86-36754604D3B8}" srcId="{2A4D6609-F087-4EE4-8570-AA049053B14A}" destId="{E6911237-6212-4DC8-9C53-874F782B6571}" srcOrd="1" destOrd="0" parTransId="{54F23962-7B8F-4388-95EC-950C88E2E8E6}" sibTransId="{B8860333-C625-4EE4-A62B-EFAB7B360147}"/>
    <dgm:cxn modelId="{E7C87C80-0411-4D0E-8B59-7A2CED87FF0A}" srcId="{2C894DDA-3EAF-4557-8DE9-2680306A4F02}" destId="{73E429C8-4C34-4099-8F34-3A3942D01488}" srcOrd="1" destOrd="0" parTransId="{470B32B6-641D-45A5-B82C-1B536CBA3C13}" sibTransId="{69E735E3-6289-4E74-965D-6D3A0B53745D}"/>
    <dgm:cxn modelId="{6C714083-75EB-4BF0-B5AB-DF8441BAD914}" type="presOf" srcId="{B6450C0C-CC0D-4F0C-A432-85A15E1D410F}" destId="{7A09A877-CBE9-4B91-AF81-5A2E2983E9F2}" srcOrd="0" destOrd="0" presId="urn:microsoft.com/office/officeart/2008/layout/LinedList"/>
    <dgm:cxn modelId="{B57DF98A-1C4B-4A2B-AE2B-687D1E0FB1F3}" srcId="{80B79130-F9DA-4054-8223-A39A18EA411E}" destId="{7A829604-0CBA-4B6F-92BB-132FFDC2C301}" srcOrd="3" destOrd="0" parTransId="{39825520-A46A-494E-BDA9-E12B73EB8DE1}" sibTransId="{0E55A5C9-9360-426D-835F-2F2BEE76D683}"/>
    <dgm:cxn modelId="{E9BB558F-9380-4298-8915-99F280060FD6}" type="presOf" srcId="{B65A5802-29A1-4B5D-83CF-99213F19E695}" destId="{C05C2AE7-756C-464E-884D-9332B43A1383}" srcOrd="0" destOrd="0" presId="urn:microsoft.com/office/officeart/2008/layout/LinedList"/>
    <dgm:cxn modelId="{B710C9A5-0F6E-4DC0-B3E2-9311E2AA73A5}" srcId="{2A4D6609-F087-4EE4-8570-AA049053B14A}" destId="{7C09CFA3-D94F-4B70-B373-0F94E24E241C}" srcOrd="2" destOrd="0" parTransId="{60F0E4F7-EEEB-4939-A0AB-16B8ABB3CA3C}" sibTransId="{2F3C7390-005F-45D5-BED8-01805FA2D1C4}"/>
    <dgm:cxn modelId="{399A23AA-C8F9-4356-8DF5-3BC8EC1623C0}" type="presOf" srcId="{E6911237-6212-4DC8-9C53-874F782B6571}" destId="{873B6E19-C2D3-43B7-88B2-1927734B77DB}" srcOrd="0" destOrd="0" presId="urn:microsoft.com/office/officeart/2008/layout/LinedList"/>
    <dgm:cxn modelId="{F723F7BC-FF85-4C6C-B9AD-C201277D67CC}" type="presOf" srcId="{80B79130-F9DA-4054-8223-A39A18EA411E}" destId="{C604C343-2A93-4959-92FE-653D2C8C405C}" srcOrd="0" destOrd="0" presId="urn:microsoft.com/office/officeart/2008/layout/LinedList"/>
    <dgm:cxn modelId="{49B306DC-A25E-4756-B3EB-CC89D720F7F2}" srcId="{2C894DDA-3EAF-4557-8DE9-2680306A4F02}" destId="{ED5EEFB4-5F22-4B32-894E-7B3E35BD2B89}" srcOrd="2" destOrd="0" parTransId="{344D25F5-2214-4EBB-89EE-265471CE2C2F}" sibTransId="{59B0FC4E-B367-4A00-916E-0B957E4FADDB}"/>
    <dgm:cxn modelId="{D261B9E5-D08B-4CF0-97D0-D4CF3896023B}" type="presOf" srcId="{1B20A872-D7EB-4101-8942-95E5DFDA36F9}" destId="{56682188-38FD-4809-9B06-5188B05A06E1}" srcOrd="0" destOrd="0" presId="urn:microsoft.com/office/officeart/2008/layout/LinedList"/>
    <dgm:cxn modelId="{1603C6EC-0A25-4DA6-A47E-8CA8D98CDB56}" type="presOf" srcId="{83EBCE05-C452-4DEA-8DF8-9EF8AD1243BC}" destId="{A527D7E4-378D-4812-8504-B6B273648127}" srcOrd="0" destOrd="0" presId="urn:microsoft.com/office/officeart/2008/layout/LinedList"/>
    <dgm:cxn modelId="{C184F1EF-A41F-494A-B07D-63F1198612D6}" srcId="{80B79130-F9DA-4054-8223-A39A18EA411E}" destId="{E1C6AEB0-1D94-46EA-B777-81134D958215}" srcOrd="0" destOrd="0" parTransId="{14BB0F44-66C3-4AE2-8A66-F33D7E227D7D}" sibTransId="{FC4F25DD-ABEF-4C36-BFA3-DEB19639D767}"/>
    <dgm:cxn modelId="{747C17F4-733E-4138-8771-6E8114DB310F}" type="presOf" srcId="{2C894DDA-3EAF-4557-8DE9-2680306A4F02}" destId="{9A79F484-6B13-47C5-9E2E-E39C79AF919E}" srcOrd="0" destOrd="0" presId="urn:microsoft.com/office/officeart/2008/layout/LinedList"/>
    <dgm:cxn modelId="{41327EF5-F7EB-46E2-B16F-FA7B4010C6A7}" type="presOf" srcId="{16F9EBC2-B3CB-42C0-9AEB-AA517123BF18}" destId="{EB0E5990-51A5-4F00-8208-EF6CBA19F942}" srcOrd="0" destOrd="0" presId="urn:microsoft.com/office/officeart/2008/layout/LinedList"/>
    <dgm:cxn modelId="{523C4E03-B3B7-4BDA-AE49-C6A92C8CBADE}" type="presParOf" srcId="{C05C2AE7-756C-464E-884D-9332B43A1383}" destId="{E1EC3B43-EB1C-4C00-B0F1-967BCDE2E18A}" srcOrd="0" destOrd="0" presId="urn:microsoft.com/office/officeart/2008/layout/LinedList"/>
    <dgm:cxn modelId="{C7ED614A-107B-43EE-834C-E4F23FF59E67}" type="presParOf" srcId="{C05C2AE7-756C-464E-884D-9332B43A1383}" destId="{F1152252-E7ED-4ADB-B03C-5A3BD1217B02}" srcOrd="1" destOrd="0" presId="urn:microsoft.com/office/officeart/2008/layout/LinedList"/>
    <dgm:cxn modelId="{54CA3BDE-9E19-49C7-9643-913BC65574B2}" type="presParOf" srcId="{F1152252-E7ED-4ADB-B03C-5A3BD1217B02}" destId="{A086349B-313C-41BC-A50C-9FCD4AEAF9E2}" srcOrd="0" destOrd="0" presId="urn:microsoft.com/office/officeart/2008/layout/LinedList"/>
    <dgm:cxn modelId="{79CAD250-07FE-4C43-8B43-9C893990C0DA}" type="presParOf" srcId="{F1152252-E7ED-4ADB-B03C-5A3BD1217B02}" destId="{3AF2942D-6613-49E5-859D-0170447C703E}" srcOrd="1" destOrd="0" presId="urn:microsoft.com/office/officeart/2008/layout/LinedList"/>
    <dgm:cxn modelId="{19FB734D-14DF-4D4F-82BE-0CB0CE2AD774}" type="presParOf" srcId="{3AF2942D-6613-49E5-859D-0170447C703E}" destId="{4B27ED65-504A-478F-9D31-D139753154CB}" srcOrd="0" destOrd="0" presId="urn:microsoft.com/office/officeart/2008/layout/LinedList"/>
    <dgm:cxn modelId="{B22B7086-2B20-4039-B0C8-5F1A0F70031D}" type="presParOf" srcId="{3AF2942D-6613-49E5-859D-0170447C703E}" destId="{008194BB-1587-46E2-BAA5-CFC65A58C16B}" srcOrd="1" destOrd="0" presId="urn:microsoft.com/office/officeart/2008/layout/LinedList"/>
    <dgm:cxn modelId="{31C79FF0-AAD5-4D32-994B-056B2E665E4B}" type="presParOf" srcId="{008194BB-1587-46E2-BAA5-CFC65A58C16B}" destId="{F682F462-9BD9-4012-90DA-7FB6ABAF79CD}" srcOrd="0" destOrd="0" presId="urn:microsoft.com/office/officeart/2008/layout/LinedList"/>
    <dgm:cxn modelId="{08C9BD6E-32DD-4B6E-B91B-1D8BA1409249}" type="presParOf" srcId="{008194BB-1587-46E2-BAA5-CFC65A58C16B}" destId="{A527D7E4-378D-4812-8504-B6B273648127}" srcOrd="1" destOrd="0" presId="urn:microsoft.com/office/officeart/2008/layout/LinedList"/>
    <dgm:cxn modelId="{2D023B52-DC52-4C63-9C8E-3FA1D5B7EFA7}" type="presParOf" srcId="{008194BB-1587-46E2-BAA5-CFC65A58C16B}" destId="{9BDA3252-76C1-4CCA-8AC4-ED704FF75039}" srcOrd="2" destOrd="0" presId="urn:microsoft.com/office/officeart/2008/layout/LinedList"/>
    <dgm:cxn modelId="{311F2D45-E799-4BA6-87A9-8932FE5825C5}" type="presParOf" srcId="{3AF2942D-6613-49E5-859D-0170447C703E}" destId="{C775FCC1-42A6-4BE1-8DB0-03440D548365}" srcOrd="2" destOrd="0" presId="urn:microsoft.com/office/officeart/2008/layout/LinedList"/>
    <dgm:cxn modelId="{26ABC10F-CF8B-4B24-9B10-D0278D840BF2}" type="presParOf" srcId="{3AF2942D-6613-49E5-859D-0170447C703E}" destId="{59719F03-D874-4586-BAE2-C58A9FBAC170}" srcOrd="3" destOrd="0" presId="urn:microsoft.com/office/officeart/2008/layout/LinedList"/>
    <dgm:cxn modelId="{AD151FC5-BAE1-47BA-98E9-8FE8B18269C7}" type="presParOf" srcId="{3AF2942D-6613-49E5-859D-0170447C703E}" destId="{2331183A-2402-439D-B9BC-CC0FDC231860}" srcOrd="4" destOrd="0" presId="urn:microsoft.com/office/officeart/2008/layout/LinedList"/>
    <dgm:cxn modelId="{487AF51D-06BA-4ACE-AA91-7736E0083995}" type="presParOf" srcId="{2331183A-2402-439D-B9BC-CC0FDC231860}" destId="{1711A0A8-D289-4ECA-B521-CD530895D981}" srcOrd="0" destOrd="0" presId="urn:microsoft.com/office/officeart/2008/layout/LinedList"/>
    <dgm:cxn modelId="{B2729E75-F194-4057-89F0-E0E0DF7CAAED}" type="presParOf" srcId="{2331183A-2402-439D-B9BC-CC0FDC231860}" destId="{873B6E19-C2D3-43B7-88B2-1927734B77DB}" srcOrd="1" destOrd="0" presId="urn:microsoft.com/office/officeart/2008/layout/LinedList"/>
    <dgm:cxn modelId="{6EC4C05B-45D7-4DD8-BC90-4B98B2E46B66}" type="presParOf" srcId="{2331183A-2402-439D-B9BC-CC0FDC231860}" destId="{16066504-4A1F-4DE1-954F-7D82FBCBC637}" srcOrd="2" destOrd="0" presId="urn:microsoft.com/office/officeart/2008/layout/LinedList"/>
    <dgm:cxn modelId="{CE8ED133-6242-425B-8DB6-7FF3B4F64632}" type="presParOf" srcId="{3AF2942D-6613-49E5-859D-0170447C703E}" destId="{4FC86DB2-1F73-4724-880C-2D05BB797388}" srcOrd="5" destOrd="0" presId="urn:microsoft.com/office/officeart/2008/layout/LinedList"/>
    <dgm:cxn modelId="{8809F6C3-7F30-4841-BCCA-B10458363CB2}" type="presParOf" srcId="{3AF2942D-6613-49E5-859D-0170447C703E}" destId="{283C40BA-3367-4D47-B7A6-5849A7CFB580}" srcOrd="6" destOrd="0" presId="urn:microsoft.com/office/officeart/2008/layout/LinedList"/>
    <dgm:cxn modelId="{1272C99D-96DE-44C5-A6AB-1DC989E81987}" type="presParOf" srcId="{3AF2942D-6613-49E5-859D-0170447C703E}" destId="{F31C2B36-1EF3-4936-9C30-4E82400A17B9}" srcOrd="7" destOrd="0" presId="urn:microsoft.com/office/officeart/2008/layout/LinedList"/>
    <dgm:cxn modelId="{5DB84560-24CB-4150-A115-0637CC4BC999}" type="presParOf" srcId="{F31C2B36-1EF3-4936-9C30-4E82400A17B9}" destId="{09E77AA2-5C0B-4C74-A359-1C2425A6ED8E}" srcOrd="0" destOrd="0" presId="urn:microsoft.com/office/officeart/2008/layout/LinedList"/>
    <dgm:cxn modelId="{894F4B5E-0104-4342-83DF-B2782B4DAC06}" type="presParOf" srcId="{F31C2B36-1EF3-4936-9C30-4E82400A17B9}" destId="{DF32B02D-395F-41F7-A7BA-DE013030858A}" srcOrd="1" destOrd="0" presId="urn:microsoft.com/office/officeart/2008/layout/LinedList"/>
    <dgm:cxn modelId="{831FBED1-9905-42EF-BA0D-B0EB543A27F6}" type="presParOf" srcId="{F31C2B36-1EF3-4936-9C30-4E82400A17B9}" destId="{88101F34-9957-420F-8574-0B672E0C8064}" srcOrd="2" destOrd="0" presId="urn:microsoft.com/office/officeart/2008/layout/LinedList"/>
    <dgm:cxn modelId="{168F52D1-D232-4CDC-81AE-9C30E96BB86D}" type="presParOf" srcId="{3AF2942D-6613-49E5-859D-0170447C703E}" destId="{8EF84F10-94AB-4661-8DBE-0A2C19D8E2E4}" srcOrd="8" destOrd="0" presId="urn:microsoft.com/office/officeart/2008/layout/LinedList"/>
    <dgm:cxn modelId="{86328FFF-4192-4BFD-ACE8-50170960DA93}" type="presParOf" srcId="{3AF2942D-6613-49E5-859D-0170447C703E}" destId="{F9F7CDDD-1CA1-4B3D-9526-548B23E68AE1}" srcOrd="9" destOrd="0" presId="urn:microsoft.com/office/officeart/2008/layout/LinedList"/>
    <dgm:cxn modelId="{4D84476A-BCBD-455C-A9BD-C253A689E8C3}" type="presParOf" srcId="{3AF2942D-6613-49E5-859D-0170447C703E}" destId="{D41E8B0B-1181-4ABC-91C3-C96F770C3E9A}" srcOrd="10" destOrd="0" presId="urn:microsoft.com/office/officeart/2008/layout/LinedList"/>
    <dgm:cxn modelId="{864EF7A2-CF94-48C8-BDEB-32B063148E60}" type="presParOf" srcId="{D41E8B0B-1181-4ABC-91C3-C96F770C3E9A}" destId="{A1EB9FD4-DADC-4D5A-BBEE-B62042638232}" srcOrd="0" destOrd="0" presId="urn:microsoft.com/office/officeart/2008/layout/LinedList"/>
    <dgm:cxn modelId="{304122BC-1F44-46D7-8AE2-D302BAC3020F}" type="presParOf" srcId="{D41E8B0B-1181-4ABC-91C3-C96F770C3E9A}" destId="{9261C696-F775-47EE-B807-01317118014E}" srcOrd="1" destOrd="0" presId="urn:microsoft.com/office/officeart/2008/layout/LinedList"/>
    <dgm:cxn modelId="{82F20E05-47D4-46BB-AA97-176F7CA637CB}" type="presParOf" srcId="{D41E8B0B-1181-4ABC-91C3-C96F770C3E9A}" destId="{189CBE09-30FD-4269-BC1A-29C5E176E05B}" srcOrd="2" destOrd="0" presId="urn:microsoft.com/office/officeart/2008/layout/LinedList"/>
    <dgm:cxn modelId="{E83B2BF9-456C-48EE-8AF9-32940A0710A9}" type="presParOf" srcId="{3AF2942D-6613-49E5-859D-0170447C703E}" destId="{CFFFBF84-84F0-4E6D-804F-B48D222948C2}" srcOrd="11" destOrd="0" presId="urn:microsoft.com/office/officeart/2008/layout/LinedList"/>
    <dgm:cxn modelId="{E06DD6FD-DC6C-4092-818D-ED088FAAE7DB}" type="presParOf" srcId="{3AF2942D-6613-49E5-859D-0170447C703E}" destId="{2E7B71E5-F775-4199-A538-934ABE71F101}" srcOrd="12" destOrd="0" presId="urn:microsoft.com/office/officeart/2008/layout/LinedList"/>
    <dgm:cxn modelId="{F2EC03F7-2D6A-4C51-A37B-3827101B2820}" type="presParOf" srcId="{C05C2AE7-756C-464E-884D-9332B43A1383}" destId="{CF72AE15-2E7C-4366-B1EB-CA98AE90701F}" srcOrd="2" destOrd="0" presId="urn:microsoft.com/office/officeart/2008/layout/LinedList"/>
    <dgm:cxn modelId="{29694763-0248-4018-8F46-0D46825F0E2E}" type="presParOf" srcId="{C05C2AE7-756C-464E-884D-9332B43A1383}" destId="{455AEA85-8DF6-4BE3-A69C-F68A6864E24D}" srcOrd="3" destOrd="0" presId="urn:microsoft.com/office/officeart/2008/layout/LinedList"/>
    <dgm:cxn modelId="{42338ABD-0CCE-4994-87AF-09B6542BA1A5}" type="presParOf" srcId="{455AEA85-8DF6-4BE3-A69C-F68A6864E24D}" destId="{C604C343-2A93-4959-92FE-653D2C8C405C}" srcOrd="0" destOrd="0" presId="urn:microsoft.com/office/officeart/2008/layout/LinedList"/>
    <dgm:cxn modelId="{5CC07837-D115-4350-9F45-5D584310369D}" type="presParOf" srcId="{455AEA85-8DF6-4BE3-A69C-F68A6864E24D}" destId="{6D231506-CBEB-45ED-B248-B2C663C49105}" srcOrd="1" destOrd="0" presId="urn:microsoft.com/office/officeart/2008/layout/LinedList"/>
    <dgm:cxn modelId="{5475DE1E-5DF7-401C-AE8F-9781F06A2977}" type="presParOf" srcId="{6D231506-CBEB-45ED-B248-B2C663C49105}" destId="{6B12EAFE-67A0-45E7-AFED-7B24ADBBC91E}" srcOrd="0" destOrd="0" presId="urn:microsoft.com/office/officeart/2008/layout/LinedList"/>
    <dgm:cxn modelId="{0ACEE85D-6329-4F2C-8898-82372BF49667}" type="presParOf" srcId="{6D231506-CBEB-45ED-B248-B2C663C49105}" destId="{3E523FFD-B13A-44DE-884A-9A874E695185}" srcOrd="1" destOrd="0" presId="urn:microsoft.com/office/officeart/2008/layout/LinedList"/>
    <dgm:cxn modelId="{3316A2C1-0420-4580-8AD1-02518F596A87}" type="presParOf" srcId="{3E523FFD-B13A-44DE-884A-9A874E695185}" destId="{9A9139A9-2479-43C7-AFD7-740B1FCE33B9}" srcOrd="0" destOrd="0" presId="urn:microsoft.com/office/officeart/2008/layout/LinedList"/>
    <dgm:cxn modelId="{772A9592-5B35-4817-9FE2-6D01BF82B259}" type="presParOf" srcId="{3E523FFD-B13A-44DE-884A-9A874E695185}" destId="{3D9BEB07-5B12-4155-9C86-251669B60DF5}" srcOrd="1" destOrd="0" presId="urn:microsoft.com/office/officeart/2008/layout/LinedList"/>
    <dgm:cxn modelId="{AD476457-DEE8-4C68-AFA0-F30E0C44078C}" type="presParOf" srcId="{3E523FFD-B13A-44DE-884A-9A874E695185}" destId="{2E80199C-443F-4A30-8581-E0DD3877CEBC}" srcOrd="2" destOrd="0" presId="urn:microsoft.com/office/officeart/2008/layout/LinedList"/>
    <dgm:cxn modelId="{FDD36DDD-CB44-424B-A276-DFA949418A7E}" type="presParOf" srcId="{6D231506-CBEB-45ED-B248-B2C663C49105}" destId="{606EF30B-CC96-419B-B564-421DB641A972}" srcOrd="2" destOrd="0" presId="urn:microsoft.com/office/officeart/2008/layout/LinedList"/>
    <dgm:cxn modelId="{5B477B66-2510-4DCB-A026-5AA906AEA606}" type="presParOf" srcId="{6D231506-CBEB-45ED-B248-B2C663C49105}" destId="{7B6DC8FB-93DB-49D6-956B-4A3F8F6114A3}" srcOrd="3" destOrd="0" presId="urn:microsoft.com/office/officeart/2008/layout/LinedList"/>
    <dgm:cxn modelId="{498E395B-6516-47F5-B7C1-B294EDCAF6A0}" type="presParOf" srcId="{6D231506-CBEB-45ED-B248-B2C663C49105}" destId="{BE249822-D9DC-4CC2-B809-B724D70FF5EE}" srcOrd="4" destOrd="0" presId="urn:microsoft.com/office/officeart/2008/layout/LinedList"/>
    <dgm:cxn modelId="{FC93A364-F4FE-496F-AE07-215FAA04D06D}" type="presParOf" srcId="{BE249822-D9DC-4CC2-B809-B724D70FF5EE}" destId="{A50D664C-F01E-447D-A821-9484F75001EA}" srcOrd="0" destOrd="0" presId="urn:microsoft.com/office/officeart/2008/layout/LinedList"/>
    <dgm:cxn modelId="{0A5E7C89-0EBB-4B1D-BF1A-C233FD8F2986}" type="presParOf" srcId="{BE249822-D9DC-4CC2-B809-B724D70FF5EE}" destId="{7A09A877-CBE9-4B91-AF81-5A2E2983E9F2}" srcOrd="1" destOrd="0" presId="urn:microsoft.com/office/officeart/2008/layout/LinedList"/>
    <dgm:cxn modelId="{7240B6FF-7D8E-4620-ABA5-EE35BF03756E}" type="presParOf" srcId="{BE249822-D9DC-4CC2-B809-B724D70FF5EE}" destId="{ED29CE94-A6FD-4CFC-9B8A-8CC7C683310D}" srcOrd="2" destOrd="0" presId="urn:microsoft.com/office/officeart/2008/layout/LinedList"/>
    <dgm:cxn modelId="{5611612E-EA86-406E-B42D-677A8E52E34E}" type="presParOf" srcId="{6D231506-CBEB-45ED-B248-B2C663C49105}" destId="{B724A8F7-157E-4EA8-B925-109D89F9996B}" srcOrd="5" destOrd="0" presId="urn:microsoft.com/office/officeart/2008/layout/LinedList"/>
    <dgm:cxn modelId="{C931A107-5B86-4D01-9C01-BC2A3C3F2752}" type="presParOf" srcId="{6D231506-CBEB-45ED-B248-B2C663C49105}" destId="{47CC2F70-C595-4BBD-8C91-A994CC6A527D}" srcOrd="6" destOrd="0" presId="urn:microsoft.com/office/officeart/2008/layout/LinedList"/>
    <dgm:cxn modelId="{5069CDF2-2681-4C69-9F45-21F37AADFCF8}" type="presParOf" srcId="{6D231506-CBEB-45ED-B248-B2C663C49105}" destId="{697E85D5-996F-4F56-A3B6-B2978E4D957A}" srcOrd="7" destOrd="0" presId="urn:microsoft.com/office/officeart/2008/layout/LinedList"/>
    <dgm:cxn modelId="{34D58D55-C571-45D0-A37F-E95729438E19}" type="presParOf" srcId="{697E85D5-996F-4F56-A3B6-B2978E4D957A}" destId="{1C100F51-8882-4B1D-9540-1F312CA5F0B9}" srcOrd="0" destOrd="0" presId="urn:microsoft.com/office/officeart/2008/layout/LinedList"/>
    <dgm:cxn modelId="{9FC089D5-D45A-4F91-914D-DE5198C4EC26}" type="presParOf" srcId="{697E85D5-996F-4F56-A3B6-B2978E4D957A}" destId="{56682188-38FD-4809-9B06-5188B05A06E1}" srcOrd="1" destOrd="0" presId="urn:microsoft.com/office/officeart/2008/layout/LinedList"/>
    <dgm:cxn modelId="{DDF3332A-050A-4ADA-939C-58E0BC699982}" type="presParOf" srcId="{697E85D5-996F-4F56-A3B6-B2978E4D957A}" destId="{F1D63F32-EF39-4D06-BDA8-731ED9B67A25}" srcOrd="2" destOrd="0" presId="urn:microsoft.com/office/officeart/2008/layout/LinedList"/>
    <dgm:cxn modelId="{424081F2-91BC-4C7E-900E-6BF0A23D7733}" type="presParOf" srcId="{6D231506-CBEB-45ED-B248-B2C663C49105}" destId="{7A3C28DD-E94D-4219-870F-4821B2FFE583}" srcOrd="8" destOrd="0" presId="urn:microsoft.com/office/officeart/2008/layout/LinedList"/>
    <dgm:cxn modelId="{D4F31D5C-D6B4-4EFF-942A-63DCEA2CCD05}" type="presParOf" srcId="{6D231506-CBEB-45ED-B248-B2C663C49105}" destId="{FDA4B005-8770-4C62-9292-3FDFE5F09FEB}" srcOrd="9" destOrd="0" presId="urn:microsoft.com/office/officeart/2008/layout/LinedList"/>
    <dgm:cxn modelId="{2B444907-6FDE-4B89-84E9-CD9BD4A3A654}" type="presParOf" srcId="{6D231506-CBEB-45ED-B248-B2C663C49105}" destId="{C214A557-B3AA-47F8-8C05-7F4BB3E42DAA}" srcOrd="10" destOrd="0" presId="urn:microsoft.com/office/officeart/2008/layout/LinedList"/>
    <dgm:cxn modelId="{7C7C455B-A4EA-41C1-BBDC-7DCC68820C7D}" type="presParOf" srcId="{C214A557-B3AA-47F8-8C05-7F4BB3E42DAA}" destId="{5D5E8A22-09F7-4F4C-B32C-3621DA452C10}" srcOrd="0" destOrd="0" presId="urn:microsoft.com/office/officeart/2008/layout/LinedList"/>
    <dgm:cxn modelId="{38176EB7-DDEB-4F67-B3B2-35A3837BD0B5}" type="presParOf" srcId="{C214A557-B3AA-47F8-8C05-7F4BB3E42DAA}" destId="{7D406DAC-D541-483F-AA63-6A53E5FDE386}" srcOrd="1" destOrd="0" presId="urn:microsoft.com/office/officeart/2008/layout/LinedList"/>
    <dgm:cxn modelId="{8A016F02-A0E1-47D2-85F4-987C1FA4A006}" type="presParOf" srcId="{C214A557-B3AA-47F8-8C05-7F4BB3E42DAA}" destId="{5EFF8C4E-B9F8-42C5-BCA8-BC2D17FE540A}" srcOrd="2" destOrd="0" presId="urn:microsoft.com/office/officeart/2008/layout/LinedList"/>
    <dgm:cxn modelId="{D0A5F757-1192-490A-A377-94707F7F7C97}" type="presParOf" srcId="{6D231506-CBEB-45ED-B248-B2C663C49105}" destId="{5BEAD5EF-1BAB-45CC-AD30-C682FB2BC477}" srcOrd="11" destOrd="0" presId="urn:microsoft.com/office/officeart/2008/layout/LinedList"/>
    <dgm:cxn modelId="{2FFFEBF8-5765-4297-A98B-3FD82EDE0029}" type="presParOf" srcId="{6D231506-CBEB-45ED-B248-B2C663C49105}" destId="{9BFA0225-8A5F-4DF4-9DB2-80FC81985C7E}" srcOrd="12" destOrd="0" presId="urn:microsoft.com/office/officeart/2008/layout/LinedList"/>
    <dgm:cxn modelId="{14BCEB13-B9E7-4DD8-8272-A052DDF28409}" type="presParOf" srcId="{C05C2AE7-756C-464E-884D-9332B43A1383}" destId="{1C5C2C5D-1688-4F07-BC96-FA77406226A4}" srcOrd="4" destOrd="0" presId="urn:microsoft.com/office/officeart/2008/layout/LinedList"/>
    <dgm:cxn modelId="{7ECC3B50-185E-42DA-A76D-450295C0057C}" type="presParOf" srcId="{C05C2AE7-756C-464E-884D-9332B43A1383}" destId="{C28CBB59-F1AF-4E17-B4B0-0305C5CBC000}" srcOrd="5" destOrd="0" presId="urn:microsoft.com/office/officeart/2008/layout/LinedList"/>
    <dgm:cxn modelId="{55ABF4B8-677A-4970-BB6F-B5741326AE52}" type="presParOf" srcId="{C28CBB59-F1AF-4E17-B4B0-0305C5CBC000}" destId="{9A79F484-6B13-47C5-9E2E-E39C79AF919E}" srcOrd="0" destOrd="0" presId="urn:microsoft.com/office/officeart/2008/layout/LinedList"/>
    <dgm:cxn modelId="{76ADDC4F-0492-4078-9361-3EA21BCC9FC3}" type="presParOf" srcId="{C28CBB59-F1AF-4E17-B4B0-0305C5CBC000}" destId="{73A819BC-3557-4A07-8B27-4CD2DF361226}" srcOrd="1" destOrd="0" presId="urn:microsoft.com/office/officeart/2008/layout/LinedList"/>
    <dgm:cxn modelId="{07304EDE-61E9-402A-B872-983B47794658}" type="presParOf" srcId="{73A819BC-3557-4A07-8B27-4CD2DF361226}" destId="{5846FD10-0EC6-41E6-BE54-4E0500C05D0A}" srcOrd="0" destOrd="0" presId="urn:microsoft.com/office/officeart/2008/layout/LinedList"/>
    <dgm:cxn modelId="{F1653330-C661-421D-93EF-EF9813BF58D9}" type="presParOf" srcId="{73A819BC-3557-4A07-8B27-4CD2DF361226}" destId="{813500B2-2640-429C-9422-3913FF9A9F5A}" srcOrd="1" destOrd="0" presId="urn:microsoft.com/office/officeart/2008/layout/LinedList"/>
    <dgm:cxn modelId="{09811358-AC4E-42F5-B2F4-5A4E15477291}" type="presParOf" srcId="{813500B2-2640-429C-9422-3913FF9A9F5A}" destId="{FBB42223-39E4-4D18-BC8C-6CCBB084597D}" srcOrd="0" destOrd="0" presId="urn:microsoft.com/office/officeart/2008/layout/LinedList"/>
    <dgm:cxn modelId="{073B7AD9-0A38-4444-85E2-EB114BB23E8D}" type="presParOf" srcId="{813500B2-2640-429C-9422-3913FF9A9F5A}" destId="{A4950704-8129-4080-AC3F-922F60270120}" srcOrd="1" destOrd="0" presId="urn:microsoft.com/office/officeart/2008/layout/LinedList"/>
    <dgm:cxn modelId="{38BE19AB-7D1B-4068-B517-5A34CE1BA5FE}" type="presParOf" srcId="{813500B2-2640-429C-9422-3913FF9A9F5A}" destId="{B461F6B3-C5FE-48CB-96A2-1B8399717F6B}" srcOrd="2" destOrd="0" presId="urn:microsoft.com/office/officeart/2008/layout/LinedList"/>
    <dgm:cxn modelId="{C1C907CD-A26E-4CD7-BEAB-7F6F7C71934A}" type="presParOf" srcId="{73A819BC-3557-4A07-8B27-4CD2DF361226}" destId="{19A8B642-AC15-4646-B5D7-B12601AFA5C1}" srcOrd="2" destOrd="0" presId="urn:microsoft.com/office/officeart/2008/layout/LinedList"/>
    <dgm:cxn modelId="{2757B4E1-BCAC-457E-B649-89668827D3F0}" type="presParOf" srcId="{73A819BC-3557-4A07-8B27-4CD2DF361226}" destId="{2306CC3D-4A4A-4675-B032-4F44E799A719}" srcOrd="3" destOrd="0" presId="urn:microsoft.com/office/officeart/2008/layout/LinedList"/>
    <dgm:cxn modelId="{D1E9F377-819C-4CEC-9A31-74770A249599}" type="presParOf" srcId="{73A819BC-3557-4A07-8B27-4CD2DF361226}" destId="{E9956620-E2F5-4DB7-8A84-9F8FF49ED610}" srcOrd="4" destOrd="0" presId="urn:microsoft.com/office/officeart/2008/layout/LinedList"/>
    <dgm:cxn modelId="{724C8B87-5715-46DF-B76D-7FD0C256F64D}" type="presParOf" srcId="{E9956620-E2F5-4DB7-8A84-9F8FF49ED610}" destId="{09352222-429C-4BC6-8C5B-44229E079DBB}" srcOrd="0" destOrd="0" presId="urn:microsoft.com/office/officeart/2008/layout/LinedList"/>
    <dgm:cxn modelId="{4E624C9F-C650-455C-86A7-26C5601D987F}" type="presParOf" srcId="{E9956620-E2F5-4DB7-8A84-9F8FF49ED610}" destId="{53EA8D32-100D-4EE3-864A-CE002E29D3C3}" srcOrd="1" destOrd="0" presId="urn:microsoft.com/office/officeart/2008/layout/LinedList"/>
    <dgm:cxn modelId="{F1CCF0A8-0E37-43B7-A559-72A2B0443CDD}" type="presParOf" srcId="{E9956620-E2F5-4DB7-8A84-9F8FF49ED610}" destId="{281198D6-A4CB-49B3-979A-4D849C690236}" srcOrd="2" destOrd="0" presId="urn:microsoft.com/office/officeart/2008/layout/LinedList"/>
    <dgm:cxn modelId="{D93477D7-48A4-4332-9F9F-4FAD0A3CC74F}" type="presParOf" srcId="{73A819BC-3557-4A07-8B27-4CD2DF361226}" destId="{5A171AC3-7913-4069-9B64-0E4E59100F26}" srcOrd="5" destOrd="0" presId="urn:microsoft.com/office/officeart/2008/layout/LinedList"/>
    <dgm:cxn modelId="{7E7B4477-D86F-4073-9506-257843E7376A}" type="presParOf" srcId="{73A819BC-3557-4A07-8B27-4CD2DF361226}" destId="{494E8B77-3E7E-485F-8476-A2EF656A883B}" srcOrd="6" destOrd="0" presId="urn:microsoft.com/office/officeart/2008/layout/LinedList"/>
    <dgm:cxn modelId="{1BEF207F-2551-46C8-9EB6-7D4D5759EF0C}" type="presParOf" srcId="{73A819BC-3557-4A07-8B27-4CD2DF361226}" destId="{85F5920D-5BCF-483B-8D87-0DB252B2339B}" srcOrd="7" destOrd="0" presId="urn:microsoft.com/office/officeart/2008/layout/LinedList"/>
    <dgm:cxn modelId="{8BBBE182-2AB7-4F6C-9B35-076F23348B8A}" type="presParOf" srcId="{85F5920D-5BCF-483B-8D87-0DB252B2339B}" destId="{68B3D29E-5996-4F34-B66F-49219E941DCC}" srcOrd="0" destOrd="0" presId="urn:microsoft.com/office/officeart/2008/layout/LinedList"/>
    <dgm:cxn modelId="{1E0B2DE1-0A49-4B86-AF5E-33440796B79E}" type="presParOf" srcId="{85F5920D-5BCF-483B-8D87-0DB252B2339B}" destId="{CDA1868D-23DC-4B1A-BE85-B5551D170689}" srcOrd="1" destOrd="0" presId="urn:microsoft.com/office/officeart/2008/layout/LinedList"/>
    <dgm:cxn modelId="{BD6532E3-FDA6-4E08-BDB8-DD153A2C896D}" type="presParOf" srcId="{85F5920D-5BCF-483B-8D87-0DB252B2339B}" destId="{AB88B4EE-2C35-4FE0-A27C-827E5913A740}" srcOrd="2" destOrd="0" presId="urn:microsoft.com/office/officeart/2008/layout/LinedList"/>
    <dgm:cxn modelId="{E93525D6-A219-41A9-AA18-CF6606714803}" type="presParOf" srcId="{73A819BC-3557-4A07-8B27-4CD2DF361226}" destId="{C7D2BC59-B52A-4E0D-8B8B-AFE02F2CD22F}" srcOrd="8" destOrd="0" presId="urn:microsoft.com/office/officeart/2008/layout/LinedList"/>
    <dgm:cxn modelId="{4F501C47-FF5B-43F1-BA7A-DAA567ED47B8}" type="presParOf" srcId="{73A819BC-3557-4A07-8B27-4CD2DF361226}" destId="{A5E8C9F3-FA1D-4286-920E-D5859CA20596}" srcOrd="9" destOrd="0" presId="urn:microsoft.com/office/officeart/2008/layout/LinedList"/>
    <dgm:cxn modelId="{30F6064F-8A25-443F-A76E-E76361EE3687}" type="presParOf" srcId="{73A819BC-3557-4A07-8B27-4CD2DF361226}" destId="{ABD9093F-7019-405D-89FD-9BD4A921FFC8}" srcOrd="10" destOrd="0" presId="urn:microsoft.com/office/officeart/2008/layout/LinedList"/>
    <dgm:cxn modelId="{8171BDA2-9C2E-4A8B-BDEB-C590C813CDA3}" type="presParOf" srcId="{ABD9093F-7019-405D-89FD-9BD4A921FFC8}" destId="{D0C9F962-6D73-4D97-BD68-CD585CDCBAB5}" srcOrd="0" destOrd="0" presId="urn:microsoft.com/office/officeart/2008/layout/LinedList"/>
    <dgm:cxn modelId="{331180E8-6F82-4639-8C41-B558863459A4}" type="presParOf" srcId="{ABD9093F-7019-405D-89FD-9BD4A921FFC8}" destId="{EB0E5990-51A5-4F00-8208-EF6CBA19F942}" srcOrd="1" destOrd="0" presId="urn:microsoft.com/office/officeart/2008/layout/LinedList"/>
    <dgm:cxn modelId="{758A26EC-F498-4C67-BC5F-26BF0AFA849A}" type="presParOf" srcId="{ABD9093F-7019-405D-89FD-9BD4A921FFC8}" destId="{B39987D2-88F8-4DD8-BD79-A5B2236C23C2}" srcOrd="2" destOrd="0" presId="urn:microsoft.com/office/officeart/2008/layout/LinedList"/>
    <dgm:cxn modelId="{725B92D9-32DC-4B4B-B823-4554CBA589EC}" type="presParOf" srcId="{73A819BC-3557-4A07-8B27-4CD2DF361226}" destId="{2FF161D9-4E97-4ECE-81EA-811B8586F9DA}" srcOrd="11" destOrd="0" presId="urn:microsoft.com/office/officeart/2008/layout/LinedList"/>
    <dgm:cxn modelId="{5DFF04F6-323B-4D81-A04D-E763EE971B2D}" type="presParOf" srcId="{73A819BC-3557-4A07-8B27-4CD2DF361226}" destId="{D20D6A9F-36E4-4B81-A355-6D5A1837B9CA}"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EBDDBC6-FC99-4080-9029-23F0809FF700}"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B93654B0-3E2F-49AC-98CA-62818F035EA9}">
      <dgm:prSet/>
      <dgm:spPr/>
      <dgm:t>
        <a:bodyPr/>
        <a:lstStyle/>
        <a:p>
          <a:r>
            <a:rPr lang="pt-PT"/>
            <a:t>4. Model Training</a:t>
          </a:r>
          <a:endParaRPr lang="en-US"/>
        </a:p>
      </dgm:t>
    </dgm:pt>
    <dgm:pt modelId="{751F4953-F1F2-49DF-9CD1-ABC2F758203D}" type="parTrans" cxnId="{E284D25C-1B5E-4D89-BB46-7C26B8FB9C80}">
      <dgm:prSet/>
      <dgm:spPr/>
      <dgm:t>
        <a:bodyPr/>
        <a:lstStyle/>
        <a:p>
          <a:endParaRPr lang="en-US"/>
        </a:p>
      </dgm:t>
    </dgm:pt>
    <dgm:pt modelId="{47268929-A152-4D29-9D63-6B1D418A080D}" type="sibTrans" cxnId="{E284D25C-1B5E-4D89-BB46-7C26B8FB9C80}">
      <dgm:prSet/>
      <dgm:spPr/>
      <dgm:t>
        <a:bodyPr/>
        <a:lstStyle/>
        <a:p>
          <a:endParaRPr lang="en-US"/>
        </a:p>
      </dgm:t>
    </dgm:pt>
    <dgm:pt modelId="{2B06DC78-A4FA-4100-B552-8D47C55D00B2}">
      <dgm:prSet/>
      <dgm:spPr/>
      <dgm:t>
        <a:bodyPr/>
        <a:lstStyle/>
        <a:p>
          <a:r>
            <a:rPr lang="pt-PT"/>
            <a:t>- Trained Polynomial Regression with optimal degree on full dataset</a:t>
          </a:r>
          <a:endParaRPr lang="en-US"/>
        </a:p>
      </dgm:t>
    </dgm:pt>
    <dgm:pt modelId="{C305FC55-0986-4075-BA02-67B08CB8C2E1}" type="parTrans" cxnId="{EA4B3028-6C8E-4C35-AC5A-92BB753A459F}">
      <dgm:prSet/>
      <dgm:spPr/>
      <dgm:t>
        <a:bodyPr/>
        <a:lstStyle/>
        <a:p>
          <a:endParaRPr lang="en-US"/>
        </a:p>
      </dgm:t>
    </dgm:pt>
    <dgm:pt modelId="{DDD379D7-C5DC-4636-87DE-F2B0FA358120}" type="sibTrans" cxnId="{EA4B3028-6C8E-4C35-AC5A-92BB753A459F}">
      <dgm:prSet/>
      <dgm:spPr/>
      <dgm:t>
        <a:bodyPr/>
        <a:lstStyle/>
        <a:p>
          <a:endParaRPr lang="en-US"/>
        </a:p>
      </dgm:t>
    </dgm:pt>
    <dgm:pt modelId="{8F3AFC39-677C-49C3-95F7-662B0DD3686E}">
      <dgm:prSet/>
      <dgm:spPr/>
      <dgm:t>
        <a:bodyPr/>
        <a:lstStyle/>
        <a:p>
          <a:r>
            <a:rPr lang="pt-PT"/>
            <a:t>- Trained k-NN Regression with optimal k on full dataset</a:t>
          </a:r>
          <a:endParaRPr lang="en-US"/>
        </a:p>
      </dgm:t>
    </dgm:pt>
    <dgm:pt modelId="{71E66151-A16B-4240-89D9-338A7918EC8C}" type="parTrans" cxnId="{335BABF0-E891-4BEB-8083-6FC001AB38FB}">
      <dgm:prSet/>
      <dgm:spPr/>
      <dgm:t>
        <a:bodyPr/>
        <a:lstStyle/>
        <a:p>
          <a:endParaRPr lang="en-US"/>
        </a:p>
      </dgm:t>
    </dgm:pt>
    <dgm:pt modelId="{D8E631A6-BE68-4CB1-90AD-563CDFDC9AEF}" type="sibTrans" cxnId="{335BABF0-E891-4BEB-8083-6FC001AB38FB}">
      <dgm:prSet/>
      <dgm:spPr/>
      <dgm:t>
        <a:bodyPr/>
        <a:lstStyle/>
        <a:p>
          <a:endParaRPr lang="en-US"/>
        </a:p>
      </dgm:t>
    </dgm:pt>
    <dgm:pt modelId="{59B82F0D-9B8F-4A02-ADBE-C22BCA1AC933}">
      <dgm:prSet/>
      <dgm:spPr/>
      <dgm:t>
        <a:bodyPr/>
        <a:lstStyle/>
        <a:p>
          <a:r>
            <a:rPr lang="pt-PT"/>
            <a:t>- Generated predictions on training data for both models</a:t>
          </a:r>
          <a:endParaRPr lang="en-US"/>
        </a:p>
      </dgm:t>
    </dgm:pt>
    <dgm:pt modelId="{E803FFAE-AF77-474A-B906-3C1D483149E8}" type="parTrans" cxnId="{FE33FDB0-BE55-4DC8-8C38-B3529EC41AE0}">
      <dgm:prSet/>
      <dgm:spPr/>
      <dgm:t>
        <a:bodyPr/>
        <a:lstStyle/>
        <a:p>
          <a:endParaRPr lang="en-US"/>
        </a:p>
      </dgm:t>
    </dgm:pt>
    <dgm:pt modelId="{392F7522-C253-4636-ABA9-848609745882}" type="sibTrans" cxnId="{FE33FDB0-BE55-4DC8-8C38-B3529EC41AE0}">
      <dgm:prSet/>
      <dgm:spPr/>
      <dgm:t>
        <a:bodyPr/>
        <a:lstStyle/>
        <a:p>
          <a:endParaRPr lang="en-US"/>
        </a:p>
      </dgm:t>
    </dgm:pt>
    <dgm:pt modelId="{402BEB86-73E3-421D-AF3A-9A7A6FD7ACA8}">
      <dgm:prSet/>
      <dgm:spPr/>
      <dgm:t>
        <a:bodyPr/>
        <a:lstStyle/>
        <a:p>
          <a:r>
            <a:rPr lang="pt-PT"/>
            <a:t>5. Performance Evaluation</a:t>
          </a:r>
          <a:endParaRPr lang="en-US"/>
        </a:p>
      </dgm:t>
    </dgm:pt>
    <dgm:pt modelId="{22A535A6-867E-4486-A0B7-632AAC71FA5E}" type="parTrans" cxnId="{A6E01240-4809-4569-906C-60E56AC92CA4}">
      <dgm:prSet/>
      <dgm:spPr/>
      <dgm:t>
        <a:bodyPr/>
        <a:lstStyle/>
        <a:p>
          <a:endParaRPr lang="en-US"/>
        </a:p>
      </dgm:t>
    </dgm:pt>
    <dgm:pt modelId="{BBCE774D-AE0A-45A4-A548-A61FFE8AE64B}" type="sibTrans" cxnId="{A6E01240-4809-4569-906C-60E56AC92CA4}">
      <dgm:prSet/>
      <dgm:spPr/>
      <dgm:t>
        <a:bodyPr/>
        <a:lstStyle/>
        <a:p>
          <a:endParaRPr lang="en-US"/>
        </a:p>
      </dgm:t>
    </dgm:pt>
    <dgm:pt modelId="{86C13AD2-69E1-4273-A32D-E7E7645A3277}">
      <dgm:prSet/>
      <dgm:spPr/>
      <dgm:t>
        <a:bodyPr/>
        <a:lstStyle/>
        <a:p>
          <a:r>
            <a:rPr lang="pt-PT"/>
            <a:t>- Calculated training MSE for both models</a:t>
          </a:r>
          <a:endParaRPr lang="en-US"/>
        </a:p>
      </dgm:t>
    </dgm:pt>
    <dgm:pt modelId="{BF7B5E98-29D2-43CA-A990-7FA66ED5E838}" type="parTrans" cxnId="{C1459F08-1416-49A7-898F-AF4947966F97}">
      <dgm:prSet/>
      <dgm:spPr/>
      <dgm:t>
        <a:bodyPr/>
        <a:lstStyle/>
        <a:p>
          <a:endParaRPr lang="en-US"/>
        </a:p>
      </dgm:t>
    </dgm:pt>
    <dgm:pt modelId="{FA861B11-B9CE-4A05-A0E7-3404A608918F}" type="sibTrans" cxnId="{C1459F08-1416-49A7-898F-AF4947966F97}">
      <dgm:prSet/>
      <dgm:spPr/>
      <dgm:t>
        <a:bodyPr/>
        <a:lstStyle/>
        <a:p>
          <a:endParaRPr lang="en-US"/>
        </a:p>
      </dgm:t>
    </dgm:pt>
    <dgm:pt modelId="{D3BA8D3C-FCB0-40B0-AB79-670E051FACB8}">
      <dgm:prSet/>
      <dgm:spPr/>
      <dgm:t>
        <a:bodyPr/>
        <a:lstStyle/>
        <a:p>
          <a:r>
            <a:rPr lang="pt-PT"/>
            <a:t>- Calculated training cMSE for both models</a:t>
          </a:r>
          <a:endParaRPr lang="en-US"/>
        </a:p>
      </dgm:t>
    </dgm:pt>
    <dgm:pt modelId="{E4B7D9A9-F99B-4BDF-8762-31C19469A790}" type="parTrans" cxnId="{21ACBBEB-899F-4386-A985-1BE7FBBD2078}">
      <dgm:prSet/>
      <dgm:spPr/>
      <dgm:t>
        <a:bodyPr/>
        <a:lstStyle/>
        <a:p>
          <a:endParaRPr lang="en-US"/>
        </a:p>
      </dgm:t>
    </dgm:pt>
    <dgm:pt modelId="{37D3263E-FBF4-48B3-AF44-46F3316771C8}" type="sibTrans" cxnId="{21ACBBEB-899F-4386-A985-1BE7FBBD2078}">
      <dgm:prSet/>
      <dgm:spPr/>
      <dgm:t>
        <a:bodyPr/>
        <a:lstStyle/>
        <a:p>
          <a:endParaRPr lang="en-US"/>
        </a:p>
      </dgm:t>
    </dgm:pt>
    <dgm:pt modelId="{4AE9EE53-F01D-44BA-9480-33C79B1BFEC3}">
      <dgm:prSet/>
      <dgm:spPr/>
      <dgm:t>
        <a:bodyPr/>
        <a:lstStyle/>
        <a:p>
          <a:r>
            <a:rPr lang="pt-PT"/>
            <a:t>- Compared performance against baseline expectations</a:t>
          </a:r>
          <a:endParaRPr lang="en-US"/>
        </a:p>
      </dgm:t>
    </dgm:pt>
    <dgm:pt modelId="{78954400-D798-45C0-803B-75B274564951}" type="parTrans" cxnId="{F7D1463E-40C8-4B71-A401-E1F74D0C38DD}">
      <dgm:prSet/>
      <dgm:spPr/>
      <dgm:t>
        <a:bodyPr/>
        <a:lstStyle/>
        <a:p>
          <a:endParaRPr lang="en-US"/>
        </a:p>
      </dgm:t>
    </dgm:pt>
    <dgm:pt modelId="{DBDB9FBF-7C63-4E76-98AF-4137C621A46E}" type="sibTrans" cxnId="{F7D1463E-40C8-4B71-A401-E1F74D0C38DD}">
      <dgm:prSet/>
      <dgm:spPr/>
      <dgm:t>
        <a:bodyPr/>
        <a:lstStyle/>
        <a:p>
          <a:endParaRPr lang="en-US"/>
        </a:p>
      </dgm:t>
    </dgm:pt>
    <dgm:pt modelId="{10CC91CA-3E59-4E2A-93C6-D42CF29C86A2}">
      <dgm:prSet/>
      <dgm:spPr/>
      <dgm:t>
        <a:bodyPr/>
        <a:lstStyle/>
        <a:p>
          <a:r>
            <a:rPr lang="pt-PT"/>
            <a:t>- Documented hyperparameter selection results</a:t>
          </a:r>
          <a:endParaRPr lang="en-US"/>
        </a:p>
      </dgm:t>
    </dgm:pt>
    <dgm:pt modelId="{0B8E0A80-F9C7-4FE7-80E3-4AC7C8516657}" type="parTrans" cxnId="{08A25475-C560-43ED-8E27-CB8140573328}">
      <dgm:prSet/>
      <dgm:spPr/>
      <dgm:t>
        <a:bodyPr/>
        <a:lstStyle/>
        <a:p>
          <a:endParaRPr lang="en-US"/>
        </a:p>
      </dgm:t>
    </dgm:pt>
    <dgm:pt modelId="{3F265792-68C1-47C4-9389-8E609A8BA57E}" type="sibTrans" cxnId="{08A25475-C560-43ED-8E27-CB8140573328}">
      <dgm:prSet/>
      <dgm:spPr/>
      <dgm:t>
        <a:bodyPr/>
        <a:lstStyle/>
        <a:p>
          <a:endParaRPr lang="en-US"/>
        </a:p>
      </dgm:t>
    </dgm:pt>
    <dgm:pt modelId="{B0A91770-4388-45CD-B443-3DD1F1ED23D9}" type="pres">
      <dgm:prSet presAssocID="{7EBDDBC6-FC99-4080-9029-23F0809FF700}" presName="vert0" presStyleCnt="0">
        <dgm:presLayoutVars>
          <dgm:dir/>
          <dgm:animOne val="branch"/>
          <dgm:animLvl val="lvl"/>
        </dgm:presLayoutVars>
      </dgm:prSet>
      <dgm:spPr/>
    </dgm:pt>
    <dgm:pt modelId="{50EB09C3-FE2F-439F-B7F2-8709D88200DC}" type="pres">
      <dgm:prSet presAssocID="{B93654B0-3E2F-49AC-98CA-62818F035EA9}" presName="thickLine" presStyleLbl="alignNode1" presStyleIdx="0" presStyleCnt="2"/>
      <dgm:spPr/>
    </dgm:pt>
    <dgm:pt modelId="{5F1FB76D-0D46-49CA-8F08-2CB50D721659}" type="pres">
      <dgm:prSet presAssocID="{B93654B0-3E2F-49AC-98CA-62818F035EA9}" presName="horz1" presStyleCnt="0"/>
      <dgm:spPr/>
    </dgm:pt>
    <dgm:pt modelId="{D4E86A6D-0697-4AB4-B474-1C76E7534F7C}" type="pres">
      <dgm:prSet presAssocID="{B93654B0-3E2F-49AC-98CA-62818F035EA9}" presName="tx1" presStyleLbl="revTx" presStyleIdx="0" presStyleCnt="9"/>
      <dgm:spPr/>
    </dgm:pt>
    <dgm:pt modelId="{7BDBD2DB-7B47-4E0F-B097-1966D738A9AF}" type="pres">
      <dgm:prSet presAssocID="{B93654B0-3E2F-49AC-98CA-62818F035EA9}" presName="vert1" presStyleCnt="0"/>
      <dgm:spPr/>
    </dgm:pt>
    <dgm:pt modelId="{1C67FD72-DB0A-4FBC-BDC6-364D0D53FAF1}" type="pres">
      <dgm:prSet presAssocID="{2B06DC78-A4FA-4100-B552-8D47C55D00B2}" presName="vertSpace2a" presStyleCnt="0"/>
      <dgm:spPr/>
    </dgm:pt>
    <dgm:pt modelId="{8367D840-3E78-4C85-B089-3B57C3C56815}" type="pres">
      <dgm:prSet presAssocID="{2B06DC78-A4FA-4100-B552-8D47C55D00B2}" presName="horz2" presStyleCnt="0"/>
      <dgm:spPr/>
    </dgm:pt>
    <dgm:pt modelId="{E7B30442-9534-42CE-BBA3-4C8EFB4D7F79}" type="pres">
      <dgm:prSet presAssocID="{2B06DC78-A4FA-4100-B552-8D47C55D00B2}" presName="horzSpace2" presStyleCnt="0"/>
      <dgm:spPr/>
    </dgm:pt>
    <dgm:pt modelId="{8C3E81D0-D07C-4C37-AEE8-BE656FE95280}" type="pres">
      <dgm:prSet presAssocID="{2B06DC78-A4FA-4100-B552-8D47C55D00B2}" presName="tx2" presStyleLbl="revTx" presStyleIdx="1" presStyleCnt="9"/>
      <dgm:spPr/>
    </dgm:pt>
    <dgm:pt modelId="{FE14F212-1A15-4044-8FF9-929087217794}" type="pres">
      <dgm:prSet presAssocID="{2B06DC78-A4FA-4100-B552-8D47C55D00B2}" presName="vert2" presStyleCnt="0"/>
      <dgm:spPr/>
    </dgm:pt>
    <dgm:pt modelId="{1159D26A-02D6-4834-A424-DA07177F4DD4}" type="pres">
      <dgm:prSet presAssocID="{2B06DC78-A4FA-4100-B552-8D47C55D00B2}" presName="thinLine2b" presStyleLbl="callout" presStyleIdx="0" presStyleCnt="7"/>
      <dgm:spPr/>
    </dgm:pt>
    <dgm:pt modelId="{F3331656-105A-4A80-9B0F-0295695ED2B4}" type="pres">
      <dgm:prSet presAssocID="{2B06DC78-A4FA-4100-B552-8D47C55D00B2}" presName="vertSpace2b" presStyleCnt="0"/>
      <dgm:spPr/>
    </dgm:pt>
    <dgm:pt modelId="{630718C7-756D-4172-AA39-322ECA44BEE4}" type="pres">
      <dgm:prSet presAssocID="{8F3AFC39-677C-49C3-95F7-662B0DD3686E}" presName="horz2" presStyleCnt="0"/>
      <dgm:spPr/>
    </dgm:pt>
    <dgm:pt modelId="{5914A920-2877-4E9F-8F87-5D4F7B3AB922}" type="pres">
      <dgm:prSet presAssocID="{8F3AFC39-677C-49C3-95F7-662B0DD3686E}" presName="horzSpace2" presStyleCnt="0"/>
      <dgm:spPr/>
    </dgm:pt>
    <dgm:pt modelId="{E818EA44-05D4-4DDB-A0EF-476BD8EA6F05}" type="pres">
      <dgm:prSet presAssocID="{8F3AFC39-677C-49C3-95F7-662B0DD3686E}" presName="tx2" presStyleLbl="revTx" presStyleIdx="2" presStyleCnt="9"/>
      <dgm:spPr/>
    </dgm:pt>
    <dgm:pt modelId="{3C904CA8-4D9D-4566-AAED-9FE71A977184}" type="pres">
      <dgm:prSet presAssocID="{8F3AFC39-677C-49C3-95F7-662B0DD3686E}" presName="vert2" presStyleCnt="0"/>
      <dgm:spPr/>
    </dgm:pt>
    <dgm:pt modelId="{B2EF2030-43A7-4C01-ACF1-5C479514041B}" type="pres">
      <dgm:prSet presAssocID="{8F3AFC39-677C-49C3-95F7-662B0DD3686E}" presName="thinLine2b" presStyleLbl="callout" presStyleIdx="1" presStyleCnt="7"/>
      <dgm:spPr/>
    </dgm:pt>
    <dgm:pt modelId="{E3B644BF-0C0E-4759-AC32-D261EB2D625A}" type="pres">
      <dgm:prSet presAssocID="{8F3AFC39-677C-49C3-95F7-662B0DD3686E}" presName="vertSpace2b" presStyleCnt="0"/>
      <dgm:spPr/>
    </dgm:pt>
    <dgm:pt modelId="{243D7AC2-6ED9-4BC0-859C-F273D149DB27}" type="pres">
      <dgm:prSet presAssocID="{59B82F0D-9B8F-4A02-ADBE-C22BCA1AC933}" presName="horz2" presStyleCnt="0"/>
      <dgm:spPr/>
    </dgm:pt>
    <dgm:pt modelId="{9D82A9C2-DF50-4012-941C-7027817027A3}" type="pres">
      <dgm:prSet presAssocID="{59B82F0D-9B8F-4A02-ADBE-C22BCA1AC933}" presName="horzSpace2" presStyleCnt="0"/>
      <dgm:spPr/>
    </dgm:pt>
    <dgm:pt modelId="{A7EEBAAF-0E75-4680-BD7B-268C2D93621C}" type="pres">
      <dgm:prSet presAssocID="{59B82F0D-9B8F-4A02-ADBE-C22BCA1AC933}" presName="tx2" presStyleLbl="revTx" presStyleIdx="3" presStyleCnt="9"/>
      <dgm:spPr/>
    </dgm:pt>
    <dgm:pt modelId="{ABBD7718-3777-4CF3-ADC4-9CDAD8B6A8DB}" type="pres">
      <dgm:prSet presAssocID="{59B82F0D-9B8F-4A02-ADBE-C22BCA1AC933}" presName="vert2" presStyleCnt="0"/>
      <dgm:spPr/>
    </dgm:pt>
    <dgm:pt modelId="{A8A8E388-E53E-4A1C-AB27-02057E64E0F2}" type="pres">
      <dgm:prSet presAssocID="{59B82F0D-9B8F-4A02-ADBE-C22BCA1AC933}" presName="thinLine2b" presStyleLbl="callout" presStyleIdx="2" presStyleCnt="7"/>
      <dgm:spPr/>
    </dgm:pt>
    <dgm:pt modelId="{40D19395-F20E-4260-9793-19F271A03465}" type="pres">
      <dgm:prSet presAssocID="{59B82F0D-9B8F-4A02-ADBE-C22BCA1AC933}" presName="vertSpace2b" presStyleCnt="0"/>
      <dgm:spPr/>
    </dgm:pt>
    <dgm:pt modelId="{959CB0A0-E72E-4C34-B28C-2B4FC8F13D98}" type="pres">
      <dgm:prSet presAssocID="{402BEB86-73E3-421D-AF3A-9A7A6FD7ACA8}" presName="thickLine" presStyleLbl="alignNode1" presStyleIdx="1" presStyleCnt="2"/>
      <dgm:spPr/>
    </dgm:pt>
    <dgm:pt modelId="{8444F15A-E6B2-46FF-ACE8-A1D6F7EB94F3}" type="pres">
      <dgm:prSet presAssocID="{402BEB86-73E3-421D-AF3A-9A7A6FD7ACA8}" presName="horz1" presStyleCnt="0"/>
      <dgm:spPr/>
    </dgm:pt>
    <dgm:pt modelId="{2B3FCD8B-251D-4D69-B4F7-199CEB9B633F}" type="pres">
      <dgm:prSet presAssocID="{402BEB86-73E3-421D-AF3A-9A7A6FD7ACA8}" presName="tx1" presStyleLbl="revTx" presStyleIdx="4" presStyleCnt="9"/>
      <dgm:spPr/>
    </dgm:pt>
    <dgm:pt modelId="{30D01099-C625-4C92-B1EA-F709111EA709}" type="pres">
      <dgm:prSet presAssocID="{402BEB86-73E3-421D-AF3A-9A7A6FD7ACA8}" presName="vert1" presStyleCnt="0"/>
      <dgm:spPr/>
    </dgm:pt>
    <dgm:pt modelId="{D0A70031-C702-49DC-9F95-DC7A3C2D0F71}" type="pres">
      <dgm:prSet presAssocID="{86C13AD2-69E1-4273-A32D-E7E7645A3277}" presName="vertSpace2a" presStyleCnt="0"/>
      <dgm:spPr/>
    </dgm:pt>
    <dgm:pt modelId="{CF5C8B74-4B04-46C8-A993-01C92788423B}" type="pres">
      <dgm:prSet presAssocID="{86C13AD2-69E1-4273-A32D-E7E7645A3277}" presName="horz2" presStyleCnt="0"/>
      <dgm:spPr/>
    </dgm:pt>
    <dgm:pt modelId="{5915CFB0-672D-432B-892D-CCE46EB200AA}" type="pres">
      <dgm:prSet presAssocID="{86C13AD2-69E1-4273-A32D-E7E7645A3277}" presName="horzSpace2" presStyleCnt="0"/>
      <dgm:spPr/>
    </dgm:pt>
    <dgm:pt modelId="{75ACB5F5-707C-47D7-BDEE-6A9CE09A9F2E}" type="pres">
      <dgm:prSet presAssocID="{86C13AD2-69E1-4273-A32D-E7E7645A3277}" presName="tx2" presStyleLbl="revTx" presStyleIdx="5" presStyleCnt="9"/>
      <dgm:spPr/>
    </dgm:pt>
    <dgm:pt modelId="{20CAE0B2-D7AF-4293-9CD0-4848C6290D1B}" type="pres">
      <dgm:prSet presAssocID="{86C13AD2-69E1-4273-A32D-E7E7645A3277}" presName="vert2" presStyleCnt="0"/>
      <dgm:spPr/>
    </dgm:pt>
    <dgm:pt modelId="{99BCFAD3-FB11-45C7-A311-3F6B1F066756}" type="pres">
      <dgm:prSet presAssocID="{86C13AD2-69E1-4273-A32D-E7E7645A3277}" presName="thinLine2b" presStyleLbl="callout" presStyleIdx="3" presStyleCnt="7"/>
      <dgm:spPr/>
    </dgm:pt>
    <dgm:pt modelId="{24227324-9FDC-42B4-84CF-3D23FCD77716}" type="pres">
      <dgm:prSet presAssocID="{86C13AD2-69E1-4273-A32D-E7E7645A3277}" presName="vertSpace2b" presStyleCnt="0"/>
      <dgm:spPr/>
    </dgm:pt>
    <dgm:pt modelId="{317D6F50-5AFE-4921-8295-2BF73CFEDD71}" type="pres">
      <dgm:prSet presAssocID="{D3BA8D3C-FCB0-40B0-AB79-670E051FACB8}" presName="horz2" presStyleCnt="0"/>
      <dgm:spPr/>
    </dgm:pt>
    <dgm:pt modelId="{9AF1F5D9-14FF-4C6C-8E12-04E5B5AD5E0E}" type="pres">
      <dgm:prSet presAssocID="{D3BA8D3C-FCB0-40B0-AB79-670E051FACB8}" presName="horzSpace2" presStyleCnt="0"/>
      <dgm:spPr/>
    </dgm:pt>
    <dgm:pt modelId="{78792E3F-E032-466A-9117-146006797D3B}" type="pres">
      <dgm:prSet presAssocID="{D3BA8D3C-FCB0-40B0-AB79-670E051FACB8}" presName="tx2" presStyleLbl="revTx" presStyleIdx="6" presStyleCnt="9"/>
      <dgm:spPr/>
    </dgm:pt>
    <dgm:pt modelId="{2C1C6767-6A6B-442F-A5A0-73B550AA67A2}" type="pres">
      <dgm:prSet presAssocID="{D3BA8D3C-FCB0-40B0-AB79-670E051FACB8}" presName="vert2" presStyleCnt="0"/>
      <dgm:spPr/>
    </dgm:pt>
    <dgm:pt modelId="{702D015E-9AA5-4299-A018-FB5A7772E97C}" type="pres">
      <dgm:prSet presAssocID="{D3BA8D3C-FCB0-40B0-AB79-670E051FACB8}" presName="thinLine2b" presStyleLbl="callout" presStyleIdx="4" presStyleCnt="7"/>
      <dgm:spPr/>
    </dgm:pt>
    <dgm:pt modelId="{0BEF05CA-5D9D-48CE-8F7F-898BEE645010}" type="pres">
      <dgm:prSet presAssocID="{D3BA8D3C-FCB0-40B0-AB79-670E051FACB8}" presName="vertSpace2b" presStyleCnt="0"/>
      <dgm:spPr/>
    </dgm:pt>
    <dgm:pt modelId="{C852F5B1-79D1-48B7-8B86-53B87FCF0116}" type="pres">
      <dgm:prSet presAssocID="{4AE9EE53-F01D-44BA-9480-33C79B1BFEC3}" presName="horz2" presStyleCnt="0"/>
      <dgm:spPr/>
    </dgm:pt>
    <dgm:pt modelId="{A3CC3FD5-A851-46CF-A97E-20995814EAAE}" type="pres">
      <dgm:prSet presAssocID="{4AE9EE53-F01D-44BA-9480-33C79B1BFEC3}" presName="horzSpace2" presStyleCnt="0"/>
      <dgm:spPr/>
    </dgm:pt>
    <dgm:pt modelId="{FD382D1D-38B0-414B-A6BE-1BCB6F1E2F5C}" type="pres">
      <dgm:prSet presAssocID="{4AE9EE53-F01D-44BA-9480-33C79B1BFEC3}" presName="tx2" presStyleLbl="revTx" presStyleIdx="7" presStyleCnt="9"/>
      <dgm:spPr/>
    </dgm:pt>
    <dgm:pt modelId="{10EA82D6-DF25-49DF-BB42-E5659ADF07EC}" type="pres">
      <dgm:prSet presAssocID="{4AE9EE53-F01D-44BA-9480-33C79B1BFEC3}" presName="vert2" presStyleCnt="0"/>
      <dgm:spPr/>
    </dgm:pt>
    <dgm:pt modelId="{8AF82E59-BFFC-40C5-8121-54698DBE2E3D}" type="pres">
      <dgm:prSet presAssocID="{4AE9EE53-F01D-44BA-9480-33C79B1BFEC3}" presName="thinLine2b" presStyleLbl="callout" presStyleIdx="5" presStyleCnt="7"/>
      <dgm:spPr/>
    </dgm:pt>
    <dgm:pt modelId="{77F573E0-BB90-4AAD-BFB2-65F1CFA19AA6}" type="pres">
      <dgm:prSet presAssocID="{4AE9EE53-F01D-44BA-9480-33C79B1BFEC3}" presName="vertSpace2b" presStyleCnt="0"/>
      <dgm:spPr/>
    </dgm:pt>
    <dgm:pt modelId="{C9E4D5BE-09A3-4969-9244-87BA37F785CC}" type="pres">
      <dgm:prSet presAssocID="{10CC91CA-3E59-4E2A-93C6-D42CF29C86A2}" presName="horz2" presStyleCnt="0"/>
      <dgm:spPr/>
    </dgm:pt>
    <dgm:pt modelId="{15466D79-E472-4A96-B731-807ED5FC04DF}" type="pres">
      <dgm:prSet presAssocID="{10CC91CA-3E59-4E2A-93C6-D42CF29C86A2}" presName="horzSpace2" presStyleCnt="0"/>
      <dgm:spPr/>
    </dgm:pt>
    <dgm:pt modelId="{88B03D0F-E6D6-4EAE-AEAE-9A71D3A82D37}" type="pres">
      <dgm:prSet presAssocID="{10CC91CA-3E59-4E2A-93C6-D42CF29C86A2}" presName="tx2" presStyleLbl="revTx" presStyleIdx="8" presStyleCnt="9"/>
      <dgm:spPr/>
    </dgm:pt>
    <dgm:pt modelId="{33C0E204-B793-4F73-A7DF-90B70C696FFB}" type="pres">
      <dgm:prSet presAssocID="{10CC91CA-3E59-4E2A-93C6-D42CF29C86A2}" presName="vert2" presStyleCnt="0"/>
      <dgm:spPr/>
    </dgm:pt>
    <dgm:pt modelId="{0FEB086C-8C84-4432-A08A-8C2322ADC45A}" type="pres">
      <dgm:prSet presAssocID="{10CC91CA-3E59-4E2A-93C6-D42CF29C86A2}" presName="thinLine2b" presStyleLbl="callout" presStyleIdx="6" presStyleCnt="7"/>
      <dgm:spPr/>
    </dgm:pt>
    <dgm:pt modelId="{F2A41FF3-D822-4299-BC53-013E3DFB6499}" type="pres">
      <dgm:prSet presAssocID="{10CC91CA-3E59-4E2A-93C6-D42CF29C86A2}" presName="vertSpace2b" presStyleCnt="0"/>
      <dgm:spPr/>
    </dgm:pt>
  </dgm:ptLst>
  <dgm:cxnLst>
    <dgm:cxn modelId="{C1459F08-1416-49A7-898F-AF4947966F97}" srcId="{402BEB86-73E3-421D-AF3A-9A7A6FD7ACA8}" destId="{86C13AD2-69E1-4273-A32D-E7E7645A3277}" srcOrd="0" destOrd="0" parTransId="{BF7B5E98-29D2-43CA-A990-7FA66ED5E838}" sibTransId="{FA861B11-B9CE-4A05-A0E7-3404A608918F}"/>
    <dgm:cxn modelId="{EA4B3028-6C8E-4C35-AC5A-92BB753A459F}" srcId="{B93654B0-3E2F-49AC-98CA-62818F035EA9}" destId="{2B06DC78-A4FA-4100-B552-8D47C55D00B2}" srcOrd="0" destOrd="0" parTransId="{C305FC55-0986-4075-BA02-67B08CB8C2E1}" sibTransId="{DDD379D7-C5DC-4636-87DE-F2B0FA358120}"/>
    <dgm:cxn modelId="{F79A6F33-53E8-48CB-86EC-02C4A857653D}" type="presOf" srcId="{4AE9EE53-F01D-44BA-9480-33C79B1BFEC3}" destId="{FD382D1D-38B0-414B-A6BE-1BCB6F1E2F5C}" srcOrd="0" destOrd="0" presId="urn:microsoft.com/office/officeart/2008/layout/LinedList"/>
    <dgm:cxn modelId="{F7D1463E-40C8-4B71-A401-E1F74D0C38DD}" srcId="{402BEB86-73E3-421D-AF3A-9A7A6FD7ACA8}" destId="{4AE9EE53-F01D-44BA-9480-33C79B1BFEC3}" srcOrd="2" destOrd="0" parTransId="{78954400-D798-45C0-803B-75B274564951}" sibTransId="{DBDB9FBF-7C63-4E76-98AF-4137C621A46E}"/>
    <dgm:cxn modelId="{A6E01240-4809-4569-906C-60E56AC92CA4}" srcId="{7EBDDBC6-FC99-4080-9029-23F0809FF700}" destId="{402BEB86-73E3-421D-AF3A-9A7A6FD7ACA8}" srcOrd="1" destOrd="0" parTransId="{22A535A6-867E-4486-A0B7-632AAC71FA5E}" sibTransId="{BBCE774D-AE0A-45A4-A548-A61FFE8AE64B}"/>
    <dgm:cxn modelId="{E284D25C-1B5E-4D89-BB46-7C26B8FB9C80}" srcId="{7EBDDBC6-FC99-4080-9029-23F0809FF700}" destId="{B93654B0-3E2F-49AC-98CA-62818F035EA9}" srcOrd="0" destOrd="0" parTransId="{751F4953-F1F2-49DF-9CD1-ABC2F758203D}" sibTransId="{47268929-A152-4D29-9D63-6B1D418A080D}"/>
    <dgm:cxn modelId="{1116A86E-AFEB-4FD7-92B9-FF1E6092123B}" type="presOf" srcId="{D3BA8D3C-FCB0-40B0-AB79-670E051FACB8}" destId="{78792E3F-E032-466A-9117-146006797D3B}" srcOrd="0" destOrd="0" presId="urn:microsoft.com/office/officeart/2008/layout/LinedList"/>
    <dgm:cxn modelId="{F3F6C851-9A85-4C4D-9B5A-7235078432B0}" type="presOf" srcId="{402BEB86-73E3-421D-AF3A-9A7A6FD7ACA8}" destId="{2B3FCD8B-251D-4D69-B4F7-199CEB9B633F}" srcOrd="0" destOrd="0" presId="urn:microsoft.com/office/officeart/2008/layout/LinedList"/>
    <dgm:cxn modelId="{DD8E4072-56BE-4AEE-80C4-8919D25F98D5}" type="presOf" srcId="{86C13AD2-69E1-4273-A32D-E7E7645A3277}" destId="{75ACB5F5-707C-47D7-BDEE-6A9CE09A9F2E}" srcOrd="0" destOrd="0" presId="urn:microsoft.com/office/officeart/2008/layout/LinedList"/>
    <dgm:cxn modelId="{08A25475-C560-43ED-8E27-CB8140573328}" srcId="{402BEB86-73E3-421D-AF3A-9A7A6FD7ACA8}" destId="{10CC91CA-3E59-4E2A-93C6-D42CF29C86A2}" srcOrd="3" destOrd="0" parTransId="{0B8E0A80-F9C7-4FE7-80E3-4AC7C8516657}" sibTransId="{3F265792-68C1-47C4-9389-8E609A8BA57E}"/>
    <dgm:cxn modelId="{CC6AE059-C256-4155-BD52-FDDFF02CB8DB}" type="presOf" srcId="{B93654B0-3E2F-49AC-98CA-62818F035EA9}" destId="{D4E86A6D-0697-4AB4-B474-1C76E7534F7C}" srcOrd="0" destOrd="0" presId="urn:microsoft.com/office/officeart/2008/layout/LinedList"/>
    <dgm:cxn modelId="{21FF018E-4631-46E9-B7A4-CEDD730B8C3C}" type="presOf" srcId="{7EBDDBC6-FC99-4080-9029-23F0809FF700}" destId="{B0A91770-4388-45CD-B443-3DD1F1ED23D9}" srcOrd="0" destOrd="0" presId="urn:microsoft.com/office/officeart/2008/layout/LinedList"/>
    <dgm:cxn modelId="{9976E5A6-0B8A-401F-8942-E61D613B2520}" type="presOf" srcId="{10CC91CA-3E59-4E2A-93C6-D42CF29C86A2}" destId="{88B03D0F-E6D6-4EAE-AEAE-9A71D3A82D37}" srcOrd="0" destOrd="0" presId="urn:microsoft.com/office/officeart/2008/layout/LinedList"/>
    <dgm:cxn modelId="{FE33FDB0-BE55-4DC8-8C38-B3529EC41AE0}" srcId="{B93654B0-3E2F-49AC-98CA-62818F035EA9}" destId="{59B82F0D-9B8F-4A02-ADBE-C22BCA1AC933}" srcOrd="2" destOrd="0" parTransId="{E803FFAE-AF77-474A-B906-3C1D483149E8}" sibTransId="{392F7522-C253-4636-ABA9-848609745882}"/>
    <dgm:cxn modelId="{4B9F32B7-1C65-4080-9FC9-282B7C04A02B}" type="presOf" srcId="{2B06DC78-A4FA-4100-B552-8D47C55D00B2}" destId="{8C3E81D0-D07C-4C37-AEE8-BE656FE95280}" srcOrd="0" destOrd="0" presId="urn:microsoft.com/office/officeart/2008/layout/LinedList"/>
    <dgm:cxn modelId="{01F738CA-5FCD-4F15-90B6-820A63ABDDF6}" type="presOf" srcId="{8F3AFC39-677C-49C3-95F7-662B0DD3686E}" destId="{E818EA44-05D4-4DDB-A0EF-476BD8EA6F05}" srcOrd="0" destOrd="0" presId="urn:microsoft.com/office/officeart/2008/layout/LinedList"/>
    <dgm:cxn modelId="{21ACBBEB-899F-4386-A985-1BE7FBBD2078}" srcId="{402BEB86-73E3-421D-AF3A-9A7A6FD7ACA8}" destId="{D3BA8D3C-FCB0-40B0-AB79-670E051FACB8}" srcOrd="1" destOrd="0" parTransId="{E4B7D9A9-F99B-4BDF-8762-31C19469A790}" sibTransId="{37D3263E-FBF4-48B3-AF44-46F3316771C8}"/>
    <dgm:cxn modelId="{335BABF0-E891-4BEB-8083-6FC001AB38FB}" srcId="{B93654B0-3E2F-49AC-98CA-62818F035EA9}" destId="{8F3AFC39-677C-49C3-95F7-662B0DD3686E}" srcOrd="1" destOrd="0" parTransId="{71E66151-A16B-4240-89D9-338A7918EC8C}" sibTransId="{D8E631A6-BE68-4CB1-90AD-563CDFDC9AEF}"/>
    <dgm:cxn modelId="{A0F4D5F0-3E86-4609-87C1-A0C704CAE3C3}" type="presOf" srcId="{59B82F0D-9B8F-4A02-ADBE-C22BCA1AC933}" destId="{A7EEBAAF-0E75-4680-BD7B-268C2D93621C}" srcOrd="0" destOrd="0" presId="urn:microsoft.com/office/officeart/2008/layout/LinedList"/>
    <dgm:cxn modelId="{264879B3-EE63-4791-8CAA-91BC87696C93}" type="presParOf" srcId="{B0A91770-4388-45CD-B443-3DD1F1ED23D9}" destId="{50EB09C3-FE2F-439F-B7F2-8709D88200DC}" srcOrd="0" destOrd="0" presId="urn:microsoft.com/office/officeart/2008/layout/LinedList"/>
    <dgm:cxn modelId="{9562DA83-CC93-46A7-9FCE-4CA605712A38}" type="presParOf" srcId="{B0A91770-4388-45CD-B443-3DD1F1ED23D9}" destId="{5F1FB76D-0D46-49CA-8F08-2CB50D721659}" srcOrd="1" destOrd="0" presId="urn:microsoft.com/office/officeart/2008/layout/LinedList"/>
    <dgm:cxn modelId="{1646FC84-2BBF-4011-A9DD-173B0D2BCC58}" type="presParOf" srcId="{5F1FB76D-0D46-49CA-8F08-2CB50D721659}" destId="{D4E86A6D-0697-4AB4-B474-1C76E7534F7C}" srcOrd="0" destOrd="0" presId="urn:microsoft.com/office/officeart/2008/layout/LinedList"/>
    <dgm:cxn modelId="{A3DE7FDF-6389-4B89-84DC-1FA80C2D3492}" type="presParOf" srcId="{5F1FB76D-0D46-49CA-8F08-2CB50D721659}" destId="{7BDBD2DB-7B47-4E0F-B097-1966D738A9AF}" srcOrd="1" destOrd="0" presId="urn:microsoft.com/office/officeart/2008/layout/LinedList"/>
    <dgm:cxn modelId="{6AA7002C-6847-4622-9AB4-A839557BCE60}" type="presParOf" srcId="{7BDBD2DB-7B47-4E0F-B097-1966D738A9AF}" destId="{1C67FD72-DB0A-4FBC-BDC6-364D0D53FAF1}" srcOrd="0" destOrd="0" presId="urn:microsoft.com/office/officeart/2008/layout/LinedList"/>
    <dgm:cxn modelId="{7862E0D7-0643-41D7-BF96-6ABDA7A2EA5C}" type="presParOf" srcId="{7BDBD2DB-7B47-4E0F-B097-1966D738A9AF}" destId="{8367D840-3E78-4C85-B089-3B57C3C56815}" srcOrd="1" destOrd="0" presId="urn:microsoft.com/office/officeart/2008/layout/LinedList"/>
    <dgm:cxn modelId="{9A25F8B2-B918-474A-BB8A-1658B37A4AAE}" type="presParOf" srcId="{8367D840-3E78-4C85-B089-3B57C3C56815}" destId="{E7B30442-9534-42CE-BBA3-4C8EFB4D7F79}" srcOrd="0" destOrd="0" presId="urn:microsoft.com/office/officeart/2008/layout/LinedList"/>
    <dgm:cxn modelId="{798AA76A-4F8A-4AEF-8A8C-7AB2506C4131}" type="presParOf" srcId="{8367D840-3E78-4C85-B089-3B57C3C56815}" destId="{8C3E81D0-D07C-4C37-AEE8-BE656FE95280}" srcOrd="1" destOrd="0" presId="urn:microsoft.com/office/officeart/2008/layout/LinedList"/>
    <dgm:cxn modelId="{216E87E6-B251-43DC-BB4D-D0AD1FCB9360}" type="presParOf" srcId="{8367D840-3E78-4C85-B089-3B57C3C56815}" destId="{FE14F212-1A15-4044-8FF9-929087217794}" srcOrd="2" destOrd="0" presId="urn:microsoft.com/office/officeart/2008/layout/LinedList"/>
    <dgm:cxn modelId="{C1F3DFF2-F4E1-4283-BF25-31D21121A91C}" type="presParOf" srcId="{7BDBD2DB-7B47-4E0F-B097-1966D738A9AF}" destId="{1159D26A-02D6-4834-A424-DA07177F4DD4}" srcOrd="2" destOrd="0" presId="urn:microsoft.com/office/officeart/2008/layout/LinedList"/>
    <dgm:cxn modelId="{B9D59441-2B70-43C7-A9B0-611E45F1D4C4}" type="presParOf" srcId="{7BDBD2DB-7B47-4E0F-B097-1966D738A9AF}" destId="{F3331656-105A-4A80-9B0F-0295695ED2B4}" srcOrd="3" destOrd="0" presId="urn:microsoft.com/office/officeart/2008/layout/LinedList"/>
    <dgm:cxn modelId="{2DC0F275-40B6-486C-823B-3BED64A7DB21}" type="presParOf" srcId="{7BDBD2DB-7B47-4E0F-B097-1966D738A9AF}" destId="{630718C7-756D-4172-AA39-322ECA44BEE4}" srcOrd="4" destOrd="0" presId="urn:microsoft.com/office/officeart/2008/layout/LinedList"/>
    <dgm:cxn modelId="{D3D5ECAD-A2F4-4F2E-BF40-2281115CDFCB}" type="presParOf" srcId="{630718C7-756D-4172-AA39-322ECA44BEE4}" destId="{5914A920-2877-4E9F-8F87-5D4F7B3AB922}" srcOrd="0" destOrd="0" presId="urn:microsoft.com/office/officeart/2008/layout/LinedList"/>
    <dgm:cxn modelId="{CFFE0138-E6F7-40D1-B197-170F24BEE0FD}" type="presParOf" srcId="{630718C7-756D-4172-AA39-322ECA44BEE4}" destId="{E818EA44-05D4-4DDB-A0EF-476BD8EA6F05}" srcOrd="1" destOrd="0" presId="urn:microsoft.com/office/officeart/2008/layout/LinedList"/>
    <dgm:cxn modelId="{A77854A5-C53A-40D1-B521-2E574728168D}" type="presParOf" srcId="{630718C7-756D-4172-AA39-322ECA44BEE4}" destId="{3C904CA8-4D9D-4566-AAED-9FE71A977184}" srcOrd="2" destOrd="0" presId="urn:microsoft.com/office/officeart/2008/layout/LinedList"/>
    <dgm:cxn modelId="{6041D360-206C-4B27-8C93-1DEC0FB937E3}" type="presParOf" srcId="{7BDBD2DB-7B47-4E0F-B097-1966D738A9AF}" destId="{B2EF2030-43A7-4C01-ACF1-5C479514041B}" srcOrd="5" destOrd="0" presId="urn:microsoft.com/office/officeart/2008/layout/LinedList"/>
    <dgm:cxn modelId="{D1A54F70-2609-4404-9013-3B2C749AFF78}" type="presParOf" srcId="{7BDBD2DB-7B47-4E0F-B097-1966D738A9AF}" destId="{E3B644BF-0C0E-4759-AC32-D261EB2D625A}" srcOrd="6" destOrd="0" presId="urn:microsoft.com/office/officeart/2008/layout/LinedList"/>
    <dgm:cxn modelId="{D3CE1005-82C1-4FD1-826A-7CCF6D283B3E}" type="presParOf" srcId="{7BDBD2DB-7B47-4E0F-B097-1966D738A9AF}" destId="{243D7AC2-6ED9-4BC0-859C-F273D149DB27}" srcOrd="7" destOrd="0" presId="urn:microsoft.com/office/officeart/2008/layout/LinedList"/>
    <dgm:cxn modelId="{08630CBF-49F4-49B8-9ED7-3992634A6FE9}" type="presParOf" srcId="{243D7AC2-6ED9-4BC0-859C-F273D149DB27}" destId="{9D82A9C2-DF50-4012-941C-7027817027A3}" srcOrd="0" destOrd="0" presId="urn:microsoft.com/office/officeart/2008/layout/LinedList"/>
    <dgm:cxn modelId="{5B661D63-A045-4BBB-97F9-EDAA063CB2FB}" type="presParOf" srcId="{243D7AC2-6ED9-4BC0-859C-F273D149DB27}" destId="{A7EEBAAF-0E75-4680-BD7B-268C2D93621C}" srcOrd="1" destOrd="0" presId="urn:microsoft.com/office/officeart/2008/layout/LinedList"/>
    <dgm:cxn modelId="{0C53DE0E-E041-4402-8D75-9E675D10A0CE}" type="presParOf" srcId="{243D7AC2-6ED9-4BC0-859C-F273D149DB27}" destId="{ABBD7718-3777-4CF3-ADC4-9CDAD8B6A8DB}" srcOrd="2" destOrd="0" presId="urn:microsoft.com/office/officeart/2008/layout/LinedList"/>
    <dgm:cxn modelId="{7516F88E-B6E9-437F-92D9-847DBB8ADAF0}" type="presParOf" srcId="{7BDBD2DB-7B47-4E0F-B097-1966D738A9AF}" destId="{A8A8E388-E53E-4A1C-AB27-02057E64E0F2}" srcOrd="8" destOrd="0" presId="urn:microsoft.com/office/officeart/2008/layout/LinedList"/>
    <dgm:cxn modelId="{36B430A5-5236-49CF-9D67-45BDBDBF281F}" type="presParOf" srcId="{7BDBD2DB-7B47-4E0F-B097-1966D738A9AF}" destId="{40D19395-F20E-4260-9793-19F271A03465}" srcOrd="9" destOrd="0" presId="urn:microsoft.com/office/officeart/2008/layout/LinedList"/>
    <dgm:cxn modelId="{C9F338D0-D6F0-47D7-8E2F-A7F017176486}" type="presParOf" srcId="{B0A91770-4388-45CD-B443-3DD1F1ED23D9}" destId="{959CB0A0-E72E-4C34-B28C-2B4FC8F13D98}" srcOrd="2" destOrd="0" presId="urn:microsoft.com/office/officeart/2008/layout/LinedList"/>
    <dgm:cxn modelId="{5E30E7A5-5237-4176-AA81-89758DA11470}" type="presParOf" srcId="{B0A91770-4388-45CD-B443-3DD1F1ED23D9}" destId="{8444F15A-E6B2-46FF-ACE8-A1D6F7EB94F3}" srcOrd="3" destOrd="0" presId="urn:microsoft.com/office/officeart/2008/layout/LinedList"/>
    <dgm:cxn modelId="{96CAECC9-B2D1-4037-885E-B5AD8D0653BF}" type="presParOf" srcId="{8444F15A-E6B2-46FF-ACE8-A1D6F7EB94F3}" destId="{2B3FCD8B-251D-4D69-B4F7-199CEB9B633F}" srcOrd="0" destOrd="0" presId="urn:microsoft.com/office/officeart/2008/layout/LinedList"/>
    <dgm:cxn modelId="{CA03DF15-C00D-4E39-855B-FC6885BA79C0}" type="presParOf" srcId="{8444F15A-E6B2-46FF-ACE8-A1D6F7EB94F3}" destId="{30D01099-C625-4C92-B1EA-F709111EA709}" srcOrd="1" destOrd="0" presId="urn:microsoft.com/office/officeart/2008/layout/LinedList"/>
    <dgm:cxn modelId="{F2C723EA-CACD-4385-80EA-D3CA63A5986F}" type="presParOf" srcId="{30D01099-C625-4C92-B1EA-F709111EA709}" destId="{D0A70031-C702-49DC-9F95-DC7A3C2D0F71}" srcOrd="0" destOrd="0" presId="urn:microsoft.com/office/officeart/2008/layout/LinedList"/>
    <dgm:cxn modelId="{679F2FDF-B704-4034-860D-721E56F23E2A}" type="presParOf" srcId="{30D01099-C625-4C92-B1EA-F709111EA709}" destId="{CF5C8B74-4B04-46C8-A993-01C92788423B}" srcOrd="1" destOrd="0" presId="urn:microsoft.com/office/officeart/2008/layout/LinedList"/>
    <dgm:cxn modelId="{463EF9A2-2136-4367-A0E3-41A18B98F01B}" type="presParOf" srcId="{CF5C8B74-4B04-46C8-A993-01C92788423B}" destId="{5915CFB0-672D-432B-892D-CCE46EB200AA}" srcOrd="0" destOrd="0" presId="urn:microsoft.com/office/officeart/2008/layout/LinedList"/>
    <dgm:cxn modelId="{0C7A3728-78AE-4D60-9112-E4952D39BB6E}" type="presParOf" srcId="{CF5C8B74-4B04-46C8-A993-01C92788423B}" destId="{75ACB5F5-707C-47D7-BDEE-6A9CE09A9F2E}" srcOrd="1" destOrd="0" presId="urn:microsoft.com/office/officeart/2008/layout/LinedList"/>
    <dgm:cxn modelId="{D65B2A62-6687-415B-B65B-C696812E2E9E}" type="presParOf" srcId="{CF5C8B74-4B04-46C8-A993-01C92788423B}" destId="{20CAE0B2-D7AF-4293-9CD0-4848C6290D1B}" srcOrd="2" destOrd="0" presId="urn:microsoft.com/office/officeart/2008/layout/LinedList"/>
    <dgm:cxn modelId="{57FFFE9B-799D-40EA-A324-0313CF21B731}" type="presParOf" srcId="{30D01099-C625-4C92-B1EA-F709111EA709}" destId="{99BCFAD3-FB11-45C7-A311-3F6B1F066756}" srcOrd="2" destOrd="0" presId="urn:microsoft.com/office/officeart/2008/layout/LinedList"/>
    <dgm:cxn modelId="{AC0D6A52-7B48-41C3-98C2-E1427CFB91C4}" type="presParOf" srcId="{30D01099-C625-4C92-B1EA-F709111EA709}" destId="{24227324-9FDC-42B4-84CF-3D23FCD77716}" srcOrd="3" destOrd="0" presId="urn:microsoft.com/office/officeart/2008/layout/LinedList"/>
    <dgm:cxn modelId="{36A480E5-35D9-4C44-B501-8E8CD0065F75}" type="presParOf" srcId="{30D01099-C625-4C92-B1EA-F709111EA709}" destId="{317D6F50-5AFE-4921-8295-2BF73CFEDD71}" srcOrd="4" destOrd="0" presId="urn:microsoft.com/office/officeart/2008/layout/LinedList"/>
    <dgm:cxn modelId="{8CA44C46-AAA6-46C8-881C-FEF4429C6EF7}" type="presParOf" srcId="{317D6F50-5AFE-4921-8295-2BF73CFEDD71}" destId="{9AF1F5D9-14FF-4C6C-8E12-04E5B5AD5E0E}" srcOrd="0" destOrd="0" presId="urn:microsoft.com/office/officeart/2008/layout/LinedList"/>
    <dgm:cxn modelId="{B0A8EF89-F66A-4149-9DE9-6B1B5080F6AE}" type="presParOf" srcId="{317D6F50-5AFE-4921-8295-2BF73CFEDD71}" destId="{78792E3F-E032-466A-9117-146006797D3B}" srcOrd="1" destOrd="0" presId="urn:microsoft.com/office/officeart/2008/layout/LinedList"/>
    <dgm:cxn modelId="{1AD6574E-0898-4710-A8AD-2DFC336BA609}" type="presParOf" srcId="{317D6F50-5AFE-4921-8295-2BF73CFEDD71}" destId="{2C1C6767-6A6B-442F-A5A0-73B550AA67A2}" srcOrd="2" destOrd="0" presId="urn:microsoft.com/office/officeart/2008/layout/LinedList"/>
    <dgm:cxn modelId="{8D140AA5-7B9F-409C-A044-2FA4319FC881}" type="presParOf" srcId="{30D01099-C625-4C92-B1EA-F709111EA709}" destId="{702D015E-9AA5-4299-A018-FB5A7772E97C}" srcOrd="5" destOrd="0" presId="urn:microsoft.com/office/officeart/2008/layout/LinedList"/>
    <dgm:cxn modelId="{E8313348-6987-4E01-ABD3-0D7306080FDF}" type="presParOf" srcId="{30D01099-C625-4C92-B1EA-F709111EA709}" destId="{0BEF05CA-5D9D-48CE-8F7F-898BEE645010}" srcOrd="6" destOrd="0" presId="urn:microsoft.com/office/officeart/2008/layout/LinedList"/>
    <dgm:cxn modelId="{E84F8735-721F-4896-8FD0-C9C2F012A0CB}" type="presParOf" srcId="{30D01099-C625-4C92-B1EA-F709111EA709}" destId="{C852F5B1-79D1-48B7-8B86-53B87FCF0116}" srcOrd="7" destOrd="0" presId="urn:microsoft.com/office/officeart/2008/layout/LinedList"/>
    <dgm:cxn modelId="{0DC69FD9-4258-4CD9-84BB-C4394D8AE645}" type="presParOf" srcId="{C852F5B1-79D1-48B7-8B86-53B87FCF0116}" destId="{A3CC3FD5-A851-46CF-A97E-20995814EAAE}" srcOrd="0" destOrd="0" presId="urn:microsoft.com/office/officeart/2008/layout/LinedList"/>
    <dgm:cxn modelId="{93F79B28-2868-406E-98BF-7839908F7332}" type="presParOf" srcId="{C852F5B1-79D1-48B7-8B86-53B87FCF0116}" destId="{FD382D1D-38B0-414B-A6BE-1BCB6F1E2F5C}" srcOrd="1" destOrd="0" presId="urn:microsoft.com/office/officeart/2008/layout/LinedList"/>
    <dgm:cxn modelId="{4B74C70F-788E-4147-92C4-90662196A97F}" type="presParOf" srcId="{C852F5B1-79D1-48B7-8B86-53B87FCF0116}" destId="{10EA82D6-DF25-49DF-BB42-E5659ADF07EC}" srcOrd="2" destOrd="0" presId="urn:microsoft.com/office/officeart/2008/layout/LinedList"/>
    <dgm:cxn modelId="{30720514-82C5-4115-894F-ED81BD106D18}" type="presParOf" srcId="{30D01099-C625-4C92-B1EA-F709111EA709}" destId="{8AF82E59-BFFC-40C5-8121-54698DBE2E3D}" srcOrd="8" destOrd="0" presId="urn:microsoft.com/office/officeart/2008/layout/LinedList"/>
    <dgm:cxn modelId="{A7CB34F1-0A34-40A9-A31B-14E9C878C15F}" type="presParOf" srcId="{30D01099-C625-4C92-B1EA-F709111EA709}" destId="{77F573E0-BB90-4AAD-BFB2-65F1CFA19AA6}" srcOrd="9" destOrd="0" presId="urn:microsoft.com/office/officeart/2008/layout/LinedList"/>
    <dgm:cxn modelId="{5DCB2DC2-E708-419A-AD48-4E8394706730}" type="presParOf" srcId="{30D01099-C625-4C92-B1EA-F709111EA709}" destId="{C9E4D5BE-09A3-4969-9244-87BA37F785CC}" srcOrd="10" destOrd="0" presId="urn:microsoft.com/office/officeart/2008/layout/LinedList"/>
    <dgm:cxn modelId="{166CD9C6-897A-4CFF-94B7-F5DA2CDCD57C}" type="presParOf" srcId="{C9E4D5BE-09A3-4969-9244-87BA37F785CC}" destId="{15466D79-E472-4A96-B731-807ED5FC04DF}" srcOrd="0" destOrd="0" presId="urn:microsoft.com/office/officeart/2008/layout/LinedList"/>
    <dgm:cxn modelId="{CF318899-D335-4813-A90B-062FA59DB200}" type="presParOf" srcId="{C9E4D5BE-09A3-4969-9244-87BA37F785CC}" destId="{88B03D0F-E6D6-4EAE-AEAE-9A71D3A82D37}" srcOrd="1" destOrd="0" presId="urn:microsoft.com/office/officeart/2008/layout/LinedList"/>
    <dgm:cxn modelId="{7F23D6D1-F83C-4D4C-BE5A-7788FECE8B79}" type="presParOf" srcId="{C9E4D5BE-09A3-4969-9244-87BA37F785CC}" destId="{33C0E204-B793-4F73-A7DF-90B70C696FFB}" srcOrd="2" destOrd="0" presId="urn:microsoft.com/office/officeart/2008/layout/LinedList"/>
    <dgm:cxn modelId="{AF49A42D-DB85-4921-B78C-727E209A0CDC}" type="presParOf" srcId="{30D01099-C625-4C92-B1EA-F709111EA709}" destId="{0FEB086C-8C84-4432-A08A-8C2322ADC45A}" srcOrd="11" destOrd="0" presId="urn:microsoft.com/office/officeart/2008/layout/LinedList"/>
    <dgm:cxn modelId="{3117C720-8490-4CD6-8B34-1DDFD4965549}" type="presParOf" srcId="{30D01099-C625-4C92-B1EA-F709111EA709}" destId="{F2A41FF3-D822-4299-BC53-013E3DFB6499}"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D86D2D9-EA75-4710-9DE0-0F294668D37F}"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4309DC24-AE03-4122-A66E-F3C2A7570144}">
      <dgm:prSet/>
      <dgm:spPr/>
      <dgm:t>
        <a:bodyPr/>
        <a:lstStyle/>
        <a:p>
          <a:r>
            <a:rPr lang="pt-PT"/>
            <a:t>1. Comprehensive Model Comparison</a:t>
          </a:r>
          <a:endParaRPr lang="en-US"/>
        </a:p>
      </dgm:t>
    </dgm:pt>
    <dgm:pt modelId="{C7F20FC1-EED2-4704-9076-65AB26FBB2E1}" type="parTrans" cxnId="{F2EF4A08-635C-499D-B51F-9DB5152EA12C}">
      <dgm:prSet/>
      <dgm:spPr/>
      <dgm:t>
        <a:bodyPr/>
        <a:lstStyle/>
        <a:p>
          <a:endParaRPr lang="en-US"/>
        </a:p>
      </dgm:t>
    </dgm:pt>
    <dgm:pt modelId="{AC2DFA8A-543D-4E3E-B5DA-83042756373F}" type="sibTrans" cxnId="{F2EF4A08-635C-499D-B51F-9DB5152EA12C}">
      <dgm:prSet/>
      <dgm:spPr/>
      <dgm:t>
        <a:bodyPr/>
        <a:lstStyle/>
        <a:p>
          <a:endParaRPr lang="en-US"/>
        </a:p>
      </dgm:t>
    </dgm:pt>
    <dgm:pt modelId="{07F92B17-C3CE-4D1D-BDFA-EDC020E3EEDA}">
      <dgm:prSet/>
      <dgm:spPr/>
      <dgm:t>
        <a:bodyPr/>
        <a:lstStyle/>
        <a:p>
          <a:r>
            <a:rPr lang="pt-PT"/>
            <a:t>- Created comparison table with baseline, polynomial regression, and k-NN models</a:t>
          </a:r>
          <a:endParaRPr lang="en-US"/>
        </a:p>
      </dgm:t>
    </dgm:pt>
    <dgm:pt modelId="{A1F8FABD-BA64-4F94-838F-F9670B6B1819}" type="parTrans" cxnId="{C1DE3492-405D-44AE-BCEC-7D68E33FAEEA}">
      <dgm:prSet/>
      <dgm:spPr/>
      <dgm:t>
        <a:bodyPr/>
        <a:lstStyle/>
        <a:p>
          <a:endParaRPr lang="en-US"/>
        </a:p>
      </dgm:t>
    </dgm:pt>
    <dgm:pt modelId="{08775901-A201-4740-B57A-5CE807561782}" type="sibTrans" cxnId="{C1DE3492-405D-44AE-BCEC-7D68E33FAEEA}">
      <dgm:prSet/>
      <dgm:spPr/>
      <dgm:t>
        <a:bodyPr/>
        <a:lstStyle/>
        <a:p>
          <a:endParaRPr lang="en-US"/>
        </a:p>
      </dgm:t>
    </dgm:pt>
    <dgm:pt modelId="{EA064A3D-B931-4027-B2F8-0802E51D5F67}">
      <dgm:prSet/>
      <dgm:spPr/>
      <dgm:t>
        <a:bodyPr/>
        <a:lstStyle/>
        <a:p>
          <a:r>
            <a:rPr lang="pt-PT"/>
            <a:t>- Included hyperparameter configurations for each model</a:t>
          </a:r>
          <a:endParaRPr lang="en-US"/>
        </a:p>
      </dgm:t>
    </dgm:pt>
    <dgm:pt modelId="{EC811A44-8DC1-444A-BD0D-FD1BE764AC40}" type="parTrans" cxnId="{E530F393-E2D7-4540-874C-A0F1FA21B8BE}">
      <dgm:prSet/>
      <dgm:spPr/>
      <dgm:t>
        <a:bodyPr/>
        <a:lstStyle/>
        <a:p>
          <a:endParaRPr lang="en-US"/>
        </a:p>
      </dgm:t>
    </dgm:pt>
    <dgm:pt modelId="{A1BC16C4-66EC-47E0-9EF7-FC70D5ADB603}" type="sibTrans" cxnId="{E530F393-E2D7-4540-874C-A0F1FA21B8BE}">
      <dgm:prSet/>
      <dgm:spPr/>
      <dgm:t>
        <a:bodyPr/>
        <a:lstStyle/>
        <a:p>
          <a:endParaRPr lang="en-US"/>
        </a:p>
      </dgm:t>
    </dgm:pt>
    <dgm:pt modelId="{3F5C6AC9-5716-4797-8673-3ED16DC07252}">
      <dgm:prSet/>
      <dgm:spPr/>
      <dgm:t>
        <a:bodyPr/>
        <a:lstStyle/>
        <a:p>
          <a:r>
            <a:rPr lang="pt-PT"/>
            <a:t>- Displayed min, max, mean, and standard deviation of errors</a:t>
          </a:r>
          <a:endParaRPr lang="en-US"/>
        </a:p>
      </dgm:t>
    </dgm:pt>
    <dgm:pt modelId="{8EBE5A60-0E53-40D6-8AE6-374D76EC7EDA}" type="parTrans" cxnId="{46C1C16D-3832-444B-B97B-0ECC3ED324B9}">
      <dgm:prSet/>
      <dgm:spPr/>
      <dgm:t>
        <a:bodyPr/>
        <a:lstStyle/>
        <a:p>
          <a:endParaRPr lang="en-US"/>
        </a:p>
      </dgm:t>
    </dgm:pt>
    <dgm:pt modelId="{65146A71-9EB8-4770-88AF-FDA8E0BE5267}" type="sibTrans" cxnId="{46C1C16D-3832-444B-B97B-0ECC3ED324B9}">
      <dgm:prSet/>
      <dgm:spPr/>
      <dgm:t>
        <a:bodyPr/>
        <a:lstStyle/>
        <a:p>
          <a:endParaRPr lang="en-US"/>
        </a:p>
      </dgm:t>
    </dgm:pt>
    <dgm:pt modelId="{4B7802E2-67B2-43B2-887C-46F04DD69480}">
      <dgm:prSet/>
      <dgm:spPr/>
      <dgm:t>
        <a:bodyPr/>
        <a:lstStyle/>
        <a:p>
          <a:r>
            <a:rPr lang="pt-PT"/>
            <a:t>- Identified best performing model based on mean cross-validation error</a:t>
          </a:r>
          <a:endParaRPr lang="en-US"/>
        </a:p>
      </dgm:t>
    </dgm:pt>
    <dgm:pt modelId="{5AB4C030-D1AB-4D72-A2ED-C8455D34D1B1}" type="parTrans" cxnId="{0427E0A6-948D-4533-A18D-1EC022C9872D}">
      <dgm:prSet/>
      <dgm:spPr/>
      <dgm:t>
        <a:bodyPr/>
        <a:lstStyle/>
        <a:p>
          <a:endParaRPr lang="en-US"/>
        </a:p>
      </dgm:t>
    </dgm:pt>
    <dgm:pt modelId="{78D9B1FF-6D54-4D53-BA04-3C1401E73E1D}" type="sibTrans" cxnId="{0427E0A6-948D-4533-A18D-1EC022C9872D}">
      <dgm:prSet/>
      <dgm:spPr/>
      <dgm:t>
        <a:bodyPr/>
        <a:lstStyle/>
        <a:p>
          <a:endParaRPr lang="en-US"/>
        </a:p>
      </dgm:t>
    </dgm:pt>
    <dgm:pt modelId="{7186E5F7-3694-4A71-9291-3C798C50C7A9}">
      <dgm:prSet/>
      <dgm:spPr/>
      <dgm:t>
        <a:bodyPr/>
        <a:lstStyle/>
        <a:p>
          <a:r>
            <a:rPr lang="pt-PT"/>
            <a:t>2. Hyperparameter Tuning Visualization</a:t>
          </a:r>
          <a:endParaRPr lang="en-US"/>
        </a:p>
      </dgm:t>
    </dgm:pt>
    <dgm:pt modelId="{40CFC30C-BF56-4E8D-B92A-4677E7C35B97}" type="parTrans" cxnId="{7CDD3231-00A7-434A-9C3D-6FDCAD2C88B8}">
      <dgm:prSet/>
      <dgm:spPr/>
      <dgm:t>
        <a:bodyPr/>
        <a:lstStyle/>
        <a:p>
          <a:endParaRPr lang="en-US"/>
        </a:p>
      </dgm:t>
    </dgm:pt>
    <dgm:pt modelId="{8AEA8414-593A-429E-ACD3-05B6A9943DF6}" type="sibTrans" cxnId="{7CDD3231-00A7-434A-9C3D-6FDCAD2C88B8}">
      <dgm:prSet/>
      <dgm:spPr/>
      <dgm:t>
        <a:bodyPr/>
        <a:lstStyle/>
        <a:p>
          <a:endParaRPr lang="en-US"/>
        </a:p>
      </dgm:t>
    </dgm:pt>
    <dgm:pt modelId="{F6A912D5-FE63-4B42-A8A2-3E705687B03C}">
      <dgm:prSet/>
      <dgm:spPr/>
      <dgm:t>
        <a:bodyPr/>
        <a:lstStyle/>
        <a:p>
          <a:r>
            <a:rPr lang="pt-PT"/>
            <a:t>- Plotted polynomial degree vs MSE with confidence intervals</a:t>
          </a:r>
          <a:endParaRPr lang="en-US"/>
        </a:p>
      </dgm:t>
    </dgm:pt>
    <dgm:pt modelId="{E2C4C7D0-0235-491E-BDD1-0CFA554C0C23}" type="parTrans" cxnId="{75CEBB20-A2C6-47C3-BF05-71D0712A2486}">
      <dgm:prSet/>
      <dgm:spPr/>
      <dgm:t>
        <a:bodyPr/>
        <a:lstStyle/>
        <a:p>
          <a:endParaRPr lang="en-US"/>
        </a:p>
      </dgm:t>
    </dgm:pt>
    <dgm:pt modelId="{479C41B3-86B8-4592-9D4A-59EAA9951E41}" type="sibTrans" cxnId="{75CEBB20-A2C6-47C3-BF05-71D0712A2486}">
      <dgm:prSet/>
      <dgm:spPr/>
      <dgm:t>
        <a:bodyPr/>
        <a:lstStyle/>
        <a:p>
          <a:endParaRPr lang="en-US"/>
        </a:p>
      </dgm:t>
    </dgm:pt>
    <dgm:pt modelId="{FA5A8EC1-635C-4C2E-8047-8CB76463C78B}">
      <dgm:prSet/>
      <dgm:spPr/>
      <dgm:t>
        <a:bodyPr/>
        <a:lstStyle/>
        <a:p>
          <a:r>
            <a:rPr lang="pt-PT"/>
            <a:t>- Plotted k-value vs MSE with confidence intervals</a:t>
          </a:r>
          <a:endParaRPr lang="en-US"/>
        </a:p>
      </dgm:t>
    </dgm:pt>
    <dgm:pt modelId="{558B86A4-A0B6-4B2C-A635-396C7F45A39C}" type="parTrans" cxnId="{7CA21A9B-5D5E-4696-BEE3-BDDF1D969862}">
      <dgm:prSet/>
      <dgm:spPr/>
      <dgm:t>
        <a:bodyPr/>
        <a:lstStyle/>
        <a:p>
          <a:endParaRPr lang="en-US"/>
        </a:p>
      </dgm:t>
    </dgm:pt>
    <dgm:pt modelId="{C528796A-5EFA-416F-BF5E-718C63F2737A}" type="sibTrans" cxnId="{7CA21A9B-5D5E-4696-BEE3-BDDF1D969862}">
      <dgm:prSet/>
      <dgm:spPr/>
      <dgm:t>
        <a:bodyPr/>
        <a:lstStyle/>
        <a:p>
          <a:endParaRPr lang="en-US"/>
        </a:p>
      </dgm:t>
    </dgm:pt>
    <dgm:pt modelId="{ECBE5F2E-6098-41C8-9072-33BBFC505947}">
      <dgm:prSet/>
      <dgm:spPr/>
      <dgm:t>
        <a:bodyPr/>
        <a:lstStyle/>
        <a:p>
          <a:r>
            <a:rPr lang="pt-PT"/>
            <a:t>- Marked optimal hyperparameters with vertical lines</a:t>
          </a:r>
          <a:endParaRPr lang="en-US"/>
        </a:p>
      </dgm:t>
    </dgm:pt>
    <dgm:pt modelId="{96A2C522-0FCB-49E0-B039-6A0736D6A51B}" type="parTrans" cxnId="{5A883A1F-5413-4DFA-AFA6-77588575D761}">
      <dgm:prSet/>
      <dgm:spPr/>
      <dgm:t>
        <a:bodyPr/>
        <a:lstStyle/>
        <a:p>
          <a:endParaRPr lang="en-US"/>
        </a:p>
      </dgm:t>
    </dgm:pt>
    <dgm:pt modelId="{52937AB7-7E36-4DC6-812A-4346549E1601}" type="sibTrans" cxnId="{5A883A1F-5413-4DFA-AFA6-77588575D761}">
      <dgm:prSet/>
      <dgm:spPr/>
      <dgm:t>
        <a:bodyPr/>
        <a:lstStyle/>
        <a:p>
          <a:endParaRPr lang="en-US"/>
        </a:p>
      </dgm:t>
    </dgm:pt>
    <dgm:pt modelId="{269D4CFE-5E84-4E68-8FF0-6451A9036E89}">
      <dgm:prSet/>
      <dgm:spPr/>
      <dgm:t>
        <a:bodyPr/>
        <a:lstStyle/>
        <a:p>
          <a:r>
            <a:rPr lang="pt-PT"/>
            <a:t>- Showed performance trends across hyperparameter ranges</a:t>
          </a:r>
          <a:endParaRPr lang="en-US"/>
        </a:p>
      </dgm:t>
    </dgm:pt>
    <dgm:pt modelId="{67CD323E-B42A-4D48-A72F-1D47B083F38A}" type="parTrans" cxnId="{1B939398-C05A-4C93-86C2-1E10F04B1B90}">
      <dgm:prSet/>
      <dgm:spPr/>
      <dgm:t>
        <a:bodyPr/>
        <a:lstStyle/>
        <a:p>
          <a:endParaRPr lang="en-US"/>
        </a:p>
      </dgm:t>
    </dgm:pt>
    <dgm:pt modelId="{1F97C52E-91A8-43F0-8D74-41EB8DE175B4}" type="sibTrans" cxnId="{1B939398-C05A-4C93-86C2-1E10F04B1B90}">
      <dgm:prSet/>
      <dgm:spPr/>
      <dgm:t>
        <a:bodyPr/>
        <a:lstStyle/>
        <a:p>
          <a:endParaRPr lang="en-US"/>
        </a:p>
      </dgm:t>
    </dgm:pt>
    <dgm:pt modelId="{4E4AEA34-1B95-4206-82BC-7FA6765F1202}">
      <dgm:prSet/>
      <dgm:spPr/>
      <dgm:t>
        <a:bodyPr/>
        <a:lstStyle/>
        <a:p>
          <a:r>
            <a:rPr lang="pt-PT"/>
            <a:t>3. Model Predictions Comparison</a:t>
          </a:r>
          <a:endParaRPr lang="en-US"/>
        </a:p>
      </dgm:t>
    </dgm:pt>
    <dgm:pt modelId="{85814084-0181-4347-8898-C599BB77F822}" type="parTrans" cxnId="{FE1577EC-1869-4A14-B87F-83A869C062E3}">
      <dgm:prSet/>
      <dgm:spPr/>
      <dgm:t>
        <a:bodyPr/>
        <a:lstStyle/>
        <a:p>
          <a:endParaRPr lang="en-US"/>
        </a:p>
      </dgm:t>
    </dgm:pt>
    <dgm:pt modelId="{CF0A4192-BDD8-4E03-BC21-F074225FE05E}" type="sibTrans" cxnId="{FE1577EC-1869-4A14-B87F-83A869C062E3}">
      <dgm:prSet/>
      <dgm:spPr/>
      <dgm:t>
        <a:bodyPr/>
        <a:lstStyle/>
        <a:p>
          <a:endParaRPr lang="en-US"/>
        </a:p>
      </dgm:t>
    </dgm:pt>
    <dgm:pt modelId="{B3E2FF39-7B7D-41DB-9C47-948407FDAA5D}">
      <dgm:prSet/>
      <dgm:spPr/>
      <dgm:t>
        <a:bodyPr/>
        <a:lstStyle/>
        <a:p>
          <a:r>
            <a:rPr lang="pt-PT"/>
            <a:t>- Created scatter plots of true vs predicted values for all three models</a:t>
          </a:r>
          <a:endParaRPr lang="en-US"/>
        </a:p>
      </dgm:t>
    </dgm:pt>
    <dgm:pt modelId="{3A113F7C-11D8-4CB9-BC30-D4D4DC58D639}" type="parTrans" cxnId="{0E164358-7F56-4945-81F2-752D7BEEB0CA}">
      <dgm:prSet/>
      <dgm:spPr/>
      <dgm:t>
        <a:bodyPr/>
        <a:lstStyle/>
        <a:p>
          <a:endParaRPr lang="en-US"/>
        </a:p>
      </dgm:t>
    </dgm:pt>
    <dgm:pt modelId="{FE13E537-842A-4C79-962C-DF6B53F2D1D7}" type="sibTrans" cxnId="{0E164358-7F56-4945-81F2-752D7BEEB0CA}">
      <dgm:prSet/>
      <dgm:spPr/>
      <dgm:t>
        <a:bodyPr/>
        <a:lstStyle/>
        <a:p>
          <a:endParaRPr lang="en-US"/>
        </a:p>
      </dgm:t>
    </dgm:pt>
    <dgm:pt modelId="{D7C6D30E-0BFA-47AC-89AA-14D593B24188}">
      <dgm:prSet/>
      <dgm:spPr/>
      <dgm:t>
        <a:bodyPr/>
        <a:lstStyle/>
        <a:p>
          <a:r>
            <a:rPr lang="pt-PT"/>
            <a:t>- Displayed MSE on each plot for direct comparison</a:t>
          </a:r>
          <a:endParaRPr lang="en-US"/>
        </a:p>
      </dgm:t>
    </dgm:pt>
    <dgm:pt modelId="{9109480C-C035-4216-838C-2ECD771D5BA0}" type="parTrans" cxnId="{4D93D916-F059-44D8-BD48-3778AB4B527C}">
      <dgm:prSet/>
      <dgm:spPr/>
      <dgm:t>
        <a:bodyPr/>
        <a:lstStyle/>
        <a:p>
          <a:endParaRPr lang="en-US"/>
        </a:p>
      </dgm:t>
    </dgm:pt>
    <dgm:pt modelId="{8B969E9D-5BEC-4D0C-A2CE-AFDA5A0F4D8F}" type="sibTrans" cxnId="{4D93D916-F059-44D8-BD48-3778AB4B527C}">
      <dgm:prSet/>
      <dgm:spPr/>
      <dgm:t>
        <a:bodyPr/>
        <a:lstStyle/>
        <a:p>
          <a:endParaRPr lang="en-US"/>
        </a:p>
      </dgm:t>
    </dgm:pt>
    <dgm:pt modelId="{0CEBE5E8-7636-4476-A8D7-9F7565DD55CA}">
      <dgm:prSet/>
      <dgm:spPr/>
      <dgm:t>
        <a:bodyPr/>
        <a:lstStyle/>
        <a:p>
          <a:r>
            <a:rPr lang="pt-PT"/>
            <a:t>- Included ideal prediction line (y=x) as reference</a:t>
          </a:r>
          <a:endParaRPr lang="en-US"/>
        </a:p>
      </dgm:t>
    </dgm:pt>
    <dgm:pt modelId="{EE518ACE-7071-4E9D-BC81-EDA8FE4D0740}" type="parTrans" cxnId="{0783B0B6-C78C-450A-8053-5BC3A85EB2E1}">
      <dgm:prSet/>
      <dgm:spPr/>
      <dgm:t>
        <a:bodyPr/>
        <a:lstStyle/>
        <a:p>
          <a:endParaRPr lang="en-US"/>
        </a:p>
      </dgm:t>
    </dgm:pt>
    <dgm:pt modelId="{A3638222-F85A-44A6-AF02-FD41D8D62DEB}" type="sibTrans" cxnId="{0783B0B6-C78C-450A-8053-5BC3A85EB2E1}">
      <dgm:prSet/>
      <dgm:spPr/>
      <dgm:t>
        <a:bodyPr/>
        <a:lstStyle/>
        <a:p>
          <a:endParaRPr lang="en-US"/>
        </a:p>
      </dgm:t>
    </dgm:pt>
    <dgm:pt modelId="{D6ECACD5-38F8-420D-BF4C-C67790900119}">
      <dgm:prSet/>
      <dgm:spPr/>
      <dgm:t>
        <a:bodyPr/>
        <a:lstStyle/>
        <a:p>
          <a:r>
            <a:rPr lang="pt-PT"/>
            <a:t>- Generated combined and individual visualization plots</a:t>
          </a:r>
          <a:endParaRPr lang="en-US"/>
        </a:p>
      </dgm:t>
    </dgm:pt>
    <dgm:pt modelId="{F8ADAB32-ED09-4F2B-9993-D018C54450F9}" type="parTrans" cxnId="{B1659C37-F832-4A75-AE7C-B163665CDC21}">
      <dgm:prSet/>
      <dgm:spPr/>
      <dgm:t>
        <a:bodyPr/>
        <a:lstStyle/>
        <a:p>
          <a:endParaRPr lang="en-US"/>
        </a:p>
      </dgm:t>
    </dgm:pt>
    <dgm:pt modelId="{ADC63488-5704-490B-AB9C-1BAE50BC4C55}" type="sibTrans" cxnId="{B1659C37-F832-4A75-AE7C-B163665CDC21}">
      <dgm:prSet/>
      <dgm:spPr/>
      <dgm:t>
        <a:bodyPr/>
        <a:lstStyle/>
        <a:p>
          <a:endParaRPr lang="en-US"/>
        </a:p>
      </dgm:t>
    </dgm:pt>
    <dgm:pt modelId="{01A7BD3B-4277-4E59-92E4-626AAC2C128E}" type="pres">
      <dgm:prSet presAssocID="{4D86D2D9-EA75-4710-9DE0-0F294668D37F}" presName="vert0" presStyleCnt="0">
        <dgm:presLayoutVars>
          <dgm:dir/>
          <dgm:animOne val="branch"/>
          <dgm:animLvl val="lvl"/>
        </dgm:presLayoutVars>
      </dgm:prSet>
      <dgm:spPr/>
    </dgm:pt>
    <dgm:pt modelId="{776552C1-72EC-4E07-92B7-4711B6688398}" type="pres">
      <dgm:prSet presAssocID="{4309DC24-AE03-4122-A66E-F3C2A7570144}" presName="thickLine" presStyleLbl="alignNode1" presStyleIdx="0" presStyleCnt="3"/>
      <dgm:spPr/>
    </dgm:pt>
    <dgm:pt modelId="{D58A1F0E-FAD6-48D8-A942-6D99A54C4DDE}" type="pres">
      <dgm:prSet presAssocID="{4309DC24-AE03-4122-A66E-F3C2A7570144}" presName="horz1" presStyleCnt="0"/>
      <dgm:spPr/>
    </dgm:pt>
    <dgm:pt modelId="{C31D7E9B-41E2-4B89-B9EE-B9C62342E5D2}" type="pres">
      <dgm:prSet presAssocID="{4309DC24-AE03-4122-A66E-F3C2A7570144}" presName="tx1" presStyleLbl="revTx" presStyleIdx="0" presStyleCnt="15"/>
      <dgm:spPr/>
    </dgm:pt>
    <dgm:pt modelId="{C802D92F-5959-4620-AF60-BDF9ACF09320}" type="pres">
      <dgm:prSet presAssocID="{4309DC24-AE03-4122-A66E-F3C2A7570144}" presName="vert1" presStyleCnt="0"/>
      <dgm:spPr/>
    </dgm:pt>
    <dgm:pt modelId="{47247FDA-1C31-4541-8AC8-44548E42FA3F}" type="pres">
      <dgm:prSet presAssocID="{07F92B17-C3CE-4D1D-BDFA-EDC020E3EEDA}" presName="vertSpace2a" presStyleCnt="0"/>
      <dgm:spPr/>
    </dgm:pt>
    <dgm:pt modelId="{1D4225A7-742E-4694-817A-AEB39BE1AF36}" type="pres">
      <dgm:prSet presAssocID="{07F92B17-C3CE-4D1D-BDFA-EDC020E3EEDA}" presName="horz2" presStyleCnt="0"/>
      <dgm:spPr/>
    </dgm:pt>
    <dgm:pt modelId="{6DBE1DDB-4292-47E2-8563-209791500BF0}" type="pres">
      <dgm:prSet presAssocID="{07F92B17-C3CE-4D1D-BDFA-EDC020E3EEDA}" presName="horzSpace2" presStyleCnt="0"/>
      <dgm:spPr/>
    </dgm:pt>
    <dgm:pt modelId="{E811AD69-C3D1-4278-97B8-F491DF7CB520}" type="pres">
      <dgm:prSet presAssocID="{07F92B17-C3CE-4D1D-BDFA-EDC020E3EEDA}" presName="tx2" presStyleLbl="revTx" presStyleIdx="1" presStyleCnt="15"/>
      <dgm:spPr/>
    </dgm:pt>
    <dgm:pt modelId="{6CB07BB0-E07E-43C8-B325-DDBF77D965AA}" type="pres">
      <dgm:prSet presAssocID="{07F92B17-C3CE-4D1D-BDFA-EDC020E3EEDA}" presName="vert2" presStyleCnt="0"/>
      <dgm:spPr/>
    </dgm:pt>
    <dgm:pt modelId="{08A33DE1-0909-475E-BA78-8184BB18A7C9}" type="pres">
      <dgm:prSet presAssocID="{07F92B17-C3CE-4D1D-BDFA-EDC020E3EEDA}" presName="thinLine2b" presStyleLbl="callout" presStyleIdx="0" presStyleCnt="12"/>
      <dgm:spPr/>
    </dgm:pt>
    <dgm:pt modelId="{FE2182FB-318F-463C-BA54-F14205BE7DAD}" type="pres">
      <dgm:prSet presAssocID="{07F92B17-C3CE-4D1D-BDFA-EDC020E3EEDA}" presName="vertSpace2b" presStyleCnt="0"/>
      <dgm:spPr/>
    </dgm:pt>
    <dgm:pt modelId="{48107263-0668-47D8-9873-869158DF87D2}" type="pres">
      <dgm:prSet presAssocID="{EA064A3D-B931-4027-B2F8-0802E51D5F67}" presName="horz2" presStyleCnt="0"/>
      <dgm:spPr/>
    </dgm:pt>
    <dgm:pt modelId="{06557C58-DA66-4A84-B0B3-D71AC7BB8D6A}" type="pres">
      <dgm:prSet presAssocID="{EA064A3D-B931-4027-B2F8-0802E51D5F67}" presName="horzSpace2" presStyleCnt="0"/>
      <dgm:spPr/>
    </dgm:pt>
    <dgm:pt modelId="{703B96AC-2AC5-44EE-B19E-060E855825AA}" type="pres">
      <dgm:prSet presAssocID="{EA064A3D-B931-4027-B2F8-0802E51D5F67}" presName="tx2" presStyleLbl="revTx" presStyleIdx="2" presStyleCnt="15"/>
      <dgm:spPr/>
    </dgm:pt>
    <dgm:pt modelId="{EB69FBC0-7482-44E4-8D4B-D3E0C8447402}" type="pres">
      <dgm:prSet presAssocID="{EA064A3D-B931-4027-B2F8-0802E51D5F67}" presName="vert2" presStyleCnt="0"/>
      <dgm:spPr/>
    </dgm:pt>
    <dgm:pt modelId="{14D5E1E0-9445-4B1F-8224-E33A73E3ACB8}" type="pres">
      <dgm:prSet presAssocID="{EA064A3D-B931-4027-B2F8-0802E51D5F67}" presName="thinLine2b" presStyleLbl="callout" presStyleIdx="1" presStyleCnt="12"/>
      <dgm:spPr/>
    </dgm:pt>
    <dgm:pt modelId="{F76D2BAC-281D-40BF-B381-15A7855802C0}" type="pres">
      <dgm:prSet presAssocID="{EA064A3D-B931-4027-B2F8-0802E51D5F67}" presName="vertSpace2b" presStyleCnt="0"/>
      <dgm:spPr/>
    </dgm:pt>
    <dgm:pt modelId="{CCF1B831-60F7-441B-ACF4-078B026B95DF}" type="pres">
      <dgm:prSet presAssocID="{3F5C6AC9-5716-4797-8673-3ED16DC07252}" presName="horz2" presStyleCnt="0"/>
      <dgm:spPr/>
    </dgm:pt>
    <dgm:pt modelId="{A4089A1D-C971-441F-8F48-94535C21E8B7}" type="pres">
      <dgm:prSet presAssocID="{3F5C6AC9-5716-4797-8673-3ED16DC07252}" presName="horzSpace2" presStyleCnt="0"/>
      <dgm:spPr/>
    </dgm:pt>
    <dgm:pt modelId="{369A80C3-28B5-492C-BF39-9A3F876C4A76}" type="pres">
      <dgm:prSet presAssocID="{3F5C6AC9-5716-4797-8673-3ED16DC07252}" presName="tx2" presStyleLbl="revTx" presStyleIdx="3" presStyleCnt="15"/>
      <dgm:spPr/>
    </dgm:pt>
    <dgm:pt modelId="{4651BAFA-7610-44DA-98EB-950034D55BA5}" type="pres">
      <dgm:prSet presAssocID="{3F5C6AC9-5716-4797-8673-3ED16DC07252}" presName="vert2" presStyleCnt="0"/>
      <dgm:spPr/>
    </dgm:pt>
    <dgm:pt modelId="{AB745368-893C-4B80-8D7C-6872F45F7359}" type="pres">
      <dgm:prSet presAssocID="{3F5C6AC9-5716-4797-8673-3ED16DC07252}" presName="thinLine2b" presStyleLbl="callout" presStyleIdx="2" presStyleCnt="12"/>
      <dgm:spPr/>
    </dgm:pt>
    <dgm:pt modelId="{5F23A754-5B9C-451A-A995-C59F62CEB92A}" type="pres">
      <dgm:prSet presAssocID="{3F5C6AC9-5716-4797-8673-3ED16DC07252}" presName="vertSpace2b" presStyleCnt="0"/>
      <dgm:spPr/>
    </dgm:pt>
    <dgm:pt modelId="{E24C5480-CDB3-4444-8FC3-1579804D4694}" type="pres">
      <dgm:prSet presAssocID="{4B7802E2-67B2-43B2-887C-46F04DD69480}" presName="horz2" presStyleCnt="0"/>
      <dgm:spPr/>
    </dgm:pt>
    <dgm:pt modelId="{6DD6DFAE-3E34-48C3-A082-782A146BB07B}" type="pres">
      <dgm:prSet presAssocID="{4B7802E2-67B2-43B2-887C-46F04DD69480}" presName="horzSpace2" presStyleCnt="0"/>
      <dgm:spPr/>
    </dgm:pt>
    <dgm:pt modelId="{697AA57A-8896-49A9-AF90-9CBF89F0815F}" type="pres">
      <dgm:prSet presAssocID="{4B7802E2-67B2-43B2-887C-46F04DD69480}" presName="tx2" presStyleLbl="revTx" presStyleIdx="4" presStyleCnt="15"/>
      <dgm:spPr/>
    </dgm:pt>
    <dgm:pt modelId="{3635FDB4-C233-4CC9-B492-B2CBB069FDAD}" type="pres">
      <dgm:prSet presAssocID="{4B7802E2-67B2-43B2-887C-46F04DD69480}" presName="vert2" presStyleCnt="0"/>
      <dgm:spPr/>
    </dgm:pt>
    <dgm:pt modelId="{2CEA7FF1-D9AC-4602-A58F-966D1AA2CD04}" type="pres">
      <dgm:prSet presAssocID="{4B7802E2-67B2-43B2-887C-46F04DD69480}" presName="thinLine2b" presStyleLbl="callout" presStyleIdx="3" presStyleCnt="12"/>
      <dgm:spPr/>
    </dgm:pt>
    <dgm:pt modelId="{3400C3DC-A0CE-45AB-876B-ACFA7E8DF43D}" type="pres">
      <dgm:prSet presAssocID="{4B7802E2-67B2-43B2-887C-46F04DD69480}" presName="vertSpace2b" presStyleCnt="0"/>
      <dgm:spPr/>
    </dgm:pt>
    <dgm:pt modelId="{680727F6-F628-4B6A-AC20-20FE7D214E4D}" type="pres">
      <dgm:prSet presAssocID="{7186E5F7-3694-4A71-9291-3C798C50C7A9}" presName="thickLine" presStyleLbl="alignNode1" presStyleIdx="1" presStyleCnt="3"/>
      <dgm:spPr/>
    </dgm:pt>
    <dgm:pt modelId="{8DA7997C-9234-4ACD-A341-E08C80507DD6}" type="pres">
      <dgm:prSet presAssocID="{7186E5F7-3694-4A71-9291-3C798C50C7A9}" presName="horz1" presStyleCnt="0"/>
      <dgm:spPr/>
    </dgm:pt>
    <dgm:pt modelId="{1229EB61-BE61-4387-AF41-AE6210D849B4}" type="pres">
      <dgm:prSet presAssocID="{7186E5F7-3694-4A71-9291-3C798C50C7A9}" presName="tx1" presStyleLbl="revTx" presStyleIdx="5" presStyleCnt="15"/>
      <dgm:spPr/>
    </dgm:pt>
    <dgm:pt modelId="{E43F3F4F-7955-416C-B24E-8BB6545A42A9}" type="pres">
      <dgm:prSet presAssocID="{7186E5F7-3694-4A71-9291-3C798C50C7A9}" presName="vert1" presStyleCnt="0"/>
      <dgm:spPr/>
    </dgm:pt>
    <dgm:pt modelId="{6F15BE5C-EBC9-4EF9-A1F0-93DF5C2C9F6D}" type="pres">
      <dgm:prSet presAssocID="{F6A912D5-FE63-4B42-A8A2-3E705687B03C}" presName="vertSpace2a" presStyleCnt="0"/>
      <dgm:spPr/>
    </dgm:pt>
    <dgm:pt modelId="{74D69D13-50A1-4422-A5F3-4681D0F4D2E6}" type="pres">
      <dgm:prSet presAssocID="{F6A912D5-FE63-4B42-A8A2-3E705687B03C}" presName="horz2" presStyleCnt="0"/>
      <dgm:spPr/>
    </dgm:pt>
    <dgm:pt modelId="{FEC8C481-DDDD-4991-A079-B72D92A3F83C}" type="pres">
      <dgm:prSet presAssocID="{F6A912D5-FE63-4B42-A8A2-3E705687B03C}" presName="horzSpace2" presStyleCnt="0"/>
      <dgm:spPr/>
    </dgm:pt>
    <dgm:pt modelId="{57E8471E-4605-48BD-8C46-936797E9A602}" type="pres">
      <dgm:prSet presAssocID="{F6A912D5-FE63-4B42-A8A2-3E705687B03C}" presName="tx2" presStyleLbl="revTx" presStyleIdx="6" presStyleCnt="15"/>
      <dgm:spPr/>
    </dgm:pt>
    <dgm:pt modelId="{EC881F78-CB2E-4F14-A756-73E13100F6CD}" type="pres">
      <dgm:prSet presAssocID="{F6A912D5-FE63-4B42-A8A2-3E705687B03C}" presName="vert2" presStyleCnt="0"/>
      <dgm:spPr/>
    </dgm:pt>
    <dgm:pt modelId="{69DBBEC1-AC0F-4ADD-A445-6E72AB29D02A}" type="pres">
      <dgm:prSet presAssocID="{F6A912D5-FE63-4B42-A8A2-3E705687B03C}" presName="thinLine2b" presStyleLbl="callout" presStyleIdx="4" presStyleCnt="12"/>
      <dgm:spPr/>
    </dgm:pt>
    <dgm:pt modelId="{69C81AEE-ABD4-4BD0-83CA-B19CB852F3AE}" type="pres">
      <dgm:prSet presAssocID="{F6A912D5-FE63-4B42-A8A2-3E705687B03C}" presName="vertSpace2b" presStyleCnt="0"/>
      <dgm:spPr/>
    </dgm:pt>
    <dgm:pt modelId="{39849EB8-C517-476B-860B-D8FF86BD8A29}" type="pres">
      <dgm:prSet presAssocID="{FA5A8EC1-635C-4C2E-8047-8CB76463C78B}" presName="horz2" presStyleCnt="0"/>
      <dgm:spPr/>
    </dgm:pt>
    <dgm:pt modelId="{13C32B61-EC04-4595-A709-272198F24EE7}" type="pres">
      <dgm:prSet presAssocID="{FA5A8EC1-635C-4C2E-8047-8CB76463C78B}" presName="horzSpace2" presStyleCnt="0"/>
      <dgm:spPr/>
    </dgm:pt>
    <dgm:pt modelId="{C71805B3-9E07-4519-A140-DB6DE56984CF}" type="pres">
      <dgm:prSet presAssocID="{FA5A8EC1-635C-4C2E-8047-8CB76463C78B}" presName="tx2" presStyleLbl="revTx" presStyleIdx="7" presStyleCnt="15"/>
      <dgm:spPr/>
    </dgm:pt>
    <dgm:pt modelId="{8305482A-D537-471F-A6A6-3DCBC4AA838F}" type="pres">
      <dgm:prSet presAssocID="{FA5A8EC1-635C-4C2E-8047-8CB76463C78B}" presName="vert2" presStyleCnt="0"/>
      <dgm:spPr/>
    </dgm:pt>
    <dgm:pt modelId="{E54B5557-E910-4797-95D3-164B4B606646}" type="pres">
      <dgm:prSet presAssocID="{FA5A8EC1-635C-4C2E-8047-8CB76463C78B}" presName="thinLine2b" presStyleLbl="callout" presStyleIdx="5" presStyleCnt="12"/>
      <dgm:spPr/>
    </dgm:pt>
    <dgm:pt modelId="{A166D94D-475A-437E-9BAB-605CBCABB3C8}" type="pres">
      <dgm:prSet presAssocID="{FA5A8EC1-635C-4C2E-8047-8CB76463C78B}" presName="vertSpace2b" presStyleCnt="0"/>
      <dgm:spPr/>
    </dgm:pt>
    <dgm:pt modelId="{9B2305A2-6102-41FB-A95D-4D511EED51F1}" type="pres">
      <dgm:prSet presAssocID="{ECBE5F2E-6098-41C8-9072-33BBFC505947}" presName="horz2" presStyleCnt="0"/>
      <dgm:spPr/>
    </dgm:pt>
    <dgm:pt modelId="{8711633E-F5E1-406E-8ABB-410CC0F12FF8}" type="pres">
      <dgm:prSet presAssocID="{ECBE5F2E-6098-41C8-9072-33BBFC505947}" presName="horzSpace2" presStyleCnt="0"/>
      <dgm:spPr/>
    </dgm:pt>
    <dgm:pt modelId="{B0136236-6A09-415D-AFB6-4F5F1DF26E96}" type="pres">
      <dgm:prSet presAssocID="{ECBE5F2E-6098-41C8-9072-33BBFC505947}" presName="tx2" presStyleLbl="revTx" presStyleIdx="8" presStyleCnt="15"/>
      <dgm:spPr/>
    </dgm:pt>
    <dgm:pt modelId="{78E7507B-83A0-4666-BCEB-568336019670}" type="pres">
      <dgm:prSet presAssocID="{ECBE5F2E-6098-41C8-9072-33BBFC505947}" presName="vert2" presStyleCnt="0"/>
      <dgm:spPr/>
    </dgm:pt>
    <dgm:pt modelId="{0E01B8BE-F935-4A00-8A8C-D52CA80638D8}" type="pres">
      <dgm:prSet presAssocID="{ECBE5F2E-6098-41C8-9072-33BBFC505947}" presName="thinLine2b" presStyleLbl="callout" presStyleIdx="6" presStyleCnt="12"/>
      <dgm:spPr/>
    </dgm:pt>
    <dgm:pt modelId="{4BAEDDD6-207F-419C-88B3-2E0609D84E1D}" type="pres">
      <dgm:prSet presAssocID="{ECBE5F2E-6098-41C8-9072-33BBFC505947}" presName="vertSpace2b" presStyleCnt="0"/>
      <dgm:spPr/>
    </dgm:pt>
    <dgm:pt modelId="{F7068AF3-84AA-433E-8792-907A2A1CA540}" type="pres">
      <dgm:prSet presAssocID="{269D4CFE-5E84-4E68-8FF0-6451A9036E89}" presName="horz2" presStyleCnt="0"/>
      <dgm:spPr/>
    </dgm:pt>
    <dgm:pt modelId="{44D5CDB7-A0C3-42F4-BFDE-99C50E25E3E6}" type="pres">
      <dgm:prSet presAssocID="{269D4CFE-5E84-4E68-8FF0-6451A9036E89}" presName="horzSpace2" presStyleCnt="0"/>
      <dgm:spPr/>
    </dgm:pt>
    <dgm:pt modelId="{F3338618-03C7-413A-9FE3-2F611A0A971C}" type="pres">
      <dgm:prSet presAssocID="{269D4CFE-5E84-4E68-8FF0-6451A9036E89}" presName="tx2" presStyleLbl="revTx" presStyleIdx="9" presStyleCnt="15"/>
      <dgm:spPr/>
    </dgm:pt>
    <dgm:pt modelId="{D65D9576-C963-4458-93B7-948F571436B2}" type="pres">
      <dgm:prSet presAssocID="{269D4CFE-5E84-4E68-8FF0-6451A9036E89}" presName="vert2" presStyleCnt="0"/>
      <dgm:spPr/>
    </dgm:pt>
    <dgm:pt modelId="{4CD18AE8-7060-45EB-A1A5-676650059A24}" type="pres">
      <dgm:prSet presAssocID="{269D4CFE-5E84-4E68-8FF0-6451A9036E89}" presName="thinLine2b" presStyleLbl="callout" presStyleIdx="7" presStyleCnt="12"/>
      <dgm:spPr/>
    </dgm:pt>
    <dgm:pt modelId="{CFB4AD40-FFC2-4DD0-BDA2-EF60D2B489DD}" type="pres">
      <dgm:prSet presAssocID="{269D4CFE-5E84-4E68-8FF0-6451A9036E89}" presName="vertSpace2b" presStyleCnt="0"/>
      <dgm:spPr/>
    </dgm:pt>
    <dgm:pt modelId="{73DCB2ED-F509-4D1E-971E-AD6248A355E1}" type="pres">
      <dgm:prSet presAssocID="{4E4AEA34-1B95-4206-82BC-7FA6765F1202}" presName="thickLine" presStyleLbl="alignNode1" presStyleIdx="2" presStyleCnt="3"/>
      <dgm:spPr/>
    </dgm:pt>
    <dgm:pt modelId="{DFB7E9C8-7544-43D7-AA3E-566DBA016733}" type="pres">
      <dgm:prSet presAssocID="{4E4AEA34-1B95-4206-82BC-7FA6765F1202}" presName="horz1" presStyleCnt="0"/>
      <dgm:spPr/>
    </dgm:pt>
    <dgm:pt modelId="{991C0457-BDE7-4E50-8B25-C3AE678C4AFF}" type="pres">
      <dgm:prSet presAssocID="{4E4AEA34-1B95-4206-82BC-7FA6765F1202}" presName="tx1" presStyleLbl="revTx" presStyleIdx="10" presStyleCnt="15"/>
      <dgm:spPr/>
    </dgm:pt>
    <dgm:pt modelId="{77F5829F-14B3-451D-8FF4-25F3AAE0127E}" type="pres">
      <dgm:prSet presAssocID="{4E4AEA34-1B95-4206-82BC-7FA6765F1202}" presName="vert1" presStyleCnt="0"/>
      <dgm:spPr/>
    </dgm:pt>
    <dgm:pt modelId="{F232CB97-7F2C-4A41-B23E-F018B2D7E3D5}" type="pres">
      <dgm:prSet presAssocID="{B3E2FF39-7B7D-41DB-9C47-948407FDAA5D}" presName="vertSpace2a" presStyleCnt="0"/>
      <dgm:spPr/>
    </dgm:pt>
    <dgm:pt modelId="{64FA4730-A932-42AE-ABF5-B39656541E82}" type="pres">
      <dgm:prSet presAssocID="{B3E2FF39-7B7D-41DB-9C47-948407FDAA5D}" presName="horz2" presStyleCnt="0"/>
      <dgm:spPr/>
    </dgm:pt>
    <dgm:pt modelId="{F46C3180-5E65-42DC-83B3-8B654FAC9844}" type="pres">
      <dgm:prSet presAssocID="{B3E2FF39-7B7D-41DB-9C47-948407FDAA5D}" presName="horzSpace2" presStyleCnt="0"/>
      <dgm:spPr/>
    </dgm:pt>
    <dgm:pt modelId="{697697FA-8E0E-47C9-A3B3-54BF66728ECD}" type="pres">
      <dgm:prSet presAssocID="{B3E2FF39-7B7D-41DB-9C47-948407FDAA5D}" presName="tx2" presStyleLbl="revTx" presStyleIdx="11" presStyleCnt="15"/>
      <dgm:spPr/>
    </dgm:pt>
    <dgm:pt modelId="{999CFB72-68B8-40A2-AF50-18B4C1F7805D}" type="pres">
      <dgm:prSet presAssocID="{B3E2FF39-7B7D-41DB-9C47-948407FDAA5D}" presName="vert2" presStyleCnt="0"/>
      <dgm:spPr/>
    </dgm:pt>
    <dgm:pt modelId="{110D0667-4248-4189-A305-CA21A48FF5DF}" type="pres">
      <dgm:prSet presAssocID="{B3E2FF39-7B7D-41DB-9C47-948407FDAA5D}" presName="thinLine2b" presStyleLbl="callout" presStyleIdx="8" presStyleCnt="12"/>
      <dgm:spPr/>
    </dgm:pt>
    <dgm:pt modelId="{4BEB2D37-7A78-4DBA-9CA7-76F7151FD733}" type="pres">
      <dgm:prSet presAssocID="{B3E2FF39-7B7D-41DB-9C47-948407FDAA5D}" presName="vertSpace2b" presStyleCnt="0"/>
      <dgm:spPr/>
    </dgm:pt>
    <dgm:pt modelId="{1CCA0EC6-20DC-4C3B-8EE5-A9DD8ED1A55E}" type="pres">
      <dgm:prSet presAssocID="{D7C6D30E-0BFA-47AC-89AA-14D593B24188}" presName="horz2" presStyleCnt="0"/>
      <dgm:spPr/>
    </dgm:pt>
    <dgm:pt modelId="{10B796B0-A4FC-4065-A87E-3EB447433E6A}" type="pres">
      <dgm:prSet presAssocID="{D7C6D30E-0BFA-47AC-89AA-14D593B24188}" presName="horzSpace2" presStyleCnt="0"/>
      <dgm:spPr/>
    </dgm:pt>
    <dgm:pt modelId="{F3D937BF-0DF5-4CD3-AF68-373529CE6434}" type="pres">
      <dgm:prSet presAssocID="{D7C6D30E-0BFA-47AC-89AA-14D593B24188}" presName="tx2" presStyleLbl="revTx" presStyleIdx="12" presStyleCnt="15"/>
      <dgm:spPr/>
    </dgm:pt>
    <dgm:pt modelId="{5440C41C-834E-40AB-B536-C82E61DA7169}" type="pres">
      <dgm:prSet presAssocID="{D7C6D30E-0BFA-47AC-89AA-14D593B24188}" presName="vert2" presStyleCnt="0"/>
      <dgm:spPr/>
    </dgm:pt>
    <dgm:pt modelId="{133CA37B-878F-4ADA-A753-F347F45FF1C9}" type="pres">
      <dgm:prSet presAssocID="{D7C6D30E-0BFA-47AC-89AA-14D593B24188}" presName="thinLine2b" presStyleLbl="callout" presStyleIdx="9" presStyleCnt="12"/>
      <dgm:spPr/>
    </dgm:pt>
    <dgm:pt modelId="{05E4BEA1-76A5-446C-968D-26777D855FEE}" type="pres">
      <dgm:prSet presAssocID="{D7C6D30E-0BFA-47AC-89AA-14D593B24188}" presName="vertSpace2b" presStyleCnt="0"/>
      <dgm:spPr/>
    </dgm:pt>
    <dgm:pt modelId="{8AF050C4-EDD1-4EFE-88ED-9E0D084E5B12}" type="pres">
      <dgm:prSet presAssocID="{0CEBE5E8-7636-4476-A8D7-9F7565DD55CA}" presName="horz2" presStyleCnt="0"/>
      <dgm:spPr/>
    </dgm:pt>
    <dgm:pt modelId="{3DA5F804-04A9-4EFD-8FD8-2BED3E31494B}" type="pres">
      <dgm:prSet presAssocID="{0CEBE5E8-7636-4476-A8D7-9F7565DD55CA}" presName="horzSpace2" presStyleCnt="0"/>
      <dgm:spPr/>
    </dgm:pt>
    <dgm:pt modelId="{D7440837-BD29-40D5-AF98-FC4D1B1FE35E}" type="pres">
      <dgm:prSet presAssocID="{0CEBE5E8-7636-4476-A8D7-9F7565DD55CA}" presName="tx2" presStyleLbl="revTx" presStyleIdx="13" presStyleCnt="15"/>
      <dgm:spPr/>
    </dgm:pt>
    <dgm:pt modelId="{C0044F88-CFAC-41C7-98C2-E54B81C10D24}" type="pres">
      <dgm:prSet presAssocID="{0CEBE5E8-7636-4476-A8D7-9F7565DD55CA}" presName="vert2" presStyleCnt="0"/>
      <dgm:spPr/>
    </dgm:pt>
    <dgm:pt modelId="{62981458-7949-4A03-A93E-A72E304EC4AB}" type="pres">
      <dgm:prSet presAssocID="{0CEBE5E8-7636-4476-A8D7-9F7565DD55CA}" presName="thinLine2b" presStyleLbl="callout" presStyleIdx="10" presStyleCnt="12"/>
      <dgm:spPr/>
    </dgm:pt>
    <dgm:pt modelId="{5CB0E9A4-7F1A-41E9-825D-BF56966E7C58}" type="pres">
      <dgm:prSet presAssocID="{0CEBE5E8-7636-4476-A8D7-9F7565DD55CA}" presName="vertSpace2b" presStyleCnt="0"/>
      <dgm:spPr/>
    </dgm:pt>
    <dgm:pt modelId="{D00739FA-4D73-4FA9-95E1-70E00640F277}" type="pres">
      <dgm:prSet presAssocID="{D6ECACD5-38F8-420D-BF4C-C67790900119}" presName="horz2" presStyleCnt="0"/>
      <dgm:spPr/>
    </dgm:pt>
    <dgm:pt modelId="{D2913F0D-13EF-44D6-9CA5-379929345CDB}" type="pres">
      <dgm:prSet presAssocID="{D6ECACD5-38F8-420D-BF4C-C67790900119}" presName="horzSpace2" presStyleCnt="0"/>
      <dgm:spPr/>
    </dgm:pt>
    <dgm:pt modelId="{3AB34924-90C0-46F9-A30C-7DD6FCD09A65}" type="pres">
      <dgm:prSet presAssocID="{D6ECACD5-38F8-420D-BF4C-C67790900119}" presName="tx2" presStyleLbl="revTx" presStyleIdx="14" presStyleCnt="15"/>
      <dgm:spPr/>
    </dgm:pt>
    <dgm:pt modelId="{4933EDAA-459A-4711-AAD0-E6199C18DD0D}" type="pres">
      <dgm:prSet presAssocID="{D6ECACD5-38F8-420D-BF4C-C67790900119}" presName="vert2" presStyleCnt="0"/>
      <dgm:spPr/>
    </dgm:pt>
    <dgm:pt modelId="{B43EDFE1-9B5D-4F29-9717-3FD31DD413B5}" type="pres">
      <dgm:prSet presAssocID="{D6ECACD5-38F8-420D-BF4C-C67790900119}" presName="thinLine2b" presStyleLbl="callout" presStyleIdx="11" presStyleCnt="12"/>
      <dgm:spPr/>
    </dgm:pt>
    <dgm:pt modelId="{79584A43-457D-4A3F-8D99-FA65CE3AFF72}" type="pres">
      <dgm:prSet presAssocID="{D6ECACD5-38F8-420D-BF4C-C67790900119}" presName="vertSpace2b" presStyleCnt="0"/>
      <dgm:spPr/>
    </dgm:pt>
  </dgm:ptLst>
  <dgm:cxnLst>
    <dgm:cxn modelId="{EB7DB303-62F8-426D-B412-136A10B51846}" type="presOf" srcId="{3F5C6AC9-5716-4797-8673-3ED16DC07252}" destId="{369A80C3-28B5-492C-BF39-9A3F876C4A76}" srcOrd="0" destOrd="0" presId="urn:microsoft.com/office/officeart/2008/layout/LinedList"/>
    <dgm:cxn modelId="{F2EF4A08-635C-499D-B51F-9DB5152EA12C}" srcId="{4D86D2D9-EA75-4710-9DE0-0F294668D37F}" destId="{4309DC24-AE03-4122-A66E-F3C2A7570144}" srcOrd="0" destOrd="0" parTransId="{C7F20FC1-EED2-4704-9076-65AB26FBB2E1}" sibTransId="{AC2DFA8A-543D-4E3E-B5DA-83042756373F}"/>
    <dgm:cxn modelId="{B4E06013-6079-48AC-9619-3A1034EE639D}" type="presOf" srcId="{0CEBE5E8-7636-4476-A8D7-9F7565DD55CA}" destId="{D7440837-BD29-40D5-AF98-FC4D1B1FE35E}" srcOrd="0" destOrd="0" presId="urn:microsoft.com/office/officeart/2008/layout/LinedList"/>
    <dgm:cxn modelId="{4D93D916-F059-44D8-BD48-3778AB4B527C}" srcId="{4E4AEA34-1B95-4206-82BC-7FA6765F1202}" destId="{D7C6D30E-0BFA-47AC-89AA-14D593B24188}" srcOrd="1" destOrd="0" parTransId="{9109480C-C035-4216-838C-2ECD771D5BA0}" sibTransId="{8B969E9D-5BEC-4D0C-A2CE-AFDA5A0F4D8F}"/>
    <dgm:cxn modelId="{5A883A1F-5413-4DFA-AFA6-77588575D761}" srcId="{7186E5F7-3694-4A71-9291-3C798C50C7A9}" destId="{ECBE5F2E-6098-41C8-9072-33BBFC505947}" srcOrd="2" destOrd="0" parTransId="{96A2C522-0FCB-49E0-B039-6A0736D6A51B}" sibTransId="{52937AB7-7E36-4DC6-812A-4346549E1601}"/>
    <dgm:cxn modelId="{75CEBB20-A2C6-47C3-BF05-71D0712A2486}" srcId="{7186E5F7-3694-4A71-9291-3C798C50C7A9}" destId="{F6A912D5-FE63-4B42-A8A2-3E705687B03C}" srcOrd="0" destOrd="0" parTransId="{E2C4C7D0-0235-491E-BDD1-0CFA554C0C23}" sibTransId="{479C41B3-86B8-4592-9D4A-59EAA9951E41}"/>
    <dgm:cxn modelId="{7CDD3231-00A7-434A-9C3D-6FDCAD2C88B8}" srcId="{4D86D2D9-EA75-4710-9DE0-0F294668D37F}" destId="{7186E5F7-3694-4A71-9291-3C798C50C7A9}" srcOrd="1" destOrd="0" parTransId="{40CFC30C-BF56-4E8D-B92A-4677E7C35B97}" sibTransId="{8AEA8414-593A-429E-ACD3-05B6A9943DF6}"/>
    <dgm:cxn modelId="{60891F36-30F7-4B6E-A4BA-02681940233E}" type="presOf" srcId="{F6A912D5-FE63-4B42-A8A2-3E705687B03C}" destId="{57E8471E-4605-48BD-8C46-936797E9A602}" srcOrd="0" destOrd="0" presId="urn:microsoft.com/office/officeart/2008/layout/LinedList"/>
    <dgm:cxn modelId="{B1659C37-F832-4A75-AE7C-B163665CDC21}" srcId="{4E4AEA34-1B95-4206-82BC-7FA6765F1202}" destId="{D6ECACD5-38F8-420D-BF4C-C67790900119}" srcOrd="3" destOrd="0" parTransId="{F8ADAB32-ED09-4F2B-9993-D018C54450F9}" sibTransId="{ADC63488-5704-490B-AB9C-1BAE50BC4C55}"/>
    <dgm:cxn modelId="{D8A64D38-6C68-4874-B957-F453E8249885}" type="presOf" srcId="{4D86D2D9-EA75-4710-9DE0-0F294668D37F}" destId="{01A7BD3B-4277-4E59-92E4-626AAC2C128E}" srcOrd="0" destOrd="0" presId="urn:microsoft.com/office/officeart/2008/layout/LinedList"/>
    <dgm:cxn modelId="{0CF89639-062A-465E-8F4E-4023C86BBBE6}" type="presOf" srcId="{D6ECACD5-38F8-420D-BF4C-C67790900119}" destId="{3AB34924-90C0-46F9-A30C-7DD6FCD09A65}" srcOrd="0" destOrd="0" presId="urn:microsoft.com/office/officeart/2008/layout/LinedList"/>
    <dgm:cxn modelId="{6707435D-F33E-40B5-97C6-434333FEA878}" type="presOf" srcId="{4E4AEA34-1B95-4206-82BC-7FA6765F1202}" destId="{991C0457-BDE7-4E50-8B25-C3AE678C4AFF}" srcOrd="0" destOrd="0" presId="urn:microsoft.com/office/officeart/2008/layout/LinedList"/>
    <dgm:cxn modelId="{2B7A4F46-2AE9-41C5-8091-22F678EA2471}" type="presOf" srcId="{7186E5F7-3694-4A71-9291-3C798C50C7A9}" destId="{1229EB61-BE61-4387-AF41-AE6210D849B4}" srcOrd="0" destOrd="0" presId="urn:microsoft.com/office/officeart/2008/layout/LinedList"/>
    <dgm:cxn modelId="{46C1C16D-3832-444B-B97B-0ECC3ED324B9}" srcId="{4309DC24-AE03-4122-A66E-F3C2A7570144}" destId="{3F5C6AC9-5716-4797-8673-3ED16DC07252}" srcOrd="2" destOrd="0" parTransId="{8EBE5A60-0E53-40D6-8AE6-374D76EC7EDA}" sibTransId="{65146A71-9EB8-4770-88AF-FDA8E0BE5267}"/>
    <dgm:cxn modelId="{0E164358-7F56-4945-81F2-752D7BEEB0CA}" srcId="{4E4AEA34-1B95-4206-82BC-7FA6765F1202}" destId="{B3E2FF39-7B7D-41DB-9C47-948407FDAA5D}" srcOrd="0" destOrd="0" parTransId="{3A113F7C-11D8-4CB9-BC30-D4D4DC58D639}" sibTransId="{FE13E537-842A-4C79-962C-DF6B53F2D1D7}"/>
    <dgm:cxn modelId="{E9C23C83-A0E5-4F42-B7E1-01F2BE3086F7}" type="presOf" srcId="{07F92B17-C3CE-4D1D-BDFA-EDC020E3EEDA}" destId="{E811AD69-C3D1-4278-97B8-F491DF7CB520}" srcOrd="0" destOrd="0" presId="urn:microsoft.com/office/officeart/2008/layout/LinedList"/>
    <dgm:cxn modelId="{EBDEAE8E-CF86-4A66-9BDF-8BC9C7730019}" type="presOf" srcId="{FA5A8EC1-635C-4C2E-8047-8CB76463C78B}" destId="{C71805B3-9E07-4519-A140-DB6DE56984CF}" srcOrd="0" destOrd="0" presId="urn:microsoft.com/office/officeart/2008/layout/LinedList"/>
    <dgm:cxn modelId="{C1DE3492-405D-44AE-BCEC-7D68E33FAEEA}" srcId="{4309DC24-AE03-4122-A66E-F3C2A7570144}" destId="{07F92B17-C3CE-4D1D-BDFA-EDC020E3EEDA}" srcOrd="0" destOrd="0" parTransId="{A1F8FABD-BA64-4F94-838F-F9670B6B1819}" sibTransId="{08775901-A201-4740-B57A-5CE807561782}"/>
    <dgm:cxn modelId="{E530F393-E2D7-4540-874C-A0F1FA21B8BE}" srcId="{4309DC24-AE03-4122-A66E-F3C2A7570144}" destId="{EA064A3D-B931-4027-B2F8-0802E51D5F67}" srcOrd="1" destOrd="0" parTransId="{EC811A44-8DC1-444A-BD0D-FD1BE764AC40}" sibTransId="{A1BC16C4-66EC-47E0-9EF7-FC70D5ADB603}"/>
    <dgm:cxn modelId="{1B939398-C05A-4C93-86C2-1E10F04B1B90}" srcId="{7186E5F7-3694-4A71-9291-3C798C50C7A9}" destId="{269D4CFE-5E84-4E68-8FF0-6451A9036E89}" srcOrd="3" destOrd="0" parTransId="{67CD323E-B42A-4D48-A72F-1D47B083F38A}" sibTransId="{1F97C52E-91A8-43F0-8D74-41EB8DE175B4}"/>
    <dgm:cxn modelId="{7CA21A9B-5D5E-4696-BEE3-BDDF1D969862}" srcId="{7186E5F7-3694-4A71-9291-3C798C50C7A9}" destId="{FA5A8EC1-635C-4C2E-8047-8CB76463C78B}" srcOrd="1" destOrd="0" parTransId="{558B86A4-A0B6-4B2C-A635-396C7F45A39C}" sibTransId="{C528796A-5EFA-416F-BF5E-718C63F2737A}"/>
    <dgm:cxn modelId="{F3E933A6-E287-4446-A82B-915FB93ECE02}" type="presOf" srcId="{B3E2FF39-7B7D-41DB-9C47-948407FDAA5D}" destId="{697697FA-8E0E-47C9-A3B3-54BF66728ECD}" srcOrd="0" destOrd="0" presId="urn:microsoft.com/office/officeart/2008/layout/LinedList"/>
    <dgm:cxn modelId="{0427E0A6-948D-4533-A18D-1EC022C9872D}" srcId="{4309DC24-AE03-4122-A66E-F3C2A7570144}" destId="{4B7802E2-67B2-43B2-887C-46F04DD69480}" srcOrd="3" destOrd="0" parTransId="{5AB4C030-D1AB-4D72-A2ED-C8455D34D1B1}" sibTransId="{78D9B1FF-6D54-4D53-BA04-3C1401E73E1D}"/>
    <dgm:cxn modelId="{DC8946B1-7909-48C6-84E0-5EEBFDB09618}" type="presOf" srcId="{4309DC24-AE03-4122-A66E-F3C2A7570144}" destId="{C31D7E9B-41E2-4B89-B9EE-B9C62342E5D2}" srcOrd="0" destOrd="0" presId="urn:microsoft.com/office/officeart/2008/layout/LinedList"/>
    <dgm:cxn modelId="{F85C2FB2-2DF8-45AD-B8F5-21BF71783E56}" type="presOf" srcId="{4B7802E2-67B2-43B2-887C-46F04DD69480}" destId="{697AA57A-8896-49A9-AF90-9CBF89F0815F}" srcOrd="0" destOrd="0" presId="urn:microsoft.com/office/officeart/2008/layout/LinedList"/>
    <dgm:cxn modelId="{0783B0B6-C78C-450A-8053-5BC3A85EB2E1}" srcId="{4E4AEA34-1B95-4206-82BC-7FA6765F1202}" destId="{0CEBE5E8-7636-4476-A8D7-9F7565DD55CA}" srcOrd="2" destOrd="0" parTransId="{EE518ACE-7071-4E9D-BC81-EDA8FE4D0740}" sibTransId="{A3638222-F85A-44A6-AF02-FD41D8D62DEB}"/>
    <dgm:cxn modelId="{80CCFAD8-3A12-44CB-90BF-059AECB9DF5E}" type="presOf" srcId="{ECBE5F2E-6098-41C8-9072-33BBFC505947}" destId="{B0136236-6A09-415D-AFB6-4F5F1DF26E96}" srcOrd="0" destOrd="0" presId="urn:microsoft.com/office/officeart/2008/layout/LinedList"/>
    <dgm:cxn modelId="{3D16BDD9-3ED6-457B-B80E-D10F6B42C1FD}" type="presOf" srcId="{269D4CFE-5E84-4E68-8FF0-6451A9036E89}" destId="{F3338618-03C7-413A-9FE3-2F611A0A971C}" srcOrd="0" destOrd="0" presId="urn:microsoft.com/office/officeart/2008/layout/LinedList"/>
    <dgm:cxn modelId="{385253DB-7EB9-4253-A767-1EBDBD560A4F}" type="presOf" srcId="{D7C6D30E-0BFA-47AC-89AA-14D593B24188}" destId="{F3D937BF-0DF5-4CD3-AF68-373529CE6434}" srcOrd="0" destOrd="0" presId="urn:microsoft.com/office/officeart/2008/layout/LinedList"/>
    <dgm:cxn modelId="{FE1577EC-1869-4A14-B87F-83A869C062E3}" srcId="{4D86D2D9-EA75-4710-9DE0-0F294668D37F}" destId="{4E4AEA34-1B95-4206-82BC-7FA6765F1202}" srcOrd="2" destOrd="0" parTransId="{85814084-0181-4347-8898-C599BB77F822}" sibTransId="{CF0A4192-BDD8-4E03-BC21-F074225FE05E}"/>
    <dgm:cxn modelId="{2886EFFF-3692-41AB-8D66-99501ECA9E09}" type="presOf" srcId="{EA064A3D-B931-4027-B2F8-0802E51D5F67}" destId="{703B96AC-2AC5-44EE-B19E-060E855825AA}" srcOrd="0" destOrd="0" presId="urn:microsoft.com/office/officeart/2008/layout/LinedList"/>
    <dgm:cxn modelId="{E4762D0B-FC1C-43AE-9F12-7C70774471F3}" type="presParOf" srcId="{01A7BD3B-4277-4E59-92E4-626AAC2C128E}" destId="{776552C1-72EC-4E07-92B7-4711B6688398}" srcOrd="0" destOrd="0" presId="urn:microsoft.com/office/officeart/2008/layout/LinedList"/>
    <dgm:cxn modelId="{AED69025-2E86-4535-84DF-20FC06C2DB9B}" type="presParOf" srcId="{01A7BD3B-4277-4E59-92E4-626AAC2C128E}" destId="{D58A1F0E-FAD6-48D8-A942-6D99A54C4DDE}" srcOrd="1" destOrd="0" presId="urn:microsoft.com/office/officeart/2008/layout/LinedList"/>
    <dgm:cxn modelId="{8C16401B-4E0B-4D16-9979-D7ABA22EB4B3}" type="presParOf" srcId="{D58A1F0E-FAD6-48D8-A942-6D99A54C4DDE}" destId="{C31D7E9B-41E2-4B89-B9EE-B9C62342E5D2}" srcOrd="0" destOrd="0" presId="urn:microsoft.com/office/officeart/2008/layout/LinedList"/>
    <dgm:cxn modelId="{026C82DE-34D0-4A26-8086-6EBB405161EC}" type="presParOf" srcId="{D58A1F0E-FAD6-48D8-A942-6D99A54C4DDE}" destId="{C802D92F-5959-4620-AF60-BDF9ACF09320}" srcOrd="1" destOrd="0" presId="urn:microsoft.com/office/officeart/2008/layout/LinedList"/>
    <dgm:cxn modelId="{00A80B77-C9CC-489D-A082-818E38F13C24}" type="presParOf" srcId="{C802D92F-5959-4620-AF60-BDF9ACF09320}" destId="{47247FDA-1C31-4541-8AC8-44548E42FA3F}" srcOrd="0" destOrd="0" presId="urn:microsoft.com/office/officeart/2008/layout/LinedList"/>
    <dgm:cxn modelId="{7DE96563-5E72-4F15-8C48-789C53AA8531}" type="presParOf" srcId="{C802D92F-5959-4620-AF60-BDF9ACF09320}" destId="{1D4225A7-742E-4694-817A-AEB39BE1AF36}" srcOrd="1" destOrd="0" presId="urn:microsoft.com/office/officeart/2008/layout/LinedList"/>
    <dgm:cxn modelId="{9E2E39C9-5A32-41A4-8F68-993D4F3771D0}" type="presParOf" srcId="{1D4225A7-742E-4694-817A-AEB39BE1AF36}" destId="{6DBE1DDB-4292-47E2-8563-209791500BF0}" srcOrd="0" destOrd="0" presId="urn:microsoft.com/office/officeart/2008/layout/LinedList"/>
    <dgm:cxn modelId="{FA9D268D-E618-448A-8E37-17B657C7DB85}" type="presParOf" srcId="{1D4225A7-742E-4694-817A-AEB39BE1AF36}" destId="{E811AD69-C3D1-4278-97B8-F491DF7CB520}" srcOrd="1" destOrd="0" presId="urn:microsoft.com/office/officeart/2008/layout/LinedList"/>
    <dgm:cxn modelId="{4B4FF292-013E-4534-AF66-102F90F1F43A}" type="presParOf" srcId="{1D4225A7-742E-4694-817A-AEB39BE1AF36}" destId="{6CB07BB0-E07E-43C8-B325-DDBF77D965AA}" srcOrd="2" destOrd="0" presId="urn:microsoft.com/office/officeart/2008/layout/LinedList"/>
    <dgm:cxn modelId="{31767B40-480D-4716-9206-4ABAE3D0FB50}" type="presParOf" srcId="{C802D92F-5959-4620-AF60-BDF9ACF09320}" destId="{08A33DE1-0909-475E-BA78-8184BB18A7C9}" srcOrd="2" destOrd="0" presId="urn:microsoft.com/office/officeart/2008/layout/LinedList"/>
    <dgm:cxn modelId="{67D1BE17-3B3F-442B-8F5F-D59373CC408A}" type="presParOf" srcId="{C802D92F-5959-4620-AF60-BDF9ACF09320}" destId="{FE2182FB-318F-463C-BA54-F14205BE7DAD}" srcOrd="3" destOrd="0" presId="urn:microsoft.com/office/officeart/2008/layout/LinedList"/>
    <dgm:cxn modelId="{5D829421-B84E-4680-86F4-EC5E9DE41AAD}" type="presParOf" srcId="{C802D92F-5959-4620-AF60-BDF9ACF09320}" destId="{48107263-0668-47D8-9873-869158DF87D2}" srcOrd="4" destOrd="0" presId="urn:microsoft.com/office/officeart/2008/layout/LinedList"/>
    <dgm:cxn modelId="{3C4CC67B-1AEB-4983-8418-AFAD83A95B0C}" type="presParOf" srcId="{48107263-0668-47D8-9873-869158DF87D2}" destId="{06557C58-DA66-4A84-B0B3-D71AC7BB8D6A}" srcOrd="0" destOrd="0" presId="urn:microsoft.com/office/officeart/2008/layout/LinedList"/>
    <dgm:cxn modelId="{1FF7B973-C890-4A05-82F8-17CA3A8476AE}" type="presParOf" srcId="{48107263-0668-47D8-9873-869158DF87D2}" destId="{703B96AC-2AC5-44EE-B19E-060E855825AA}" srcOrd="1" destOrd="0" presId="urn:microsoft.com/office/officeart/2008/layout/LinedList"/>
    <dgm:cxn modelId="{5F8EE608-351E-4E82-9680-DDEB06457A05}" type="presParOf" srcId="{48107263-0668-47D8-9873-869158DF87D2}" destId="{EB69FBC0-7482-44E4-8D4B-D3E0C8447402}" srcOrd="2" destOrd="0" presId="urn:microsoft.com/office/officeart/2008/layout/LinedList"/>
    <dgm:cxn modelId="{EBD3E675-AD76-4221-8F04-0E2EA2792F9A}" type="presParOf" srcId="{C802D92F-5959-4620-AF60-BDF9ACF09320}" destId="{14D5E1E0-9445-4B1F-8224-E33A73E3ACB8}" srcOrd="5" destOrd="0" presId="urn:microsoft.com/office/officeart/2008/layout/LinedList"/>
    <dgm:cxn modelId="{AAE1E7FC-E690-4701-8288-A93254D53D33}" type="presParOf" srcId="{C802D92F-5959-4620-AF60-BDF9ACF09320}" destId="{F76D2BAC-281D-40BF-B381-15A7855802C0}" srcOrd="6" destOrd="0" presId="urn:microsoft.com/office/officeart/2008/layout/LinedList"/>
    <dgm:cxn modelId="{5CAAAD90-E963-4FBE-A37C-4F001EF5A0B0}" type="presParOf" srcId="{C802D92F-5959-4620-AF60-BDF9ACF09320}" destId="{CCF1B831-60F7-441B-ACF4-078B026B95DF}" srcOrd="7" destOrd="0" presId="urn:microsoft.com/office/officeart/2008/layout/LinedList"/>
    <dgm:cxn modelId="{AD0D2AF5-DD1B-4D6D-B182-F950BBC61CBA}" type="presParOf" srcId="{CCF1B831-60F7-441B-ACF4-078B026B95DF}" destId="{A4089A1D-C971-441F-8F48-94535C21E8B7}" srcOrd="0" destOrd="0" presId="urn:microsoft.com/office/officeart/2008/layout/LinedList"/>
    <dgm:cxn modelId="{EF08443E-1D4F-4885-9DB4-B54C8024B87B}" type="presParOf" srcId="{CCF1B831-60F7-441B-ACF4-078B026B95DF}" destId="{369A80C3-28B5-492C-BF39-9A3F876C4A76}" srcOrd="1" destOrd="0" presId="urn:microsoft.com/office/officeart/2008/layout/LinedList"/>
    <dgm:cxn modelId="{BEEB156A-1391-462B-B3C1-FF48DEF8A7D3}" type="presParOf" srcId="{CCF1B831-60F7-441B-ACF4-078B026B95DF}" destId="{4651BAFA-7610-44DA-98EB-950034D55BA5}" srcOrd="2" destOrd="0" presId="urn:microsoft.com/office/officeart/2008/layout/LinedList"/>
    <dgm:cxn modelId="{9155781D-6C11-43DA-9AEA-2E238E8E4CA0}" type="presParOf" srcId="{C802D92F-5959-4620-AF60-BDF9ACF09320}" destId="{AB745368-893C-4B80-8D7C-6872F45F7359}" srcOrd="8" destOrd="0" presId="urn:microsoft.com/office/officeart/2008/layout/LinedList"/>
    <dgm:cxn modelId="{51F774C2-5315-4D92-BBA2-711794CDD202}" type="presParOf" srcId="{C802D92F-5959-4620-AF60-BDF9ACF09320}" destId="{5F23A754-5B9C-451A-A995-C59F62CEB92A}" srcOrd="9" destOrd="0" presId="urn:microsoft.com/office/officeart/2008/layout/LinedList"/>
    <dgm:cxn modelId="{0D0A1987-F73F-42C0-BDBB-A1B1B55E569F}" type="presParOf" srcId="{C802D92F-5959-4620-AF60-BDF9ACF09320}" destId="{E24C5480-CDB3-4444-8FC3-1579804D4694}" srcOrd="10" destOrd="0" presId="urn:microsoft.com/office/officeart/2008/layout/LinedList"/>
    <dgm:cxn modelId="{C9D1B845-D31E-4041-998B-FA0D7C0994CB}" type="presParOf" srcId="{E24C5480-CDB3-4444-8FC3-1579804D4694}" destId="{6DD6DFAE-3E34-48C3-A082-782A146BB07B}" srcOrd="0" destOrd="0" presId="urn:microsoft.com/office/officeart/2008/layout/LinedList"/>
    <dgm:cxn modelId="{60E0850B-43A2-4D5B-95EE-8A6E137BD6A4}" type="presParOf" srcId="{E24C5480-CDB3-4444-8FC3-1579804D4694}" destId="{697AA57A-8896-49A9-AF90-9CBF89F0815F}" srcOrd="1" destOrd="0" presId="urn:microsoft.com/office/officeart/2008/layout/LinedList"/>
    <dgm:cxn modelId="{CD6489F4-0C15-4E52-A780-10F1029EAB75}" type="presParOf" srcId="{E24C5480-CDB3-4444-8FC3-1579804D4694}" destId="{3635FDB4-C233-4CC9-B492-B2CBB069FDAD}" srcOrd="2" destOrd="0" presId="urn:microsoft.com/office/officeart/2008/layout/LinedList"/>
    <dgm:cxn modelId="{17C13E8A-2ADE-40D0-816F-0192887769A2}" type="presParOf" srcId="{C802D92F-5959-4620-AF60-BDF9ACF09320}" destId="{2CEA7FF1-D9AC-4602-A58F-966D1AA2CD04}" srcOrd="11" destOrd="0" presId="urn:microsoft.com/office/officeart/2008/layout/LinedList"/>
    <dgm:cxn modelId="{F0D88524-06F2-42D7-A367-F147EC516BA5}" type="presParOf" srcId="{C802D92F-5959-4620-AF60-BDF9ACF09320}" destId="{3400C3DC-A0CE-45AB-876B-ACFA7E8DF43D}" srcOrd="12" destOrd="0" presId="urn:microsoft.com/office/officeart/2008/layout/LinedList"/>
    <dgm:cxn modelId="{1565690F-7DBC-40BA-9D38-5560E3ACE6CC}" type="presParOf" srcId="{01A7BD3B-4277-4E59-92E4-626AAC2C128E}" destId="{680727F6-F628-4B6A-AC20-20FE7D214E4D}" srcOrd="2" destOrd="0" presId="urn:microsoft.com/office/officeart/2008/layout/LinedList"/>
    <dgm:cxn modelId="{37190E81-9788-4491-BC65-8316CCCDBB93}" type="presParOf" srcId="{01A7BD3B-4277-4E59-92E4-626AAC2C128E}" destId="{8DA7997C-9234-4ACD-A341-E08C80507DD6}" srcOrd="3" destOrd="0" presId="urn:microsoft.com/office/officeart/2008/layout/LinedList"/>
    <dgm:cxn modelId="{3BFECB90-B9EE-4F3C-AAE6-AB684F7C7F93}" type="presParOf" srcId="{8DA7997C-9234-4ACD-A341-E08C80507DD6}" destId="{1229EB61-BE61-4387-AF41-AE6210D849B4}" srcOrd="0" destOrd="0" presId="urn:microsoft.com/office/officeart/2008/layout/LinedList"/>
    <dgm:cxn modelId="{B66F0E2C-1EC8-47E2-9B37-FEED2F474D3B}" type="presParOf" srcId="{8DA7997C-9234-4ACD-A341-E08C80507DD6}" destId="{E43F3F4F-7955-416C-B24E-8BB6545A42A9}" srcOrd="1" destOrd="0" presId="urn:microsoft.com/office/officeart/2008/layout/LinedList"/>
    <dgm:cxn modelId="{EDFDBECF-9381-42E0-9631-6D4A6565EA84}" type="presParOf" srcId="{E43F3F4F-7955-416C-B24E-8BB6545A42A9}" destId="{6F15BE5C-EBC9-4EF9-A1F0-93DF5C2C9F6D}" srcOrd="0" destOrd="0" presId="urn:microsoft.com/office/officeart/2008/layout/LinedList"/>
    <dgm:cxn modelId="{96184801-2711-4AD2-A94A-3646FE23CC1B}" type="presParOf" srcId="{E43F3F4F-7955-416C-B24E-8BB6545A42A9}" destId="{74D69D13-50A1-4422-A5F3-4681D0F4D2E6}" srcOrd="1" destOrd="0" presId="urn:microsoft.com/office/officeart/2008/layout/LinedList"/>
    <dgm:cxn modelId="{632E1B03-51F7-46C6-9E7F-4A676E9667AC}" type="presParOf" srcId="{74D69D13-50A1-4422-A5F3-4681D0F4D2E6}" destId="{FEC8C481-DDDD-4991-A079-B72D92A3F83C}" srcOrd="0" destOrd="0" presId="urn:microsoft.com/office/officeart/2008/layout/LinedList"/>
    <dgm:cxn modelId="{489B7E5F-8158-40F0-A343-17A2FE6468FB}" type="presParOf" srcId="{74D69D13-50A1-4422-A5F3-4681D0F4D2E6}" destId="{57E8471E-4605-48BD-8C46-936797E9A602}" srcOrd="1" destOrd="0" presId="urn:microsoft.com/office/officeart/2008/layout/LinedList"/>
    <dgm:cxn modelId="{7D778A53-4D7B-4D68-B3E5-D8B9812D5996}" type="presParOf" srcId="{74D69D13-50A1-4422-A5F3-4681D0F4D2E6}" destId="{EC881F78-CB2E-4F14-A756-73E13100F6CD}" srcOrd="2" destOrd="0" presId="urn:microsoft.com/office/officeart/2008/layout/LinedList"/>
    <dgm:cxn modelId="{099F9802-2EA2-4B6D-8B08-EB1F1D5BEDEA}" type="presParOf" srcId="{E43F3F4F-7955-416C-B24E-8BB6545A42A9}" destId="{69DBBEC1-AC0F-4ADD-A445-6E72AB29D02A}" srcOrd="2" destOrd="0" presId="urn:microsoft.com/office/officeart/2008/layout/LinedList"/>
    <dgm:cxn modelId="{649719E6-2B2F-484B-BA37-B637D3B19446}" type="presParOf" srcId="{E43F3F4F-7955-416C-B24E-8BB6545A42A9}" destId="{69C81AEE-ABD4-4BD0-83CA-B19CB852F3AE}" srcOrd="3" destOrd="0" presId="urn:microsoft.com/office/officeart/2008/layout/LinedList"/>
    <dgm:cxn modelId="{246AA2CB-BB33-4D81-8117-8B1F02A95253}" type="presParOf" srcId="{E43F3F4F-7955-416C-B24E-8BB6545A42A9}" destId="{39849EB8-C517-476B-860B-D8FF86BD8A29}" srcOrd="4" destOrd="0" presId="urn:microsoft.com/office/officeart/2008/layout/LinedList"/>
    <dgm:cxn modelId="{8C394973-6EAD-4733-A86D-0141653C953D}" type="presParOf" srcId="{39849EB8-C517-476B-860B-D8FF86BD8A29}" destId="{13C32B61-EC04-4595-A709-272198F24EE7}" srcOrd="0" destOrd="0" presId="urn:microsoft.com/office/officeart/2008/layout/LinedList"/>
    <dgm:cxn modelId="{BE091D95-794D-49F3-A207-B8AA463B57A4}" type="presParOf" srcId="{39849EB8-C517-476B-860B-D8FF86BD8A29}" destId="{C71805B3-9E07-4519-A140-DB6DE56984CF}" srcOrd="1" destOrd="0" presId="urn:microsoft.com/office/officeart/2008/layout/LinedList"/>
    <dgm:cxn modelId="{EA3A713C-0434-4408-AC04-053C9BC78595}" type="presParOf" srcId="{39849EB8-C517-476B-860B-D8FF86BD8A29}" destId="{8305482A-D537-471F-A6A6-3DCBC4AA838F}" srcOrd="2" destOrd="0" presId="urn:microsoft.com/office/officeart/2008/layout/LinedList"/>
    <dgm:cxn modelId="{333EFAD2-2A6E-4F57-BF93-AAB81E823F96}" type="presParOf" srcId="{E43F3F4F-7955-416C-B24E-8BB6545A42A9}" destId="{E54B5557-E910-4797-95D3-164B4B606646}" srcOrd="5" destOrd="0" presId="urn:microsoft.com/office/officeart/2008/layout/LinedList"/>
    <dgm:cxn modelId="{E3F7C991-1E35-49B2-BE2A-95C93E524C48}" type="presParOf" srcId="{E43F3F4F-7955-416C-B24E-8BB6545A42A9}" destId="{A166D94D-475A-437E-9BAB-605CBCABB3C8}" srcOrd="6" destOrd="0" presId="urn:microsoft.com/office/officeart/2008/layout/LinedList"/>
    <dgm:cxn modelId="{7D20D70D-1100-4CAA-9717-9767FE977C0F}" type="presParOf" srcId="{E43F3F4F-7955-416C-B24E-8BB6545A42A9}" destId="{9B2305A2-6102-41FB-A95D-4D511EED51F1}" srcOrd="7" destOrd="0" presId="urn:microsoft.com/office/officeart/2008/layout/LinedList"/>
    <dgm:cxn modelId="{E60F6FA7-B24A-4F4F-88E2-3929527E2D3D}" type="presParOf" srcId="{9B2305A2-6102-41FB-A95D-4D511EED51F1}" destId="{8711633E-F5E1-406E-8ABB-410CC0F12FF8}" srcOrd="0" destOrd="0" presId="urn:microsoft.com/office/officeart/2008/layout/LinedList"/>
    <dgm:cxn modelId="{4B01D5EE-0C23-4DB3-BCF8-8A691EA083B5}" type="presParOf" srcId="{9B2305A2-6102-41FB-A95D-4D511EED51F1}" destId="{B0136236-6A09-415D-AFB6-4F5F1DF26E96}" srcOrd="1" destOrd="0" presId="urn:microsoft.com/office/officeart/2008/layout/LinedList"/>
    <dgm:cxn modelId="{023C1DCE-0744-49AD-9F86-3651C8A7A07F}" type="presParOf" srcId="{9B2305A2-6102-41FB-A95D-4D511EED51F1}" destId="{78E7507B-83A0-4666-BCEB-568336019670}" srcOrd="2" destOrd="0" presId="urn:microsoft.com/office/officeart/2008/layout/LinedList"/>
    <dgm:cxn modelId="{8E795C3B-6205-4231-9560-CB4B62FC5CE8}" type="presParOf" srcId="{E43F3F4F-7955-416C-B24E-8BB6545A42A9}" destId="{0E01B8BE-F935-4A00-8A8C-D52CA80638D8}" srcOrd="8" destOrd="0" presId="urn:microsoft.com/office/officeart/2008/layout/LinedList"/>
    <dgm:cxn modelId="{499F7E23-AFE3-4092-A83F-873719718373}" type="presParOf" srcId="{E43F3F4F-7955-416C-B24E-8BB6545A42A9}" destId="{4BAEDDD6-207F-419C-88B3-2E0609D84E1D}" srcOrd="9" destOrd="0" presId="urn:microsoft.com/office/officeart/2008/layout/LinedList"/>
    <dgm:cxn modelId="{D0794341-C8A5-4A70-8787-01811C07F75D}" type="presParOf" srcId="{E43F3F4F-7955-416C-B24E-8BB6545A42A9}" destId="{F7068AF3-84AA-433E-8792-907A2A1CA540}" srcOrd="10" destOrd="0" presId="urn:microsoft.com/office/officeart/2008/layout/LinedList"/>
    <dgm:cxn modelId="{290D255E-61FF-46BA-9AA3-78A1936BD0D7}" type="presParOf" srcId="{F7068AF3-84AA-433E-8792-907A2A1CA540}" destId="{44D5CDB7-A0C3-42F4-BFDE-99C50E25E3E6}" srcOrd="0" destOrd="0" presId="urn:microsoft.com/office/officeart/2008/layout/LinedList"/>
    <dgm:cxn modelId="{8E6A06D8-675F-4EBA-A6C9-874BCFDFB85C}" type="presParOf" srcId="{F7068AF3-84AA-433E-8792-907A2A1CA540}" destId="{F3338618-03C7-413A-9FE3-2F611A0A971C}" srcOrd="1" destOrd="0" presId="urn:microsoft.com/office/officeart/2008/layout/LinedList"/>
    <dgm:cxn modelId="{843FC42D-32E2-4FCF-93B5-72D1E24DAE84}" type="presParOf" srcId="{F7068AF3-84AA-433E-8792-907A2A1CA540}" destId="{D65D9576-C963-4458-93B7-948F571436B2}" srcOrd="2" destOrd="0" presId="urn:microsoft.com/office/officeart/2008/layout/LinedList"/>
    <dgm:cxn modelId="{B2AB668A-997C-4F7C-9F4C-A06295308B36}" type="presParOf" srcId="{E43F3F4F-7955-416C-B24E-8BB6545A42A9}" destId="{4CD18AE8-7060-45EB-A1A5-676650059A24}" srcOrd="11" destOrd="0" presId="urn:microsoft.com/office/officeart/2008/layout/LinedList"/>
    <dgm:cxn modelId="{48161979-5C38-4BD9-9166-674FCD55055E}" type="presParOf" srcId="{E43F3F4F-7955-416C-B24E-8BB6545A42A9}" destId="{CFB4AD40-FFC2-4DD0-BDA2-EF60D2B489DD}" srcOrd="12" destOrd="0" presId="urn:microsoft.com/office/officeart/2008/layout/LinedList"/>
    <dgm:cxn modelId="{88EEEEFD-3533-411F-9B4B-A6B82CB4A219}" type="presParOf" srcId="{01A7BD3B-4277-4E59-92E4-626AAC2C128E}" destId="{73DCB2ED-F509-4D1E-971E-AD6248A355E1}" srcOrd="4" destOrd="0" presId="urn:microsoft.com/office/officeart/2008/layout/LinedList"/>
    <dgm:cxn modelId="{C02FC96B-6F51-465C-BF52-AB4A2618962C}" type="presParOf" srcId="{01A7BD3B-4277-4E59-92E4-626AAC2C128E}" destId="{DFB7E9C8-7544-43D7-AA3E-566DBA016733}" srcOrd="5" destOrd="0" presId="urn:microsoft.com/office/officeart/2008/layout/LinedList"/>
    <dgm:cxn modelId="{79E9B39A-E4F8-4F3A-AFA9-5CCF0837C254}" type="presParOf" srcId="{DFB7E9C8-7544-43D7-AA3E-566DBA016733}" destId="{991C0457-BDE7-4E50-8B25-C3AE678C4AFF}" srcOrd="0" destOrd="0" presId="urn:microsoft.com/office/officeart/2008/layout/LinedList"/>
    <dgm:cxn modelId="{143794B0-A8D1-42BA-B350-93D9EF85A9E6}" type="presParOf" srcId="{DFB7E9C8-7544-43D7-AA3E-566DBA016733}" destId="{77F5829F-14B3-451D-8FF4-25F3AAE0127E}" srcOrd="1" destOrd="0" presId="urn:microsoft.com/office/officeart/2008/layout/LinedList"/>
    <dgm:cxn modelId="{88AA49A7-B0D4-42B3-865D-0C014CABAB45}" type="presParOf" srcId="{77F5829F-14B3-451D-8FF4-25F3AAE0127E}" destId="{F232CB97-7F2C-4A41-B23E-F018B2D7E3D5}" srcOrd="0" destOrd="0" presId="urn:microsoft.com/office/officeart/2008/layout/LinedList"/>
    <dgm:cxn modelId="{4BE3AC90-3653-471C-90BE-DEF02B3D1F9C}" type="presParOf" srcId="{77F5829F-14B3-451D-8FF4-25F3AAE0127E}" destId="{64FA4730-A932-42AE-ABF5-B39656541E82}" srcOrd="1" destOrd="0" presId="urn:microsoft.com/office/officeart/2008/layout/LinedList"/>
    <dgm:cxn modelId="{0E4D1996-F921-43D0-8872-20310C37CCF3}" type="presParOf" srcId="{64FA4730-A932-42AE-ABF5-B39656541E82}" destId="{F46C3180-5E65-42DC-83B3-8B654FAC9844}" srcOrd="0" destOrd="0" presId="urn:microsoft.com/office/officeart/2008/layout/LinedList"/>
    <dgm:cxn modelId="{04EAF38A-39A8-4FC2-B9BD-D740E09429AE}" type="presParOf" srcId="{64FA4730-A932-42AE-ABF5-B39656541E82}" destId="{697697FA-8E0E-47C9-A3B3-54BF66728ECD}" srcOrd="1" destOrd="0" presId="urn:microsoft.com/office/officeart/2008/layout/LinedList"/>
    <dgm:cxn modelId="{98817149-EB26-4A74-84F2-A0613E65E4B1}" type="presParOf" srcId="{64FA4730-A932-42AE-ABF5-B39656541E82}" destId="{999CFB72-68B8-40A2-AF50-18B4C1F7805D}" srcOrd="2" destOrd="0" presId="urn:microsoft.com/office/officeart/2008/layout/LinedList"/>
    <dgm:cxn modelId="{41C8D90E-41E3-4CC0-BE1D-8E210F387702}" type="presParOf" srcId="{77F5829F-14B3-451D-8FF4-25F3AAE0127E}" destId="{110D0667-4248-4189-A305-CA21A48FF5DF}" srcOrd="2" destOrd="0" presId="urn:microsoft.com/office/officeart/2008/layout/LinedList"/>
    <dgm:cxn modelId="{5BAA44F0-BAF5-49B5-9243-3DFE9E9AAB4E}" type="presParOf" srcId="{77F5829F-14B3-451D-8FF4-25F3AAE0127E}" destId="{4BEB2D37-7A78-4DBA-9CA7-76F7151FD733}" srcOrd="3" destOrd="0" presId="urn:microsoft.com/office/officeart/2008/layout/LinedList"/>
    <dgm:cxn modelId="{5C8BC814-346D-4E64-A704-87F66FFD6B68}" type="presParOf" srcId="{77F5829F-14B3-451D-8FF4-25F3AAE0127E}" destId="{1CCA0EC6-20DC-4C3B-8EE5-A9DD8ED1A55E}" srcOrd="4" destOrd="0" presId="urn:microsoft.com/office/officeart/2008/layout/LinedList"/>
    <dgm:cxn modelId="{E540F966-7F3D-4E00-BAB6-63231C59F7C4}" type="presParOf" srcId="{1CCA0EC6-20DC-4C3B-8EE5-A9DD8ED1A55E}" destId="{10B796B0-A4FC-4065-A87E-3EB447433E6A}" srcOrd="0" destOrd="0" presId="urn:microsoft.com/office/officeart/2008/layout/LinedList"/>
    <dgm:cxn modelId="{1E925F52-F828-44B1-A8C6-3F151C5FB4A9}" type="presParOf" srcId="{1CCA0EC6-20DC-4C3B-8EE5-A9DD8ED1A55E}" destId="{F3D937BF-0DF5-4CD3-AF68-373529CE6434}" srcOrd="1" destOrd="0" presId="urn:microsoft.com/office/officeart/2008/layout/LinedList"/>
    <dgm:cxn modelId="{5E05D6DC-F9AF-498F-BF21-361F089AE889}" type="presParOf" srcId="{1CCA0EC6-20DC-4C3B-8EE5-A9DD8ED1A55E}" destId="{5440C41C-834E-40AB-B536-C82E61DA7169}" srcOrd="2" destOrd="0" presId="urn:microsoft.com/office/officeart/2008/layout/LinedList"/>
    <dgm:cxn modelId="{199B4131-B295-4F64-90D6-2A5ED6CBAFC1}" type="presParOf" srcId="{77F5829F-14B3-451D-8FF4-25F3AAE0127E}" destId="{133CA37B-878F-4ADA-A753-F347F45FF1C9}" srcOrd="5" destOrd="0" presId="urn:microsoft.com/office/officeart/2008/layout/LinedList"/>
    <dgm:cxn modelId="{898AF10C-56D0-4FE7-85AC-975F4DE76B25}" type="presParOf" srcId="{77F5829F-14B3-451D-8FF4-25F3AAE0127E}" destId="{05E4BEA1-76A5-446C-968D-26777D855FEE}" srcOrd="6" destOrd="0" presId="urn:microsoft.com/office/officeart/2008/layout/LinedList"/>
    <dgm:cxn modelId="{32EDFA21-6414-4BC0-8246-D03888D0CDE3}" type="presParOf" srcId="{77F5829F-14B3-451D-8FF4-25F3AAE0127E}" destId="{8AF050C4-EDD1-4EFE-88ED-9E0D084E5B12}" srcOrd="7" destOrd="0" presId="urn:microsoft.com/office/officeart/2008/layout/LinedList"/>
    <dgm:cxn modelId="{B977638D-D49E-4586-A23A-A61C1B8654B1}" type="presParOf" srcId="{8AF050C4-EDD1-4EFE-88ED-9E0D084E5B12}" destId="{3DA5F804-04A9-4EFD-8FD8-2BED3E31494B}" srcOrd="0" destOrd="0" presId="urn:microsoft.com/office/officeart/2008/layout/LinedList"/>
    <dgm:cxn modelId="{38739E25-B72C-4FCB-8943-6530CC0825B2}" type="presParOf" srcId="{8AF050C4-EDD1-4EFE-88ED-9E0D084E5B12}" destId="{D7440837-BD29-40D5-AF98-FC4D1B1FE35E}" srcOrd="1" destOrd="0" presId="urn:microsoft.com/office/officeart/2008/layout/LinedList"/>
    <dgm:cxn modelId="{28CA1B05-72F8-45E5-B611-5DE35AE1514A}" type="presParOf" srcId="{8AF050C4-EDD1-4EFE-88ED-9E0D084E5B12}" destId="{C0044F88-CFAC-41C7-98C2-E54B81C10D24}" srcOrd="2" destOrd="0" presId="urn:microsoft.com/office/officeart/2008/layout/LinedList"/>
    <dgm:cxn modelId="{F8D31E24-80A9-4DEB-9401-203C1921AE6C}" type="presParOf" srcId="{77F5829F-14B3-451D-8FF4-25F3AAE0127E}" destId="{62981458-7949-4A03-A93E-A72E304EC4AB}" srcOrd="8" destOrd="0" presId="urn:microsoft.com/office/officeart/2008/layout/LinedList"/>
    <dgm:cxn modelId="{912E73B6-B310-4457-8D81-58CC28B772AD}" type="presParOf" srcId="{77F5829F-14B3-451D-8FF4-25F3AAE0127E}" destId="{5CB0E9A4-7F1A-41E9-825D-BF56966E7C58}" srcOrd="9" destOrd="0" presId="urn:microsoft.com/office/officeart/2008/layout/LinedList"/>
    <dgm:cxn modelId="{5A1E5DE4-2D92-46EE-B041-635B39EF3D79}" type="presParOf" srcId="{77F5829F-14B3-451D-8FF4-25F3AAE0127E}" destId="{D00739FA-4D73-4FA9-95E1-70E00640F277}" srcOrd="10" destOrd="0" presId="urn:microsoft.com/office/officeart/2008/layout/LinedList"/>
    <dgm:cxn modelId="{6ED715CC-3795-4954-83FD-2F2CC6011A20}" type="presParOf" srcId="{D00739FA-4D73-4FA9-95E1-70E00640F277}" destId="{D2913F0D-13EF-44D6-9CA5-379929345CDB}" srcOrd="0" destOrd="0" presId="urn:microsoft.com/office/officeart/2008/layout/LinedList"/>
    <dgm:cxn modelId="{DF361E87-AC6E-4275-8B35-7F82CE4F673F}" type="presParOf" srcId="{D00739FA-4D73-4FA9-95E1-70E00640F277}" destId="{3AB34924-90C0-46F9-A30C-7DD6FCD09A65}" srcOrd="1" destOrd="0" presId="urn:microsoft.com/office/officeart/2008/layout/LinedList"/>
    <dgm:cxn modelId="{05B81ED1-80BA-4DB8-966B-236F515C1950}" type="presParOf" srcId="{D00739FA-4D73-4FA9-95E1-70E00640F277}" destId="{4933EDAA-459A-4711-AAD0-E6199C18DD0D}" srcOrd="2" destOrd="0" presId="urn:microsoft.com/office/officeart/2008/layout/LinedList"/>
    <dgm:cxn modelId="{04E7EA51-B158-4F53-80DB-26014409C9FD}" type="presParOf" srcId="{77F5829F-14B3-451D-8FF4-25F3AAE0127E}" destId="{B43EDFE1-9B5D-4F29-9717-3FD31DD413B5}" srcOrd="11" destOrd="0" presId="urn:microsoft.com/office/officeart/2008/layout/LinedList"/>
    <dgm:cxn modelId="{A942D69D-90CD-4227-8647-63B0B76FF76E}" type="presParOf" srcId="{77F5829F-14B3-451D-8FF4-25F3AAE0127E}" destId="{79584A43-457D-4A3F-8D99-FA65CE3AFF72}"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2FBF26A-269C-442C-9935-BDC5AE59D421}"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2127B8C5-3D9C-47D9-B68B-FC612F1AE18D}">
      <dgm:prSet/>
      <dgm:spPr/>
      <dgm:t>
        <a:bodyPr/>
        <a:lstStyle/>
        <a:p>
          <a:r>
            <a:rPr lang="pt-PT"/>
            <a:t>4. Statistical Analysis</a:t>
          </a:r>
          <a:endParaRPr lang="en-US"/>
        </a:p>
      </dgm:t>
    </dgm:pt>
    <dgm:pt modelId="{8C51B373-9A70-41AD-B4C2-C0940DE9D42A}" type="parTrans" cxnId="{EA31B53D-3C04-4C73-AA09-336E315BE847}">
      <dgm:prSet/>
      <dgm:spPr/>
      <dgm:t>
        <a:bodyPr/>
        <a:lstStyle/>
        <a:p>
          <a:endParaRPr lang="en-US"/>
        </a:p>
      </dgm:t>
    </dgm:pt>
    <dgm:pt modelId="{3DFBB023-B836-4145-A075-D3FEA04BBCDF}" type="sibTrans" cxnId="{EA31B53D-3C04-4C73-AA09-336E315BE847}">
      <dgm:prSet/>
      <dgm:spPr/>
      <dgm:t>
        <a:bodyPr/>
        <a:lstStyle/>
        <a:p>
          <a:endParaRPr lang="en-US"/>
        </a:p>
      </dgm:t>
    </dgm:pt>
    <dgm:pt modelId="{D39B1511-50C8-4E56-B2E4-FAD7EEC10866}">
      <dgm:prSet/>
      <dgm:spPr/>
      <dgm:t>
        <a:bodyPr/>
        <a:lstStyle/>
        <a:p>
          <a:r>
            <a:rPr lang="pt-PT"/>
            <a:t>- Computed cross-validation statistics for each model</a:t>
          </a:r>
          <a:endParaRPr lang="en-US"/>
        </a:p>
      </dgm:t>
    </dgm:pt>
    <dgm:pt modelId="{F2355447-1B2A-4E2D-822E-FAB9A5098DF5}" type="parTrans" cxnId="{E9861A45-0044-4044-B6EE-B624A1D92AAB}">
      <dgm:prSet/>
      <dgm:spPr/>
      <dgm:t>
        <a:bodyPr/>
        <a:lstStyle/>
        <a:p>
          <a:endParaRPr lang="en-US"/>
        </a:p>
      </dgm:t>
    </dgm:pt>
    <dgm:pt modelId="{35045CF8-A345-42EC-A77F-D9812647990E}" type="sibTrans" cxnId="{E9861A45-0044-4044-B6EE-B624A1D92AAB}">
      <dgm:prSet/>
      <dgm:spPr/>
      <dgm:t>
        <a:bodyPr/>
        <a:lstStyle/>
        <a:p>
          <a:endParaRPr lang="en-US"/>
        </a:p>
      </dgm:t>
    </dgm:pt>
    <dgm:pt modelId="{3839D260-D845-4C0B-B98F-B3E2F3A8F659}">
      <dgm:prSet/>
      <dgm:spPr/>
      <dgm:t>
        <a:bodyPr/>
        <a:lstStyle/>
        <a:p>
          <a:r>
            <a:rPr lang="pt-PT"/>
            <a:t>- Analyzed variance in predictions across folds</a:t>
          </a:r>
          <a:endParaRPr lang="en-US"/>
        </a:p>
      </dgm:t>
    </dgm:pt>
    <dgm:pt modelId="{7AACB7BB-111E-47A7-ADAA-1B19B0AFE0EC}" type="parTrans" cxnId="{31EE03E7-542E-488E-A90F-78C892457518}">
      <dgm:prSet/>
      <dgm:spPr/>
      <dgm:t>
        <a:bodyPr/>
        <a:lstStyle/>
        <a:p>
          <a:endParaRPr lang="en-US"/>
        </a:p>
      </dgm:t>
    </dgm:pt>
    <dgm:pt modelId="{3C785614-F977-4FAB-B191-FB4E72EE1D1C}" type="sibTrans" cxnId="{31EE03E7-542E-488E-A90F-78C892457518}">
      <dgm:prSet/>
      <dgm:spPr/>
      <dgm:t>
        <a:bodyPr/>
        <a:lstStyle/>
        <a:p>
          <a:endParaRPr lang="en-US"/>
        </a:p>
      </dgm:t>
    </dgm:pt>
    <dgm:pt modelId="{2A7EE427-EDD4-458F-AED3-DA4DA6BCA22E}">
      <dgm:prSet/>
      <dgm:spPr/>
      <dgm:t>
        <a:bodyPr/>
        <a:lstStyle/>
        <a:p>
          <a:r>
            <a:rPr lang="pt-PT"/>
            <a:t>- Compared model stability through standard deviation metrics</a:t>
          </a:r>
          <a:endParaRPr lang="en-US"/>
        </a:p>
      </dgm:t>
    </dgm:pt>
    <dgm:pt modelId="{B9CC120B-8DAB-4019-94F9-B6F6FD18AF79}" type="parTrans" cxnId="{C4581321-3C02-45A2-8CD6-312073820928}">
      <dgm:prSet/>
      <dgm:spPr/>
      <dgm:t>
        <a:bodyPr/>
        <a:lstStyle/>
        <a:p>
          <a:endParaRPr lang="en-US"/>
        </a:p>
      </dgm:t>
    </dgm:pt>
    <dgm:pt modelId="{E58D8AAC-2A27-42EB-971F-A4A76582850E}" type="sibTrans" cxnId="{C4581321-3C02-45A2-8CD6-312073820928}">
      <dgm:prSet/>
      <dgm:spPr/>
      <dgm:t>
        <a:bodyPr/>
        <a:lstStyle/>
        <a:p>
          <a:endParaRPr lang="en-US"/>
        </a:p>
      </dgm:t>
    </dgm:pt>
    <dgm:pt modelId="{6DEDEBBE-4C5C-4212-B6AF-78A71DD33A90}">
      <dgm:prSet/>
      <dgm:spPr/>
      <dgm:t>
        <a:bodyPr/>
        <a:lstStyle/>
        <a:p>
          <a:r>
            <a:rPr lang="pt-PT"/>
            <a:t>- Evaluated improvement over baseline model</a:t>
          </a:r>
          <a:endParaRPr lang="en-US"/>
        </a:p>
      </dgm:t>
    </dgm:pt>
    <dgm:pt modelId="{D18CD7F5-ED0C-4082-8936-B97DF3AE567B}" type="parTrans" cxnId="{3591B1E6-F63C-4B39-B930-458D25B3CF02}">
      <dgm:prSet/>
      <dgm:spPr/>
      <dgm:t>
        <a:bodyPr/>
        <a:lstStyle/>
        <a:p>
          <a:endParaRPr lang="en-US"/>
        </a:p>
      </dgm:t>
    </dgm:pt>
    <dgm:pt modelId="{D1FA808F-EF22-43B8-8A2F-C38D779DE309}" type="sibTrans" cxnId="{3591B1E6-F63C-4B39-B930-458D25B3CF02}">
      <dgm:prSet/>
      <dgm:spPr/>
      <dgm:t>
        <a:bodyPr/>
        <a:lstStyle/>
        <a:p>
          <a:endParaRPr lang="en-US"/>
        </a:p>
      </dgm:t>
    </dgm:pt>
    <dgm:pt modelId="{C7F7CB91-3333-4FB0-BD82-0475ACEED4A3}">
      <dgm:prSet/>
      <dgm:spPr/>
      <dgm:t>
        <a:bodyPr/>
        <a:lstStyle/>
        <a:p>
          <a:r>
            <a:rPr lang="pt-PT"/>
            <a:t>5. Test Set Predictions</a:t>
          </a:r>
          <a:endParaRPr lang="en-US"/>
        </a:p>
      </dgm:t>
    </dgm:pt>
    <dgm:pt modelId="{DA546F56-8844-4ABD-AC63-06AAC19C09EB}" type="parTrans" cxnId="{F8684625-8C77-4786-A31A-FA518FF1AE8E}">
      <dgm:prSet/>
      <dgm:spPr/>
      <dgm:t>
        <a:bodyPr/>
        <a:lstStyle/>
        <a:p>
          <a:endParaRPr lang="en-US"/>
        </a:p>
      </dgm:t>
    </dgm:pt>
    <dgm:pt modelId="{BBBBC651-CBF9-46A5-A800-E5E04AA4D341}" type="sibTrans" cxnId="{F8684625-8C77-4786-A31A-FA518FF1AE8E}">
      <dgm:prSet/>
      <dgm:spPr/>
      <dgm:t>
        <a:bodyPr/>
        <a:lstStyle/>
        <a:p>
          <a:endParaRPr lang="en-US"/>
        </a:p>
      </dgm:t>
    </dgm:pt>
    <dgm:pt modelId="{156FE68A-EA66-41AC-922C-FFC0A5AB6B7E}">
      <dgm:prSet/>
      <dgm:spPr/>
      <dgm:t>
        <a:bodyPr/>
        <a:lstStyle/>
        <a:p>
          <a:r>
            <a:rPr lang="pt-PT"/>
            <a:t>- Selected best performing model based on CV results</a:t>
          </a:r>
          <a:endParaRPr lang="en-US"/>
        </a:p>
      </dgm:t>
    </dgm:pt>
    <dgm:pt modelId="{F7E479FC-B41B-4E59-8795-835A979C8FDB}" type="parTrans" cxnId="{0370045B-3731-4EB4-9D01-D792BB77A11B}">
      <dgm:prSet/>
      <dgm:spPr/>
      <dgm:t>
        <a:bodyPr/>
        <a:lstStyle/>
        <a:p>
          <a:endParaRPr lang="en-US"/>
        </a:p>
      </dgm:t>
    </dgm:pt>
    <dgm:pt modelId="{BEF5F14C-916B-4160-8C44-41FDFEAFBD32}" type="sibTrans" cxnId="{0370045B-3731-4EB4-9D01-D792BB77A11B}">
      <dgm:prSet/>
      <dgm:spPr/>
      <dgm:t>
        <a:bodyPr/>
        <a:lstStyle/>
        <a:p>
          <a:endParaRPr lang="en-US"/>
        </a:p>
      </dgm:t>
    </dgm:pt>
    <dgm:pt modelId="{DE290148-989B-42C6-9A56-75F0D0B6BE8C}">
      <dgm:prSet/>
      <dgm:spPr/>
      <dgm:t>
        <a:bodyPr/>
        <a:lstStyle/>
        <a:p>
          <a:r>
            <a:rPr lang="pt-PT"/>
            <a:t>- Generated predictions for test dataset</a:t>
          </a:r>
          <a:endParaRPr lang="en-US"/>
        </a:p>
      </dgm:t>
    </dgm:pt>
    <dgm:pt modelId="{79FE04B0-7E01-41FE-8884-5E2DBBA0F023}" type="parTrans" cxnId="{D5B6C3F0-94CF-4C56-AB92-16F502C652FE}">
      <dgm:prSet/>
      <dgm:spPr/>
      <dgm:t>
        <a:bodyPr/>
        <a:lstStyle/>
        <a:p>
          <a:endParaRPr lang="en-US"/>
        </a:p>
      </dgm:t>
    </dgm:pt>
    <dgm:pt modelId="{4842888F-0CC8-4712-96DE-D54A2AA673BD}" type="sibTrans" cxnId="{D5B6C3F0-94CF-4C56-AB92-16F502C652FE}">
      <dgm:prSet/>
      <dgm:spPr/>
      <dgm:t>
        <a:bodyPr/>
        <a:lstStyle/>
        <a:p>
          <a:endParaRPr lang="en-US"/>
        </a:p>
      </dgm:t>
    </dgm:pt>
    <dgm:pt modelId="{D858A70D-E26C-4948-B735-1C059C608E4F}">
      <dgm:prSet/>
      <dgm:spPr/>
      <dgm:t>
        <a:bodyPr/>
        <a:lstStyle/>
        <a:p>
          <a:r>
            <a:rPr lang="pt-PT"/>
            <a:t>- Created submission file for evaluation</a:t>
          </a:r>
          <a:endParaRPr lang="en-US"/>
        </a:p>
      </dgm:t>
    </dgm:pt>
    <dgm:pt modelId="{25867A2D-B2AB-4667-AAA6-4774B6208EC5}" type="parTrans" cxnId="{CEFF9184-BEB5-4AC9-BF4B-FC6A09C0B0B4}">
      <dgm:prSet/>
      <dgm:spPr/>
      <dgm:t>
        <a:bodyPr/>
        <a:lstStyle/>
        <a:p>
          <a:endParaRPr lang="en-US"/>
        </a:p>
      </dgm:t>
    </dgm:pt>
    <dgm:pt modelId="{DEB239A9-78A5-481A-BFB1-0583BA1508E1}" type="sibTrans" cxnId="{CEFF9184-BEB5-4AC9-BF4B-FC6A09C0B0B4}">
      <dgm:prSet/>
      <dgm:spPr/>
      <dgm:t>
        <a:bodyPr/>
        <a:lstStyle/>
        <a:p>
          <a:endParaRPr lang="en-US"/>
        </a:p>
      </dgm:t>
    </dgm:pt>
    <dgm:pt modelId="{04230A6F-2087-4B8D-AAE9-6518F1F07148}">
      <dgm:prSet/>
      <dgm:spPr/>
      <dgm:t>
        <a:bodyPr/>
        <a:lstStyle/>
        <a:p>
          <a:r>
            <a:rPr lang="pt-PT"/>
            <a:t>- Documented model selection rationale</a:t>
          </a:r>
          <a:endParaRPr lang="en-US"/>
        </a:p>
      </dgm:t>
    </dgm:pt>
    <dgm:pt modelId="{F6E753FA-16F1-44B2-B565-4D48996B5B50}" type="parTrans" cxnId="{B3FFA5E0-8EF1-4607-B37E-3885899A3379}">
      <dgm:prSet/>
      <dgm:spPr/>
      <dgm:t>
        <a:bodyPr/>
        <a:lstStyle/>
        <a:p>
          <a:endParaRPr lang="en-US"/>
        </a:p>
      </dgm:t>
    </dgm:pt>
    <dgm:pt modelId="{6AA54327-8EC9-4429-815A-09F79CA6973F}" type="sibTrans" cxnId="{B3FFA5E0-8EF1-4607-B37E-3885899A3379}">
      <dgm:prSet/>
      <dgm:spPr/>
      <dgm:t>
        <a:bodyPr/>
        <a:lstStyle/>
        <a:p>
          <a:endParaRPr lang="en-US"/>
        </a:p>
      </dgm:t>
    </dgm:pt>
    <dgm:pt modelId="{169E7CD2-D7D7-44D1-A5C3-08B8C5EA3FDB}">
      <dgm:prSet/>
      <dgm:spPr/>
      <dgm:t>
        <a:bodyPr/>
        <a:lstStyle/>
        <a:p>
          <a:r>
            <a:rPr lang="pt-PT"/>
            <a:t>6. Results Documentation</a:t>
          </a:r>
          <a:endParaRPr lang="en-US"/>
        </a:p>
      </dgm:t>
    </dgm:pt>
    <dgm:pt modelId="{FB1464A3-549B-418D-8BE0-6A4BC3C55A2B}" type="parTrans" cxnId="{5FC87AB9-7EDE-4788-8B36-98F285E55EA4}">
      <dgm:prSet/>
      <dgm:spPr/>
      <dgm:t>
        <a:bodyPr/>
        <a:lstStyle/>
        <a:p>
          <a:endParaRPr lang="en-US"/>
        </a:p>
      </dgm:t>
    </dgm:pt>
    <dgm:pt modelId="{5E163E34-26F6-4A3A-9817-5BDE24F161AA}" type="sibTrans" cxnId="{5FC87AB9-7EDE-4788-8B36-98F285E55EA4}">
      <dgm:prSet/>
      <dgm:spPr/>
      <dgm:t>
        <a:bodyPr/>
        <a:lstStyle/>
        <a:p>
          <a:endParaRPr lang="en-US"/>
        </a:p>
      </dgm:t>
    </dgm:pt>
    <dgm:pt modelId="{9E5594D8-D826-4800-BD9F-025C9452C001}">
      <dgm:prSet/>
      <dgm:spPr/>
      <dgm:t>
        <a:bodyPr/>
        <a:lstStyle/>
        <a:p>
          <a:r>
            <a:rPr lang="pt-PT"/>
            <a:t>- Saved all comparison plots with task-specific naming</a:t>
          </a:r>
          <a:endParaRPr lang="en-US"/>
        </a:p>
      </dgm:t>
    </dgm:pt>
    <dgm:pt modelId="{DCE82583-989A-4F7C-9E42-48BB3DF401BA}" type="parTrans" cxnId="{449FC4A5-FE33-4072-98B2-B6BCD60E50CE}">
      <dgm:prSet/>
      <dgm:spPr/>
      <dgm:t>
        <a:bodyPr/>
        <a:lstStyle/>
        <a:p>
          <a:endParaRPr lang="en-US"/>
        </a:p>
      </dgm:t>
    </dgm:pt>
    <dgm:pt modelId="{3E005021-45B2-44B4-B0B6-CEED7D0E9722}" type="sibTrans" cxnId="{449FC4A5-FE33-4072-98B2-B6BCD60E50CE}">
      <dgm:prSet/>
      <dgm:spPr/>
      <dgm:t>
        <a:bodyPr/>
        <a:lstStyle/>
        <a:p>
          <a:endParaRPr lang="en-US"/>
        </a:p>
      </dgm:t>
    </dgm:pt>
    <dgm:pt modelId="{4322533E-A559-4638-A01C-921631461671}">
      <dgm:prSet/>
      <dgm:spPr/>
      <dgm:t>
        <a:bodyPr/>
        <a:lstStyle/>
        <a:p>
          <a:r>
            <a:rPr lang="pt-PT"/>
            <a:t>- Generated separate plots for polynomial and k-NN tuning</a:t>
          </a:r>
          <a:endParaRPr lang="en-US"/>
        </a:p>
      </dgm:t>
    </dgm:pt>
    <dgm:pt modelId="{B8792726-9CA5-49CD-ADAF-A59AC025D24E}" type="parTrans" cxnId="{3EF14C6D-26A8-4C67-8BC2-D8BD02D8E0FC}">
      <dgm:prSet/>
      <dgm:spPr/>
      <dgm:t>
        <a:bodyPr/>
        <a:lstStyle/>
        <a:p>
          <a:endParaRPr lang="en-US"/>
        </a:p>
      </dgm:t>
    </dgm:pt>
    <dgm:pt modelId="{F96C8E63-33DA-4C98-8C43-97AB70B0B243}" type="sibTrans" cxnId="{3EF14C6D-26A8-4C67-8BC2-D8BD02D8E0FC}">
      <dgm:prSet/>
      <dgm:spPr/>
      <dgm:t>
        <a:bodyPr/>
        <a:lstStyle/>
        <a:p>
          <a:endParaRPr lang="en-US"/>
        </a:p>
      </dgm:t>
    </dgm:pt>
    <dgm:pt modelId="{A8BD69EA-FE85-44AD-A30F-E2071B6FA45F}">
      <dgm:prSet/>
      <dgm:spPr/>
      <dgm:t>
        <a:bodyPr/>
        <a:lstStyle/>
        <a:p>
          <a:r>
            <a:rPr lang="pt-PT"/>
            <a:t>- Created individual prediction visualizations for each model</a:t>
          </a:r>
          <a:endParaRPr lang="en-US"/>
        </a:p>
      </dgm:t>
    </dgm:pt>
    <dgm:pt modelId="{C0C047CA-B0C9-4B79-8BBE-D2955E65B318}" type="parTrans" cxnId="{C3AAAA16-CA78-44AA-BAC8-34CAB950B5AB}">
      <dgm:prSet/>
      <dgm:spPr/>
      <dgm:t>
        <a:bodyPr/>
        <a:lstStyle/>
        <a:p>
          <a:endParaRPr lang="en-US"/>
        </a:p>
      </dgm:t>
    </dgm:pt>
    <dgm:pt modelId="{0B8C52CD-448F-442B-AD84-2AFEE8A03870}" type="sibTrans" cxnId="{C3AAAA16-CA78-44AA-BAC8-34CAB950B5AB}">
      <dgm:prSet/>
      <dgm:spPr/>
      <dgm:t>
        <a:bodyPr/>
        <a:lstStyle/>
        <a:p>
          <a:endParaRPr lang="en-US"/>
        </a:p>
      </dgm:t>
    </dgm:pt>
    <dgm:pt modelId="{DE9AD532-0570-46C8-A36F-25D69DB166AB}">
      <dgm:prSet/>
      <dgm:spPr/>
      <dgm:t>
        <a:bodyPr/>
        <a:lstStyle/>
        <a:p>
          <a:r>
            <a:rPr lang="pt-PT"/>
            <a:t>- Documented complete evaluation workflow</a:t>
          </a:r>
          <a:endParaRPr lang="en-US"/>
        </a:p>
      </dgm:t>
    </dgm:pt>
    <dgm:pt modelId="{F81F072B-34A0-4EC5-91DB-1D96B32E3744}" type="parTrans" cxnId="{8DC70253-8CE9-4D43-A8CE-C8A62BF43945}">
      <dgm:prSet/>
      <dgm:spPr/>
      <dgm:t>
        <a:bodyPr/>
        <a:lstStyle/>
        <a:p>
          <a:endParaRPr lang="en-US"/>
        </a:p>
      </dgm:t>
    </dgm:pt>
    <dgm:pt modelId="{0E0BFF98-2794-44F6-8B47-6EE4F4E3997D}" type="sibTrans" cxnId="{8DC70253-8CE9-4D43-A8CE-C8A62BF43945}">
      <dgm:prSet/>
      <dgm:spPr/>
      <dgm:t>
        <a:bodyPr/>
        <a:lstStyle/>
        <a:p>
          <a:endParaRPr lang="en-US"/>
        </a:p>
      </dgm:t>
    </dgm:pt>
    <dgm:pt modelId="{1B8E9B4D-D42C-4171-B140-BAB5FA2452B5}" type="pres">
      <dgm:prSet presAssocID="{D2FBF26A-269C-442C-9935-BDC5AE59D421}" presName="vert0" presStyleCnt="0">
        <dgm:presLayoutVars>
          <dgm:dir/>
          <dgm:animOne val="branch"/>
          <dgm:animLvl val="lvl"/>
        </dgm:presLayoutVars>
      </dgm:prSet>
      <dgm:spPr/>
    </dgm:pt>
    <dgm:pt modelId="{07554912-EE16-4E8F-BE8C-1C069EF9EC5F}" type="pres">
      <dgm:prSet presAssocID="{2127B8C5-3D9C-47D9-B68B-FC612F1AE18D}" presName="thickLine" presStyleLbl="alignNode1" presStyleIdx="0" presStyleCnt="3"/>
      <dgm:spPr/>
    </dgm:pt>
    <dgm:pt modelId="{684EFAA9-5BB7-4923-8DEB-74090E32304F}" type="pres">
      <dgm:prSet presAssocID="{2127B8C5-3D9C-47D9-B68B-FC612F1AE18D}" presName="horz1" presStyleCnt="0"/>
      <dgm:spPr/>
    </dgm:pt>
    <dgm:pt modelId="{A7CABF73-B29B-490A-8F6E-372EA30CA63C}" type="pres">
      <dgm:prSet presAssocID="{2127B8C5-3D9C-47D9-B68B-FC612F1AE18D}" presName="tx1" presStyleLbl="revTx" presStyleIdx="0" presStyleCnt="15"/>
      <dgm:spPr/>
    </dgm:pt>
    <dgm:pt modelId="{EA9C6693-E64C-4AAD-A918-2F5FB5CDE9E1}" type="pres">
      <dgm:prSet presAssocID="{2127B8C5-3D9C-47D9-B68B-FC612F1AE18D}" presName="vert1" presStyleCnt="0"/>
      <dgm:spPr/>
    </dgm:pt>
    <dgm:pt modelId="{0486CE5D-7DFA-4DF1-A5DD-2FC7AFC8EF43}" type="pres">
      <dgm:prSet presAssocID="{D39B1511-50C8-4E56-B2E4-FAD7EEC10866}" presName="vertSpace2a" presStyleCnt="0"/>
      <dgm:spPr/>
    </dgm:pt>
    <dgm:pt modelId="{A6220811-F856-48EA-AE23-645332471F53}" type="pres">
      <dgm:prSet presAssocID="{D39B1511-50C8-4E56-B2E4-FAD7EEC10866}" presName="horz2" presStyleCnt="0"/>
      <dgm:spPr/>
    </dgm:pt>
    <dgm:pt modelId="{E044FF0E-A9EB-41F1-96F2-98CE2D597784}" type="pres">
      <dgm:prSet presAssocID="{D39B1511-50C8-4E56-B2E4-FAD7EEC10866}" presName="horzSpace2" presStyleCnt="0"/>
      <dgm:spPr/>
    </dgm:pt>
    <dgm:pt modelId="{A2D27893-692F-4E6F-A501-D3243B5DA272}" type="pres">
      <dgm:prSet presAssocID="{D39B1511-50C8-4E56-B2E4-FAD7EEC10866}" presName="tx2" presStyleLbl="revTx" presStyleIdx="1" presStyleCnt="15"/>
      <dgm:spPr/>
    </dgm:pt>
    <dgm:pt modelId="{FBCC2896-C03C-4D8E-83A7-75096FE0919D}" type="pres">
      <dgm:prSet presAssocID="{D39B1511-50C8-4E56-B2E4-FAD7EEC10866}" presName="vert2" presStyleCnt="0"/>
      <dgm:spPr/>
    </dgm:pt>
    <dgm:pt modelId="{FA58F80B-A069-4D36-A8FE-8865E8D95EB6}" type="pres">
      <dgm:prSet presAssocID="{D39B1511-50C8-4E56-B2E4-FAD7EEC10866}" presName="thinLine2b" presStyleLbl="callout" presStyleIdx="0" presStyleCnt="12"/>
      <dgm:spPr/>
    </dgm:pt>
    <dgm:pt modelId="{11FB26B8-329A-4714-8FBD-B8BA04675098}" type="pres">
      <dgm:prSet presAssocID="{D39B1511-50C8-4E56-B2E4-FAD7EEC10866}" presName="vertSpace2b" presStyleCnt="0"/>
      <dgm:spPr/>
    </dgm:pt>
    <dgm:pt modelId="{EF432866-4DE8-4F17-9CA4-BAABD22D6D2D}" type="pres">
      <dgm:prSet presAssocID="{3839D260-D845-4C0B-B98F-B3E2F3A8F659}" presName="horz2" presStyleCnt="0"/>
      <dgm:spPr/>
    </dgm:pt>
    <dgm:pt modelId="{860D619B-AD6B-4F99-86EB-9896C5652FE3}" type="pres">
      <dgm:prSet presAssocID="{3839D260-D845-4C0B-B98F-B3E2F3A8F659}" presName="horzSpace2" presStyleCnt="0"/>
      <dgm:spPr/>
    </dgm:pt>
    <dgm:pt modelId="{103414B5-FFC7-4A29-B592-D2DB97380ECF}" type="pres">
      <dgm:prSet presAssocID="{3839D260-D845-4C0B-B98F-B3E2F3A8F659}" presName="tx2" presStyleLbl="revTx" presStyleIdx="2" presStyleCnt="15"/>
      <dgm:spPr/>
    </dgm:pt>
    <dgm:pt modelId="{F44195E2-2640-487B-A4C6-FBC03BB9C62B}" type="pres">
      <dgm:prSet presAssocID="{3839D260-D845-4C0B-B98F-B3E2F3A8F659}" presName="vert2" presStyleCnt="0"/>
      <dgm:spPr/>
    </dgm:pt>
    <dgm:pt modelId="{99B21842-2AFA-4A16-8EF1-89BCF4FED3A9}" type="pres">
      <dgm:prSet presAssocID="{3839D260-D845-4C0B-B98F-B3E2F3A8F659}" presName="thinLine2b" presStyleLbl="callout" presStyleIdx="1" presStyleCnt="12"/>
      <dgm:spPr/>
    </dgm:pt>
    <dgm:pt modelId="{3E717FBE-0715-43D2-B23E-F4F5B5ADAD1A}" type="pres">
      <dgm:prSet presAssocID="{3839D260-D845-4C0B-B98F-B3E2F3A8F659}" presName="vertSpace2b" presStyleCnt="0"/>
      <dgm:spPr/>
    </dgm:pt>
    <dgm:pt modelId="{9A60A069-C00E-469B-86AB-AE164E52F000}" type="pres">
      <dgm:prSet presAssocID="{2A7EE427-EDD4-458F-AED3-DA4DA6BCA22E}" presName="horz2" presStyleCnt="0"/>
      <dgm:spPr/>
    </dgm:pt>
    <dgm:pt modelId="{46321937-82D3-4A56-9F4A-7891496F65AB}" type="pres">
      <dgm:prSet presAssocID="{2A7EE427-EDD4-458F-AED3-DA4DA6BCA22E}" presName="horzSpace2" presStyleCnt="0"/>
      <dgm:spPr/>
    </dgm:pt>
    <dgm:pt modelId="{21FCB4FC-42F6-48DA-91D9-5C849E56D83F}" type="pres">
      <dgm:prSet presAssocID="{2A7EE427-EDD4-458F-AED3-DA4DA6BCA22E}" presName="tx2" presStyleLbl="revTx" presStyleIdx="3" presStyleCnt="15"/>
      <dgm:spPr/>
    </dgm:pt>
    <dgm:pt modelId="{958F04B1-39CD-48A3-80CD-915549AC0187}" type="pres">
      <dgm:prSet presAssocID="{2A7EE427-EDD4-458F-AED3-DA4DA6BCA22E}" presName="vert2" presStyleCnt="0"/>
      <dgm:spPr/>
    </dgm:pt>
    <dgm:pt modelId="{DC3E734D-7478-435B-AC27-FF1BDEE3BDAA}" type="pres">
      <dgm:prSet presAssocID="{2A7EE427-EDD4-458F-AED3-DA4DA6BCA22E}" presName="thinLine2b" presStyleLbl="callout" presStyleIdx="2" presStyleCnt="12"/>
      <dgm:spPr/>
    </dgm:pt>
    <dgm:pt modelId="{C0E5FE1D-E729-43D4-94AE-C541D80B18D7}" type="pres">
      <dgm:prSet presAssocID="{2A7EE427-EDD4-458F-AED3-DA4DA6BCA22E}" presName="vertSpace2b" presStyleCnt="0"/>
      <dgm:spPr/>
    </dgm:pt>
    <dgm:pt modelId="{9C32B1DF-375B-418E-BC7A-8C3301D21275}" type="pres">
      <dgm:prSet presAssocID="{6DEDEBBE-4C5C-4212-B6AF-78A71DD33A90}" presName="horz2" presStyleCnt="0"/>
      <dgm:spPr/>
    </dgm:pt>
    <dgm:pt modelId="{CA01BB92-1D40-462D-88A0-2FE15680127F}" type="pres">
      <dgm:prSet presAssocID="{6DEDEBBE-4C5C-4212-B6AF-78A71DD33A90}" presName="horzSpace2" presStyleCnt="0"/>
      <dgm:spPr/>
    </dgm:pt>
    <dgm:pt modelId="{47C75B99-3D84-4D87-B38F-ED7019B3A67E}" type="pres">
      <dgm:prSet presAssocID="{6DEDEBBE-4C5C-4212-B6AF-78A71DD33A90}" presName="tx2" presStyleLbl="revTx" presStyleIdx="4" presStyleCnt="15"/>
      <dgm:spPr/>
    </dgm:pt>
    <dgm:pt modelId="{183B569E-DF1B-413F-A309-16282C7BEC69}" type="pres">
      <dgm:prSet presAssocID="{6DEDEBBE-4C5C-4212-B6AF-78A71DD33A90}" presName="vert2" presStyleCnt="0"/>
      <dgm:spPr/>
    </dgm:pt>
    <dgm:pt modelId="{EB8CDA65-0148-4349-AB7A-02FC588B8C29}" type="pres">
      <dgm:prSet presAssocID="{6DEDEBBE-4C5C-4212-B6AF-78A71DD33A90}" presName="thinLine2b" presStyleLbl="callout" presStyleIdx="3" presStyleCnt="12"/>
      <dgm:spPr/>
    </dgm:pt>
    <dgm:pt modelId="{BE0F56C3-22D8-4D3D-8D5C-D8284D57C9AD}" type="pres">
      <dgm:prSet presAssocID="{6DEDEBBE-4C5C-4212-B6AF-78A71DD33A90}" presName="vertSpace2b" presStyleCnt="0"/>
      <dgm:spPr/>
    </dgm:pt>
    <dgm:pt modelId="{7AAD297C-D0B7-4296-8D4C-75709BA5F4F8}" type="pres">
      <dgm:prSet presAssocID="{C7F7CB91-3333-4FB0-BD82-0475ACEED4A3}" presName="thickLine" presStyleLbl="alignNode1" presStyleIdx="1" presStyleCnt="3"/>
      <dgm:spPr/>
    </dgm:pt>
    <dgm:pt modelId="{256E0762-ADF0-4719-A09F-AC1BA2F3989C}" type="pres">
      <dgm:prSet presAssocID="{C7F7CB91-3333-4FB0-BD82-0475ACEED4A3}" presName="horz1" presStyleCnt="0"/>
      <dgm:spPr/>
    </dgm:pt>
    <dgm:pt modelId="{6EE823D3-47A0-4644-B23D-3FDEA96ED200}" type="pres">
      <dgm:prSet presAssocID="{C7F7CB91-3333-4FB0-BD82-0475ACEED4A3}" presName="tx1" presStyleLbl="revTx" presStyleIdx="5" presStyleCnt="15"/>
      <dgm:spPr/>
    </dgm:pt>
    <dgm:pt modelId="{0F4BE7CD-56FC-47F1-BFE2-60394324938C}" type="pres">
      <dgm:prSet presAssocID="{C7F7CB91-3333-4FB0-BD82-0475ACEED4A3}" presName="vert1" presStyleCnt="0"/>
      <dgm:spPr/>
    </dgm:pt>
    <dgm:pt modelId="{03B7EA07-5280-4F4E-ACF7-54A730066B9F}" type="pres">
      <dgm:prSet presAssocID="{156FE68A-EA66-41AC-922C-FFC0A5AB6B7E}" presName="vertSpace2a" presStyleCnt="0"/>
      <dgm:spPr/>
    </dgm:pt>
    <dgm:pt modelId="{10B981B4-7A5F-403E-A2AD-D9AD1B18A5E2}" type="pres">
      <dgm:prSet presAssocID="{156FE68A-EA66-41AC-922C-FFC0A5AB6B7E}" presName="horz2" presStyleCnt="0"/>
      <dgm:spPr/>
    </dgm:pt>
    <dgm:pt modelId="{62899B18-3071-4A04-83EA-010BEF198B48}" type="pres">
      <dgm:prSet presAssocID="{156FE68A-EA66-41AC-922C-FFC0A5AB6B7E}" presName="horzSpace2" presStyleCnt="0"/>
      <dgm:spPr/>
    </dgm:pt>
    <dgm:pt modelId="{E3498CFF-EF0E-49D4-929E-5620C30CE411}" type="pres">
      <dgm:prSet presAssocID="{156FE68A-EA66-41AC-922C-FFC0A5AB6B7E}" presName="tx2" presStyleLbl="revTx" presStyleIdx="6" presStyleCnt="15"/>
      <dgm:spPr/>
    </dgm:pt>
    <dgm:pt modelId="{B8AB24B2-F735-40F3-B542-503296D4C2E5}" type="pres">
      <dgm:prSet presAssocID="{156FE68A-EA66-41AC-922C-FFC0A5AB6B7E}" presName="vert2" presStyleCnt="0"/>
      <dgm:spPr/>
    </dgm:pt>
    <dgm:pt modelId="{C43FA7F1-C15D-46C2-85D9-521B951F2F30}" type="pres">
      <dgm:prSet presAssocID="{156FE68A-EA66-41AC-922C-FFC0A5AB6B7E}" presName="thinLine2b" presStyleLbl="callout" presStyleIdx="4" presStyleCnt="12"/>
      <dgm:spPr/>
    </dgm:pt>
    <dgm:pt modelId="{8E0B31F6-CB10-4D94-BA46-1F8990B51A74}" type="pres">
      <dgm:prSet presAssocID="{156FE68A-EA66-41AC-922C-FFC0A5AB6B7E}" presName="vertSpace2b" presStyleCnt="0"/>
      <dgm:spPr/>
    </dgm:pt>
    <dgm:pt modelId="{1ABDAE72-4308-43DB-9AA9-1AF47D1A985E}" type="pres">
      <dgm:prSet presAssocID="{DE290148-989B-42C6-9A56-75F0D0B6BE8C}" presName="horz2" presStyleCnt="0"/>
      <dgm:spPr/>
    </dgm:pt>
    <dgm:pt modelId="{CC4A2BC6-AB77-47C6-BEAF-CE32C70F57DF}" type="pres">
      <dgm:prSet presAssocID="{DE290148-989B-42C6-9A56-75F0D0B6BE8C}" presName="horzSpace2" presStyleCnt="0"/>
      <dgm:spPr/>
    </dgm:pt>
    <dgm:pt modelId="{B48F3077-5517-4F64-A173-94DE51797549}" type="pres">
      <dgm:prSet presAssocID="{DE290148-989B-42C6-9A56-75F0D0B6BE8C}" presName="tx2" presStyleLbl="revTx" presStyleIdx="7" presStyleCnt="15"/>
      <dgm:spPr/>
    </dgm:pt>
    <dgm:pt modelId="{BF740D9C-6B9A-4079-8E7B-CDAF6B1F4524}" type="pres">
      <dgm:prSet presAssocID="{DE290148-989B-42C6-9A56-75F0D0B6BE8C}" presName="vert2" presStyleCnt="0"/>
      <dgm:spPr/>
    </dgm:pt>
    <dgm:pt modelId="{8D69C50E-6D08-4204-817E-B152150ABD81}" type="pres">
      <dgm:prSet presAssocID="{DE290148-989B-42C6-9A56-75F0D0B6BE8C}" presName="thinLine2b" presStyleLbl="callout" presStyleIdx="5" presStyleCnt="12"/>
      <dgm:spPr/>
    </dgm:pt>
    <dgm:pt modelId="{6DE8406C-1C79-4048-945A-B2D1050538C6}" type="pres">
      <dgm:prSet presAssocID="{DE290148-989B-42C6-9A56-75F0D0B6BE8C}" presName="vertSpace2b" presStyleCnt="0"/>
      <dgm:spPr/>
    </dgm:pt>
    <dgm:pt modelId="{E3824DAC-6A98-4F17-B2A1-F60E339B932D}" type="pres">
      <dgm:prSet presAssocID="{D858A70D-E26C-4948-B735-1C059C608E4F}" presName="horz2" presStyleCnt="0"/>
      <dgm:spPr/>
    </dgm:pt>
    <dgm:pt modelId="{4307A911-0CA7-472A-936A-BE76AD04FBC0}" type="pres">
      <dgm:prSet presAssocID="{D858A70D-E26C-4948-B735-1C059C608E4F}" presName="horzSpace2" presStyleCnt="0"/>
      <dgm:spPr/>
    </dgm:pt>
    <dgm:pt modelId="{A3949123-1BBC-4624-A775-C70D4D84348F}" type="pres">
      <dgm:prSet presAssocID="{D858A70D-E26C-4948-B735-1C059C608E4F}" presName="tx2" presStyleLbl="revTx" presStyleIdx="8" presStyleCnt="15"/>
      <dgm:spPr/>
    </dgm:pt>
    <dgm:pt modelId="{9775BCC4-37D9-4474-B653-D648F414A2FB}" type="pres">
      <dgm:prSet presAssocID="{D858A70D-E26C-4948-B735-1C059C608E4F}" presName="vert2" presStyleCnt="0"/>
      <dgm:spPr/>
    </dgm:pt>
    <dgm:pt modelId="{56A65DDC-D511-42A0-A5F7-B2CB23433245}" type="pres">
      <dgm:prSet presAssocID="{D858A70D-E26C-4948-B735-1C059C608E4F}" presName="thinLine2b" presStyleLbl="callout" presStyleIdx="6" presStyleCnt="12"/>
      <dgm:spPr/>
    </dgm:pt>
    <dgm:pt modelId="{DFAC27F4-4622-461E-AEC3-32EC5F525321}" type="pres">
      <dgm:prSet presAssocID="{D858A70D-E26C-4948-B735-1C059C608E4F}" presName="vertSpace2b" presStyleCnt="0"/>
      <dgm:spPr/>
    </dgm:pt>
    <dgm:pt modelId="{E50C965E-97F6-4892-8B0F-EFCCFA9F2A88}" type="pres">
      <dgm:prSet presAssocID="{04230A6F-2087-4B8D-AAE9-6518F1F07148}" presName="horz2" presStyleCnt="0"/>
      <dgm:spPr/>
    </dgm:pt>
    <dgm:pt modelId="{954DFB1E-0A7B-464A-B8A4-F51F81BABEA8}" type="pres">
      <dgm:prSet presAssocID="{04230A6F-2087-4B8D-AAE9-6518F1F07148}" presName="horzSpace2" presStyleCnt="0"/>
      <dgm:spPr/>
    </dgm:pt>
    <dgm:pt modelId="{47CA74AB-B463-4033-B87C-387132E89F21}" type="pres">
      <dgm:prSet presAssocID="{04230A6F-2087-4B8D-AAE9-6518F1F07148}" presName="tx2" presStyleLbl="revTx" presStyleIdx="9" presStyleCnt="15"/>
      <dgm:spPr/>
    </dgm:pt>
    <dgm:pt modelId="{B3841EF2-E9FF-4D2D-9A26-1A86771D0C49}" type="pres">
      <dgm:prSet presAssocID="{04230A6F-2087-4B8D-AAE9-6518F1F07148}" presName="vert2" presStyleCnt="0"/>
      <dgm:spPr/>
    </dgm:pt>
    <dgm:pt modelId="{75102563-6CAA-4226-9E50-3C630ED782E3}" type="pres">
      <dgm:prSet presAssocID="{04230A6F-2087-4B8D-AAE9-6518F1F07148}" presName="thinLine2b" presStyleLbl="callout" presStyleIdx="7" presStyleCnt="12"/>
      <dgm:spPr/>
    </dgm:pt>
    <dgm:pt modelId="{49205282-E8B3-489B-B61C-2EDACD36C690}" type="pres">
      <dgm:prSet presAssocID="{04230A6F-2087-4B8D-AAE9-6518F1F07148}" presName="vertSpace2b" presStyleCnt="0"/>
      <dgm:spPr/>
    </dgm:pt>
    <dgm:pt modelId="{15965115-0F2D-4CFE-92BD-9FAE1EAEB1BC}" type="pres">
      <dgm:prSet presAssocID="{169E7CD2-D7D7-44D1-A5C3-08B8C5EA3FDB}" presName="thickLine" presStyleLbl="alignNode1" presStyleIdx="2" presStyleCnt="3"/>
      <dgm:spPr/>
    </dgm:pt>
    <dgm:pt modelId="{9DDBCA6C-21EF-438D-8FE6-FB750DE156C5}" type="pres">
      <dgm:prSet presAssocID="{169E7CD2-D7D7-44D1-A5C3-08B8C5EA3FDB}" presName="horz1" presStyleCnt="0"/>
      <dgm:spPr/>
    </dgm:pt>
    <dgm:pt modelId="{BDBEA1BE-D3CB-4C2A-BD1C-CD5D49AD4843}" type="pres">
      <dgm:prSet presAssocID="{169E7CD2-D7D7-44D1-A5C3-08B8C5EA3FDB}" presName="tx1" presStyleLbl="revTx" presStyleIdx="10" presStyleCnt="15"/>
      <dgm:spPr/>
    </dgm:pt>
    <dgm:pt modelId="{1F9836FF-D239-455A-BFDF-D138E0064D7C}" type="pres">
      <dgm:prSet presAssocID="{169E7CD2-D7D7-44D1-A5C3-08B8C5EA3FDB}" presName="vert1" presStyleCnt="0"/>
      <dgm:spPr/>
    </dgm:pt>
    <dgm:pt modelId="{F9CABD12-F964-4F99-AA34-CF1AD44A79BC}" type="pres">
      <dgm:prSet presAssocID="{9E5594D8-D826-4800-BD9F-025C9452C001}" presName="vertSpace2a" presStyleCnt="0"/>
      <dgm:spPr/>
    </dgm:pt>
    <dgm:pt modelId="{3EF5158E-F6CB-4117-86ED-DC1E6E088D79}" type="pres">
      <dgm:prSet presAssocID="{9E5594D8-D826-4800-BD9F-025C9452C001}" presName="horz2" presStyleCnt="0"/>
      <dgm:spPr/>
    </dgm:pt>
    <dgm:pt modelId="{A63DE25E-9BBD-4CBA-A1C3-5C3E95632589}" type="pres">
      <dgm:prSet presAssocID="{9E5594D8-D826-4800-BD9F-025C9452C001}" presName="horzSpace2" presStyleCnt="0"/>
      <dgm:spPr/>
    </dgm:pt>
    <dgm:pt modelId="{5B6F1405-49F5-43B7-ACA7-EAF481DAEF73}" type="pres">
      <dgm:prSet presAssocID="{9E5594D8-D826-4800-BD9F-025C9452C001}" presName="tx2" presStyleLbl="revTx" presStyleIdx="11" presStyleCnt="15"/>
      <dgm:spPr/>
    </dgm:pt>
    <dgm:pt modelId="{968465BB-D3BD-4E85-ACF9-1AB5713B986C}" type="pres">
      <dgm:prSet presAssocID="{9E5594D8-D826-4800-BD9F-025C9452C001}" presName="vert2" presStyleCnt="0"/>
      <dgm:spPr/>
    </dgm:pt>
    <dgm:pt modelId="{B9400555-2EF5-4FDC-B81B-B1B4257DB896}" type="pres">
      <dgm:prSet presAssocID="{9E5594D8-D826-4800-BD9F-025C9452C001}" presName="thinLine2b" presStyleLbl="callout" presStyleIdx="8" presStyleCnt="12"/>
      <dgm:spPr/>
    </dgm:pt>
    <dgm:pt modelId="{51389D2F-4246-44F3-8B2D-9992C6F6E99E}" type="pres">
      <dgm:prSet presAssocID="{9E5594D8-D826-4800-BD9F-025C9452C001}" presName="vertSpace2b" presStyleCnt="0"/>
      <dgm:spPr/>
    </dgm:pt>
    <dgm:pt modelId="{100F1805-22C8-4F3D-9F5E-1C97FC1CE9FD}" type="pres">
      <dgm:prSet presAssocID="{4322533E-A559-4638-A01C-921631461671}" presName="horz2" presStyleCnt="0"/>
      <dgm:spPr/>
    </dgm:pt>
    <dgm:pt modelId="{9692A81F-7FFD-4057-88E6-5B539867DEB9}" type="pres">
      <dgm:prSet presAssocID="{4322533E-A559-4638-A01C-921631461671}" presName="horzSpace2" presStyleCnt="0"/>
      <dgm:spPr/>
    </dgm:pt>
    <dgm:pt modelId="{EC56126C-389D-4021-9284-2FE3B03D0B9C}" type="pres">
      <dgm:prSet presAssocID="{4322533E-A559-4638-A01C-921631461671}" presName="tx2" presStyleLbl="revTx" presStyleIdx="12" presStyleCnt="15"/>
      <dgm:spPr/>
    </dgm:pt>
    <dgm:pt modelId="{30820F63-1945-4310-850F-3E292C4525E9}" type="pres">
      <dgm:prSet presAssocID="{4322533E-A559-4638-A01C-921631461671}" presName="vert2" presStyleCnt="0"/>
      <dgm:spPr/>
    </dgm:pt>
    <dgm:pt modelId="{EB4418C3-EF82-4CC3-8EDF-37DD2444B375}" type="pres">
      <dgm:prSet presAssocID="{4322533E-A559-4638-A01C-921631461671}" presName="thinLine2b" presStyleLbl="callout" presStyleIdx="9" presStyleCnt="12"/>
      <dgm:spPr/>
    </dgm:pt>
    <dgm:pt modelId="{82C9D779-02C7-4311-A9F9-2D40E0534CFE}" type="pres">
      <dgm:prSet presAssocID="{4322533E-A559-4638-A01C-921631461671}" presName="vertSpace2b" presStyleCnt="0"/>
      <dgm:spPr/>
    </dgm:pt>
    <dgm:pt modelId="{16A9B9D5-C983-4215-8996-8701960C6AFE}" type="pres">
      <dgm:prSet presAssocID="{A8BD69EA-FE85-44AD-A30F-E2071B6FA45F}" presName="horz2" presStyleCnt="0"/>
      <dgm:spPr/>
    </dgm:pt>
    <dgm:pt modelId="{7BBCCAA9-6324-48C5-88D4-656B891EA517}" type="pres">
      <dgm:prSet presAssocID="{A8BD69EA-FE85-44AD-A30F-E2071B6FA45F}" presName="horzSpace2" presStyleCnt="0"/>
      <dgm:spPr/>
    </dgm:pt>
    <dgm:pt modelId="{73B81B8B-F919-453E-ABE3-1927101D43E9}" type="pres">
      <dgm:prSet presAssocID="{A8BD69EA-FE85-44AD-A30F-E2071B6FA45F}" presName="tx2" presStyleLbl="revTx" presStyleIdx="13" presStyleCnt="15"/>
      <dgm:spPr/>
    </dgm:pt>
    <dgm:pt modelId="{7421CCD0-5837-42BF-9466-F4D4A9632295}" type="pres">
      <dgm:prSet presAssocID="{A8BD69EA-FE85-44AD-A30F-E2071B6FA45F}" presName="vert2" presStyleCnt="0"/>
      <dgm:spPr/>
    </dgm:pt>
    <dgm:pt modelId="{8832A3F4-B980-4573-9702-121934FA29BB}" type="pres">
      <dgm:prSet presAssocID="{A8BD69EA-FE85-44AD-A30F-E2071B6FA45F}" presName="thinLine2b" presStyleLbl="callout" presStyleIdx="10" presStyleCnt="12"/>
      <dgm:spPr/>
    </dgm:pt>
    <dgm:pt modelId="{21C8BDC1-24BE-4E28-9052-05B02DF133F2}" type="pres">
      <dgm:prSet presAssocID="{A8BD69EA-FE85-44AD-A30F-E2071B6FA45F}" presName="vertSpace2b" presStyleCnt="0"/>
      <dgm:spPr/>
    </dgm:pt>
    <dgm:pt modelId="{7A6057A3-4119-40E0-A1C7-DBE51AE50FA0}" type="pres">
      <dgm:prSet presAssocID="{DE9AD532-0570-46C8-A36F-25D69DB166AB}" presName="horz2" presStyleCnt="0"/>
      <dgm:spPr/>
    </dgm:pt>
    <dgm:pt modelId="{9701A3F6-D3FC-4963-8FF4-A775EFAD3CE9}" type="pres">
      <dgm:prSet presAssocID="{DE9AD532-0570-46C8-A36F-25D69DB166AB}" presName="horzSpace2" presStyleCnt="0"/>
      <dgm:spPr/>
    </dgm:pt>
    <dgm:pt modelId="{06261AE1-45E8-468D-869E-3D979C94DF37}" type="pres">
      <dgm:prSet presAssocID="{DE9AD532-0570-46C8-A36F-25D69DB166AB}" presName="tx2" presStyleLbl="revTx" presStyleIdx="14" presStyleCnt="15"/>
      <dgm:spPr/>
    </dgm:pt>
    <dgm:pt modelId="{DA9636A3-423A-49E9-B402-402C405FB887}" type="pres">
      <dgm:prSet presAssocID="{DE9AD532-0570-46C8-A36F-25D69DB166AB}" presName="vert2" presStyleCnt="0"/>
      <dgm:spPr/>
    </dgm:pt>
    <dgm:pt modelId="{55C089C9-D86E-44E7-8193-DB090A930E75}" type="pres">
      <dgm:prSet presAssocID="{DE9AD532-0570-46C8-A36F-25D69DB166AB}" presName="thinLine2b" presStyleLbl="callout" presStyleIdx="11" presStyleCnt="12"/>
      <dgm:spPr/>
    </dgm:pt>
    <dgm:pt modelId="{5EFACAB8-53A5-45AC-B461-AF73893702ED}" type="pres">
      <dgm:prSet presAssocID="{DE9AD532-0570-46C8-A36F-25D69DB166AB}" presName="vertSpace2b" presStyleCnt="0"/>
      <dgm:spPr/>
    </dgm:pt>
  </dgm:ptLst>
  <dgm:cxnLst>
    <dgm:cxn modelId="{4B1ED100-72BC-4606-A8E9-228FEAF288E0}" type="presOf" srcId="{169E7CD2-D7D7-44D1-A5C3-08B8C5EA3FDB}" destId="{BDBEA1BE-D3CB-4C2A-BD1C-CD5D49AD4843}" srcOrd="0" destOrd="0" presId="urn:microsoft.com/office/officeart/2008/layout/LinedList"/>
    <dgm:cxn modelId="{F30B8D05-F9E5-4228-BD33-CD76C952470A}" type="presOf" srcId="{DE9AD532-0570-46C8-A36F-25D69DB166AB}" destId="{06261AE1-45E8-468D-869E-3D979C94DF37}" srcOrd="0" destOrd="0" presId="urn:microsoft.com/office/officeart/2008/layout/LinedList"/>
    <dgm:cxn modelId="{1451B305-75C8-4CB6-96C8-64219C012B0B}" type="presOf" srcId="{9E5594D8-D826-4800-BD9F-025C9452C001}" destId="{5B6F1405-49F5-43B7-ACA7-EAF481DAEF73}" srcOrd="0" destOrd="0" presId="urn:microsoft.com/office/officeart/2008/layout/LinedList"/>
    <dgm:cxn modelId="{C3AAAA16-CA78-44AA-BAC8-34CAB950B5AB}" srcId="{169E7CD2-D7D7-44D1-A5C3-08B8C5EA3FDB}" destId="{A8BD69EA-FE85-44AD-A30F-E2071B6FA45F}" srcOrd="2" destOrd="0" parTransId="{C0C047CA-B0C9-4B79-8BBE-D2955E65B318}" sibTransId="{0B8C52CD-448F-442B-AD84-2AFEE8A03870}"/>
    <dgm:cxn modelId="{6EC6F71B-7625-46F2-A1BF-23569FABBD97}" type="presOf" srcId="{04230A6F-2087-4B8D-AAE9-6518F1F07148}" destId="{47CA74AB-B463-4033-B87C-387132E89F21}" srcOrd="0" destOrd="0" presId="urn:microsoft.com/office/officeart/2008/layout/LinedList"/>
    <dgm:cxn modelId="{EF16B51F-EE6D-4F1F-AB96-4C1171E6DA29}" type="presOf" srcId="{3839D260-D845-4C0B-B98F-B3E2F3A8F659}" destId="{103414B5-FFC7-4A29-B592-D2DB97380ECF}" srcOrd="0" destOrd="0" presId="urn:microsoft.com/office/officeart/2008/layout/LinedList"/>
    <dgm:cxn modelId="{C4581321-3C02-45A2-8CD6-312073820928}" srcId="{2127B8C5-3D9C-47D9-B68B-FC612F1AE18D}" destId="{2A7EE427-EDD4-458F-AED3-DA4DA6BCA22E}" srcOrd="2" destOrd="0" parTransId="{B9CC120B-8DAB-4019-94F9-B6F6FD18AF79}" sibTransId="{E58D8AAC-2A27-42EB-971F-A4A76582850E}"/>
    <dgm:cxn modelId="{F8684625-8C77-4786-A31A-FA518FF1AE8E}" srcId="{D2FBF26A-269C-442C-9935-BDC5AE59D421}" destId="{C7F7CB91-3333-4FB0-BD82-0475ACEED4A3}" srcOrd="1" destOrd="0" parTransId="{DA546F56-8844-4ABD-AC63-06AAC19C09EB}" sibTransId="{BBBBC651-CBF9-46A5-A800-E5E04AA4D341}"/>
    <dgm:cxn modelId="{EA31B53D-3C04-4C73-AA09-336E315BE847}" srcId="{D2FBF26A-269C-442C-9935-BDC5AE59D421}" destId="{2127B8C5-3D9C-47D9-B68B-FC612F1AE18D}" srcOrd="0" destOrd="0" parTransId="{8C51B373-9A70-41AD-B4C2-C0940DE9D42A}" sibTransId="{3DFBB023-B836-4145-A075-D3FEA04BBCDF}"/>
    <dgm:cxn modelId="{0370045B-3731-4EB4-9D01-D792BB77A11B}" srcId="{C7F7CB91-3333-4FB0-BD82-0475ACEED4A3}" destId="{156FE68A-EA66-41AC-922C-FFC0A5AB6B7E}" srcOrd="0" destOrd="0" parTransId="{F7E479FC-B41B-4E59-8795-835A979C8FDB}" sibTransId="{BEF5F14C-916B-4160-8C44-41FDFEAFBD32}"/>
    <dgm:cxn modelId="{4AAF775C-A333-4E33-8557-707347B1CB75}" type="presOf" srcId="{156FE68A-EA66-41AC-922C-FFC0A5AB6B7E}" destId="{E3498CFF-EF0E-49D4-929E-5620C30CE411}" srcOrd="0" destOrd="0" presId="urn:microsoft.com/office/officeart/2008/layout/LinedList"/>
    <dgm:cxn modelId="{28E12663-654E-4E8D-AF22-6BC57CC9A466}" type="presOf" srcId="{4322533E-A559-4638-A01C-921631461671}" destId="{EC56126C-389D-4021-9284-2FE3B03D0B9C}" srcOrd="0" destOrd="0" presId="urn:microsoft.com/office/officeart/2008/layout/LinedList"/>
    <dgm:cxn modelId="{E9861A45-0044-4044-B6EE-B624A1D92AAB}" srcId="{2127B8C5-3D9C-47D9-B68B-FC612F1AE18D}" destId="{D39B1511-50C8-4E56-B2E4-FAD7EEC10866}" srcOrd="0" destOrd="0" parTransId="{F2355447-1B2A-4E2D-822E-FAB9A5098DF5}" sibTransId="{35045CF8-A345-42EC-A77F-D9812647990E}"/>
    <dgm:cxn modelId="{8E385347-CEE2-42EC-8FC2-2F330D4849F4}" type="presOf" srcId="{C7F7CB91-3333-4FB0-BD82-0475ACEED4A3}" destId="{6EE823D3-47A0-4644-B23D-3FDEA96ED200}" srcOrd="0" destOrd="0" presId="urn:microsoft.com/office/officeart/2008/layout/LinedList"/>
    <dgm:cxn modelId="{64753B48-2861-45BA-BD2B-269001ECD665}" type="presOf" srcId="{2127B8C5-3D9C-47D9-B68B-FC612F1AE18D}" destId="{A7CABF73-B29B-490A-8F6E-372EA30CA63C}" srcOrd="0" destOrd="0" presId="urn:microsoft.com/office/officeart/2008/layout/LinedList"/>
    <dgm:cxn modelId="{3EF14C6D-26A8-4C67-8BC2-D8BD02D8E0FC}" srcId="{169E7CD2-D7D7-44D1-A5C3-08B8C5EA3FDB}" destId="{4322533E-A559-4638-A01C-921631461671}" srcOrd="1" destOrd="0" parTransId="{B8792726-9CA5-49CD-ADAF-A59AC025D24E}" sibTransId="{F96C8E63-33DA-4C98-8C43-97AB70B0B243}"/>
    <dgm:cxn modelId="{8DC70253-8CE9-4D43-A8CE-C8A62BF43945}" srcId="{169E7CD2-D7D7-44D1-A5C3-08B8C5EA3FDB}" destId="{DE9AD532-0570-46C8-A36F-25D69DB166AB}" srcOrd="3" destOrd="0" parTransId="{F81F072B-34A0-4EC5-91DB-1D96B32E3744}" sibTransId="{0E0BFF98-2794-44F6-8B47-6EE4F4E3997D}"/>
    <dgm:cxn modelId="{CEFF9184-BEB5-4AC9-BF4B-FC6A09C0B0B4}" srcId="{C7F7CB91-3333-4FB0-BD82-0475ACEED4A3}" destId="{D858A70D-E26C-4948-B735-1C059C608E4F}" srcOrd="2" destOrd="0" parTransId="{25867A2D-B2AB-4667-AAA6-4774B6208EC5}" sibTransId="{DEB239A9-78A5-481A-BFB1-0583BA1508E1}"/>
    <dgm:cxn modelId="{E305FF85-3F08-486C-9963-3C4C026B855B}" type="presOf" srcId="{DE290148-989B-42C6-9A56-75F0D0B6BE8C}" destId="{B48F3077-5517-4F64-A173-94DE51797549}" srcOrd="0" destOrd="0" presId="urn:microsoft.com/office/officeart/2008/layout/LinedList"/>
    <dgm:cxn modelId="{F9ECAB86-A106-458F-BE52-8D121C10CA36}" type="presOf" srcId="{A8BD69EA-FE85-44AD-A30F-E2071B6FA45F}" destId="{73B81B8B-F919-453E-ABE3-1927101D43E9}" srcOrd="0" destOrd="0" presId="urn:microsoft.com/office/officeart/2008/layout/LinedList"/>
    <dgm:cxn modelId="{CDB9C78C-05E4-44D5-81E5-0735788141FC}" type="presOf" srcId="{2A7EE427-EDD4-458F-AED3-DA4DA6BCA22E}" destId="{21FCB4FC-42F6-48DA-91D9-5C849E56D83F}" srcOrd="0" destOrd="0" presId="urn:microsoft.com/office/officeart/2008/layout/LinedList"/>
    <dgm:cxn modelId="{05786E94-DEF6-4F9D-A95D-18AE6FAD5D74}" type="presOf" srcId="{D2FBF26A-269C-442C-9935-BDC5AE59D421}" destId="{1B8E9B4D-D42C-4171-B140-BAB5FA2452B5}" srcOrd="0" destOrd="0" presId="urn:microsoft.com/office/officeart/2008/layout/LinedList"/>
    <dgm:cxn modelId="{449FC4A5-FE33-4072-98B2-B6BCD60E50CE}" srcId="{169E7CD2-D7D7-44D1-A5C3-08B8C5EA3FDB}" destId="{9E5594D8-D826-4800-BD9F-025C9452C001}" srcOrd="0" destOrd="0" parTransId="{DCE82583-989A-4F7C-9E42-48BB3DF401BA}" sibTransId="{3E005021-45B2-44B4-B0B6-CEED7D0E9722}"/>
    <dgm:cxn modelId="{5FC87AB9-7EDE-4788-8B36-98F285E55EA4}" srcId="{D2FBF26A-269C-442C-9935-BDC5AE59D421}" destId="{169E7CD2-D7D7-44D1-A5C3-08B8C5EA3FDB}" srcOrd="2" destOrd="0" parTransId="{FB1464A3-549B-418D-8BE0-6A4BC3C55A2B}" sibTransId="{5E163E34-26F6-4A3A-9817-5BDE24F161AA}"/>
    <dgm:cxn modelId="{CEFDEEBA-A1A7-4807-A74C-B6DE4030A63C}" type="presOf" srcId="{6DEDEBBE-4C5C-4212-B6AF-78A71DD33A90}" destId="{47C75B99-3D84-4D87-B38F-ED7019B3A67E}" srcOrd="0" destOrd="0" presId="urn:microsoft.com/office/officeart/2008/layout/LinedList"/>
    <dgm:cxn modelId="{E56624D1-1619-442D-A777-6B75672DAF5D}" type="presOf" srcId="{D39B1511-50C8-4E56-B2E4-FAD7EEC10866}" destId="{A2D27893-692F-4E6F-A501-D3243B5DA272}" srcOrd="0" destOrd="0" presId="urn:microsoft.com/office/officeart/2008/layout/LinedList"/>
    <dgm:cxn modelId="{B3FFA5E0-8EF1-4607-B37E-3885899A3379}" srcId="{C7F7CB91-3333-4FB0-BD82-0475ACEED4A3}" destId="{04230A6F-2087-4B8D-AAE9-6518F1F07148}" srcOrd="3" destOrd="0" parTransId="{F6E753FA-16F1-44B2-B565-4D48996B5B50}" sibTransId="{6AA54327-8EC9-4429-815A-09F79CA6973F}"/>
    <dgm:cxn modelId="{3591B1E6-F63C-4B39-B930-458D25B3CF02}" srcId="{2127B8C5-3D9C-47D9-B68B-FC612F1AE18D}" destId="{6DEDEBBE-4C5C-4212-B6AF-78A71DD33A90}" srcOrd="3" destOrd="0" parTransId="{D18CD7F5-ED0C-4082-8936-B97DF3AE567B}" sibTransId="{D1FA808F-EF22-43B8-8A2F-C38D779DE309}"/>
    <dgm:cxn modelId="{31EE03E7-542E-488E-A90F-78C892457518}" srcId="{2127B8C5-3D9C-47D9-B68B-FC612F1AE18D}" destId="{3839D260-D845-4C0B-B98F-B3E2F3A8F659}" srcOrd="1" destOrd="0" parTransId="{7AACB7BB-111E-47A7-ADAA-1B19B0AFE0EC}" sibTransId="{3C785614-F977-4FAB-B191-FB4E72EE1D1C}"/>
    <dgm:cxn modelId="{D5B6C3F0-94CF-4C56-AB92-16F502C652FE}" srcId="{C7F7CB91-3333-4FB0-BD82-0475ACEED4A3}" destId="{DE290148-989B-42C6-9A56-75F0D0B6BE8C}" srcOrd="1" destOrd="0" parTransId="{79FE04B0-7E01-41FE-8884-5E2DBBA0F023}" sibTransId="{4842888F-0CC8-4712-96DE-D54A2AA673BD}"/>
    <dgm:cxn modelId="{AA8929FB-51D8-4DE8-9248-66C9DB971016}" type="presOf" srcId="{D858A70D-E26C-4948-B735-1C059C608E4F}" destId="{A3949123-1BBC-4624-A775-C70D4D84348F}" srcOrd="0" destOrd="0" presId="urn:microsoft.com/office/officeart/2008/layout/LinedList"/>
    <dgm:cxn modelId="{21765E49-18A1-43A3-BD57-2FF171588C6C}" type="presParOf" srcId="{1B8E9B4D-D42C-4171-B140-BAB5FA2452B5}" destId="{07554912-EE16-4E8F-BE8C-1C069EF9EC5F}" srcOrd="0" destOrd="0" presId="urn:microsoft.com/office/officeart/2008/layout/LinedList"/>
    <dgm:cxn modelId="{2E61DB2B-5C52-4E7E-9518-50809AF161BF}" type="presParOf" srcId="{1B8E9B4D-D42C-4171-B140-BAB5FA2452B5}" destId="{684EFAA9-5BB7-4923-8DEB-74090E32304F}" srcOrd="1" destOrd="0" presId="urn:microsoft.com/office/officeart/2008/layout/LinedList"/>
    <dgm:cxn modelId="{ECEE0829-67FA-472F-BF8F-8E2C81800799}" type="presParOf" srcId="{684EFAA9-5BB7-4923-8DEB-74090E32304F}" destId="{A7CABF73-B29B-490A-8F6E-372EA30CA63C}" srcOrd="0" destOrd="0" presId="urn:microsoft.com/office/officeart/2008/layout/LinedList"/>
    <dgm:cxn modelId="{A6665200-44B7-42B9-B115-510A22C9B829}" type="presParOf" srcId="{684EFAA9-5BB7-4923-8DEB-74090E32304F}" destId="{EA9C6693-E64C-4AAD-A918-2F5FB5CDE9E1}" srcOrd="1" destOrd="0" presId="urn:microsoft.com/office/officeart/2008/layout/LinedList"/>
    <dgm:cxn modelId="{DD1B2BED-5EE3-4221-9EB9-59E943F56AE4}" type="presParOf" srcId="{EA9C6693-E64C-4AAD-A918-2F5FB5CDE9E1}" destId="{0486CE5D-7DFA-4DF1-A5DD-2FC7AFC8EF43}" srcOrd="0" destOrd="0" presId="urn:microsoft.com/office/officeart/2008/layout/LinedList"/>
    <dgm:cxn modelId="{55CF322A-D1AD-419F-9A28-F7E0500A6C0C}" type="presParOf" srcId="{EA9C6693-E64C-4AAD-A918-2F5FB5CDE9E1}" destId="{A6220811-F856-48EA-AE23-645332471F53}" srcOrd="1" destOrd="0" presId="urn:microsoft.com/office/officeart/2008/layout/LinedList"/>
    <dgm:cxn modelId="{1761D83A-A326-4A2A-BF4D-2EBFDAB21B93}" type="presParOf" srcId="{A6220811-F856-48EA-AE23-645332471F53}" destId="{E044FF0E-A9EB-41F1-96F2-98CE2D597784}" srcOrd="0" destOrd="0" presId="urn:microsoft.com/office/officeart/2008/layout/LinedList"/>
    <dgm:cxn modelId="{7947D92C-E241-495E-AEC2-CC5BF766DAC2}" type="presParOf" srcId="{A6220811-F856-48EA-AE23-645332471F53}" destId="{A2D27893-692F-4E6F-A501-D3243B5DA272}" srcOrd="1" destOrd="0" presId="urn:microsoft.com/office/officeart/2008/layout/LinedList"/>
    <dgm:cxn modelId="{94EE8DD4-C85B-4424-A53E-0E3E8D19A8FB}" type="presParOf" srcId="{A6220811-F856-48EA-AE23-645332471F53}" destId="{FBCC2896-C03C-4D8E-83A7-75096FE0919D}" srcOrd="2" destOrd="0" presId="urn:microsoft.com/office/officeart/2008/layout/LinedList"/>
    <dgm:cxn modelId="{F1012194-5B10-4088-B439-A0E55176DA7D}" type="presParOf" srcId="{EA9C6693-E64C-4AAD-A918-2F5FB5CDE9E1}" destId="{FA58F80B-A069-4D36-A8FE-8865E8D95EB6}" srcOrd="2" destOrd="0" presId="urn:microsoft.com/office/officeart/2008/layout/LinedList"/>
    <dgm:cxn modelId="{FB0B19CA-C888-4650-AB6B-92C75A3471D6}" type="presParOf" srcId="{EA9C6693-E64C-4AAD-A918-2F5FB5CDE9E1}" destId="{11FB26B8-329A-4714-8FBD-B8BA04675098}" srcOrd="3" destOrd="0" presId="urn:microsoft.com/office/officeart/2008/layout/LinedList"/>
    <dgm:cxn modelId="{2DFD1B30-5563-42ED-ABC5-B4B578236434}" type="presParOf" srcId="{EA9C6693-E64C-4AAD-A918-2F5FB5CDE9E1}" destId="{EF432866-4DE8-4F17-9CA4-BAABD22D6D2D}" srcOrd="4" destOrd="0" presId="urn:microsoft.com/office/officeart/2008/layout/LinedList"/>
    <dgm:cxn modelId="{B4149779-CD90-4194-85A3-F42467AD092A}" type="presParOf" srcId="{EF432866-4DE8-4F17-9CA4-BAABD22D6D2D}" destId="{860D619B-AD6B-4F99-86EB-9896C5652FE3}" srcOrd="0" destOrd="0" presId="urn:microsoft.com/office/officeart/2008/layout/LinedList"/>
    <dgm:cxn modelId="{66698F97-D37D-4A59-A79C-F893FAD77AF1}" type="presParOf" srcId="{EF432866-4DE8-4F17-9CA4-BAABD22D6D2D}" destId="{103414B5-FFC7-4A29-B592-D2DB97380ECF}" srcOrd="1" destOrd="0" presId="urn:microsoft.com/office/officeart/2008/layout/LinedList"/>
    <dgm:cxn modelId="{1BBD64BB-920F-454B-8D41-86821E09953D}" type="presParOf" srcId="{EF432866-4DE8-4F17-9CA4-BAABD22D6D2D}" destId="{F44195E2-2640-487B-A4C6-FBC03BB9C62B}" srcOrd="2" destOrd="0" presId="urn:microsoft.com/office/officeart/2008/layout/LinedList"/>
    <dgm:cxn modelId="{B7725D83-BF08-4D34-AD9E-2FFE929C9D4C}" type="presParOf" srcId="{EA9C6693-E64C-4AAD-A918-2F5FB5CDE9E1}" destId="{99B21842-2AFA-4A16-8EF1-89BCF4FED3A9}" srcOrd="5" destOrd="0" presId="urn:microsoft.com/office/officeart/2008/layout/LinedList"/>
    <dgm:cxn modelId="{13D617FC-61C5-4156-9896-253D2F40B8B3}" type="presParOf" srcId="{EA9C6693-E64C-4AAD-A918-2F5FB5CDE9E1}" destId="{3E717FBE-0715-43D2-B23E-F4F5B5ADAD1A}" srcOrd="6" destOrd="0" presId="urn:microsoft.com/office/officeart/2008/layout/LinedList"/>
    <dgm:cxn modelId="{E4B5DEB4-EEAF-456C-B34E-D6170C51D1F8}" type="presParOf" srcId="{EA9C6693-E64C-4AAD-A918-2F5FB5CDE9E1}" destId="{9A60A069-C00E-469B-86AB-AE164E52F000}" srcOrd="7" destOrd="0" presId="urn:microsoft.com/office/officeart/2008/layout/LinedList"/>
    <dgm:cxn modelId="{74FB506A-FD24-4538-B8EA-F851B29B45E5}" type="presParOf" srcId="{9A60A069-C00E-469B-86AB-AE164E52F000}" destId="{46321937-82D3-4A56-9F4A-7891496F65AB}" srcOrd="0" destOrd="0" presId="urn:microsoft.com/office/officeart/2008/layout/LinedList"/>
    <dgm:cxn modelId="{4A0F4435-EC97-4A8A-BFA7-A16CC1A01819}" type="presParOf" srcId="{9A60A069-C00E-469B-86AB-AE164E52F000}" destId="{21FCB4FC-42F6-48DA-91D9-5C849E56D83F}" srcOrd="1" destOrd="0" presId="urn:microsoft.com/office/officeart/2008/layout/LinedList"/>
    <dgm:cxn modelId="{D1918C16-D80F-45B8-B264-F3A1744B2680}" type="presParOf" srcId="{9A60A069-C00E-469B-86AB-AE164E52F000}" destId="{958F04B1-39CD-48A3-80CD-915549AC0187}" srcOrd="2" destOrd="0" presId="urn:microsoft.com/office/officeart/2008/layout/LinedList"/>
    <dgm:cxn modelId="{A1E1DDEB-E7EE-41CE-8383-8C5BDBBF19D2}" type="presParOf" srcId="{EA9C6693-E64C-4AAD-A918-2F5FB5CDE9E1}" destId="{DC3E734D-7478-435B-AC27-FF1BDEE3BDAA}" srcOrd="8" destOrd="0" presId="urn:microsoft.com/office/officeart/2008/layout/LinedList"/>
    <dgm:cxn modelId="{6157B787-3903-4EA5-8D93-0B6A384744B3}" type="presParOf" srcId="{EA9C6693-E64C-4AAD-A918-2F5FB5CDE9E1}" destId="{C0E5FE1D-E729-43D4-94AE-C541D80B18D7}" srcOrd="9" destOrd="0" presId="urn:microsoft.com/office/officeart/2008/layout/LinedList"/>
    <dgm:cxn modelId="{99DBDC1B-6878-4D77-9D74-9612DDF97341}" type="presParOf" srcId="{EA9C6693-E64C-4AAD-A918-2F5FB5CDE9E1}" destId="{9C32B1DF-375B-418E-BC7A-8C3301D21275}" srcOrd="10" destOrd="0" presId="urn:microsoft.com/office/officeart/2008/layout/LinedList"/>
    <dgm:cxn modelId="{902FA670-C172-4F1D-A971-AF9472274B68}" type="presParOf" srcId="{9C32B1DF-375B-418E-BC7A-8C3301D21275}" destId="{CA01BB92-1D40-462D-88A0-2FE15680127F}" srcOrd="0" destOrd="0" presId="urn:microsoft.com/office/officeart/2008/layout/LinedList"/>
    <dgm:cxn modelId="{9ADB411B-FDEA-4DDC-9F9A-24ECBA6ED73B}" type="presParOf" srcId="{9C32B1DF-375B-418E-BC7A-8C3301D21275}" destId="{47C75B99-3D84-4D87-B38F-ED7019B3A67E}" srcOrd="1" destOrd="0" presId="urn:microsoft.com/office/officeart/2008/layout/LinedList"/>
    <dgm:cxn modelId="{3FB64BA5-BFC9-4AB0-ADF4-4040631BEC34}" type="presParOf" srcId="{9C32B1DF-375B-418E-BC7A-8C3301D21275}" destId="{183B569E-DF1B-413F-A309-16282C7BEC69}" srcOrd="2" destOrd="0" presId="urn:microsoft.com/office/officeart/2008/layout/LinedList"/>
    <dgm:cxn modelId="{D2D6D65F-F6DB-4857-A971-99C59294CADC}" type="presParOf" srcId="{EA9C6693-E64C-4AAD-A918-2F5FB5CDE9E1}" destId="{EB8CDA65-0148-4349-AB7A-02FC588B8C29}" srcOrd="11" destOrd="0" presId="urn:microsoft.com/office/officeart/2008/layout/LinedList"/>
    <dgm:cxn modelId="{037DC0A7-3752-45D6-80C0-FB1C10F20036}" type="presParOf" srcId="{EA9C6693-E64C-4AAD-A918-2F5FB5CDE9E1}" destId="{BE0F56C3-22D8-4D3D-8D5C-D8284D57C9AD}" srcOrd="12" destOrd="0" presId="urn:microsoft.com/office/officeart/2008/layout/LinedList"/>
    <dgm:cxn modelId="{4845FD8D-649D-4D02-AE02-3BA3A6A11006}" type="presParOf" srcId="{1B8E9B4D-D42C-4171-B140-BAB5FA2452B5}" destId="{7AAD297C-D0B7-4296-8D4C-75709BA5F4F8}" srcOrd="2" destOrd="0" presId="urn:microsoft.com/office/officeart/2008/layout/LinedList"/>
    <dgm:cxn modelId="{32F24795-2479-435C-A16F-542450156DE5}" type="presParOf" srcId="{1B8E9B4D-D42C-4171-B140-BAB5FA2452B5}" destId="{256E0762-ADF0-4719-A09F-AC1BA2F3989C}" srcOrd="3" destOrd="0" presId="urn:microsoft.com/office/officeart/2008/layout/LinedList"/>
    <dgm:cxn modelId="{313A370A-F4A8-42A9-B1E6-10B7D4DEB2B1}" type="presParOf" srcId="{256E0762-ADF0-4719-A09F-AC1BA2F3989C}" destId="{6EE823D3-47A0-4644-B23D-3FDEA96ED200}" srcOrd="0" destOrd="0" presId="urn:microsoft.com/office/officeart/2008/layout/LinedList"/>
    <dgm:cxn modelId="{FF079712-E87F-49D5-81F8-C888549BAB39}" type="presParOf" srcId="{256E0762-ADF0-4719-A09F-AC1BA2F3989C}" destId="{0F4BE7CD-56FC-47F1-BFE2-60394324938C}" srcOrd="1" destOrd="0" presId="urn:microsoft.com/office/officeart/2008/layout/LinedList"/>
    <dgm:cxn modelId="{B7F2BBEE-2D58-4CFA-ABAC-735D3AF80A7F}" type="presParOf" srcId="{0F4BE7CD-56FC-47F1-BFE2-60394324938C}" destId="{03B7EA07-5280-4F4E-ACF7-54A730066B9F}" srcOrd="0" destOrd="0" presId="urn:microsoft.com/office/officeart/2008/layout/LinedList"/>
    <dgm:cxn modelId="{F5A9F371-0AFF-4C14-90FC-CB05510C955E}" type="presParOf" srcId="{0F4BE7CD-56FC-47F1-BFE2-60394324938C}" destId="{10B981B4-7A5F-403E-A2AD-D9AD1B18A5E2}" srcOrd="1" destOrd="0" presId="urn:microsoft.com/office/officeart/2008/layout/LinedList"/>
    <dgm:cxn modelId="{E31B9405-B277-4A4F-8FD1-621E3306B51B}" type="presParOf" srcId="{10B981B4-7A5F-403E-A2AD-D9AD1B18A5E2}" destId="{62899B18-3071-4A04-83EA-010BEF198B48}" srcOrd="0" destOrd="0" presId="urn:microsoft.com/office/officeart/2008/layout/LinedList"/>
    <dgm:cxn modelId="{59D6A094-CC06-4E60-AF0D-CC3C6650400E}" type="presParOf" srcId="{10B981B4-7A5F-403E-A2AD-D9AD1B18A5E2}" destId="{E3498CFF-EF0E-49D4-929E-5620C30CE411}" srcOrd="1" destOrd="0" presId="urn:microsoft.com/office/officeart/2008/layout/LinedList"/>
    <dgm:cxn modelId="{2A34B204-FCF6-408F-B240-CE723C438B35}" type="presParOf" srcId="{10B981B4-7A5F-403E-A2AD-D9AD1B18A5E2}" destId="{B8AB24B2-F735-40F3-B542-503296D4C2E5}" srcOrd="2" destOrd="0" presId="urn:microsoft.com/office/officeart/2008/layout/LinedList"/>
    <dgm:cxn modelId="{68466276-B866-4250-A3C9-7F485D6E3249}" type="presParOf" srcId="{0F4BE7CD-56FC-47F1-BFE2-60394324938C}" destId="{C43FA7F1-C15D-46C2-85D9-521B951F2F30}" srcOrd="2" destOrd="0" presId="urn:microsoft.com/office/officeart/2008/layout/LinedList"/>
    <dgm:cxn modelId="{97A70405-9A3C-4793-909B-EAEA6C444227}" type="presParOf" srcId="{0F4BE7CD-56FC-47F1-BFE2-60394324938C}" destId="{8E0B31F6-CB10-4D94-BA46-1F8990B51A74}" srcOrd="3" destOrd="0" presId="urn:microsoft.com/office/officeart/2008/layout/LinedList"/>
    <dgm:cxn modelId="{2289C0EC-1FA7-4F3C-BCFE-E75E4D537BB9}" type="presParOf" srcId="{0F4BE7CD-56FC-47F1-BFE2-60394324938C}" destId="{1ABDAE72-4308-43DB-9AA9-1AF47D1A985E}" srcOrd="4" destOrd="0" presId="urn:microsoft.com/office/officeart/2008/layout/LinedList"/>
    <dgm:cxn modelId="{3A09FA30-A6CF-42C6-ABD6-E1F393902A83}" type="presParOf" srcId="{1ABDAE72-4308-43DB-9AA9-1AF47D1A985E}" destId="{CC4A2BC6-AB77-47C6-BEAF-CE32C70F57DF}" srcOrd="0" destOrd="0" presId="urn:microsoft.com/office/officeart/2008/layout/LinedList"/>
    <dgm:cxn modelId="{18082F48-1DA0-44EC-ACE0-D1CD7DE3E599}" type="presParOf" srcId="{1ABDAE72-4308-43DB-9AA9-1AF47D1A985E}" destId="{B48F3077-5517-4F64-A173-94DE51797549}" srcOrd="1" destOrd="0" presId="urn:microsoft.com/office/officeart/2008/layout/LinedList"/>
    <dgm:cxn modelId="{F531FEE8-3C9F-4B7F-8ECF-0E153A250C8F}" type="presParOf" srcId="{1ABDAE72-4308-43DB-9AA9-1AF47D1A985E}" destId="{BF740D9C-6B9A-4079-8E7B-CDAF6B1F4524}" srcOrd="2" destOrd="0" presId="urn:microsoft.com/office/officeart/2008/layout/LinedList"/>
    <dgm:cxn modelId="{292CA2A9-AA23-462C-9538-16C031A4A1E8}" type="presParOf" srcId="{0F4BE7CD-56FC-47F1-BFE2-60394324938C}" destId="{8D69C50E-6D08-4204-817E-B152150ABD81}" srcOrd="5" destOrd="0" presId="urn:microsoft.com/office/officeart/2008/layout/LinedList"/>
    <dgm:cxn modelId="{70317036-E6BB-457A-AC23-37EF98315086}" type="presParOf" srcId="{0F4BE7CD-56FC-47F1-BFE2-60394324938C}" destId="{6DE8406C-1C79-4048-945A-B2D1050538C6}" srcOrd="6" destOrd="0" presId="urn:microsoft.com/office/officeart/2008/layout/LinedList"/>
    <dgm:cxn modelId="{A7B79A66-40EC-46FE-B30D-E50DD1A1A4BE}" type="presParOf" srcId="{0F4BE7CD-56FC-47F1-BFE2-60394324938C}" destId="{E3824DAC-6A98-4F17-B2A1-F60E339B932D}" srcOrd="7" destOrd="0" presId="urn:microsoft.com/office/officeart/2008/layout/LinedList"/>
    <dgm:cxn modelId="{0E6AE8BF-8E8F-4ED7-A73E-DBAB8B3B5EAE}" type="presParOf" srcId="{E3824DAC-6A98-4F17-B2A1-F60E339B932D}" destId="{4307A911-0CA7-472A-936A-BE76AD04FBC0}" srcOrd="0" destOrd="0" presId="urn:microsoft.com/office/officeart/2008/layout/LinedList"/>
    <dgm:cxn modelId="{FC4DF95E-8159-41E2-94A0-5F69E34B7697}" type="presParOf" srcId="{E3824DAC-6A98-4F17-B2A1-F60E339B932D}" destId="{A3949123-1BBC-4624-A775-C70D4D84348F}" srcOrd="1" destOrd="0" presId="urn:microsoft.com/office/officeart/2008/layout/LinedList"/>
    <dgm:cxn modelId="{E49EC9A5-0683-4D71-AD3B-5CED727DA068}" type="presParOf" srcId="{E3824DAC-6A98-4F17-B2A1-F60E339B932D}" destId="{9775BCC4-37D9-4474-B653-D648F414A2FB}" srcOrd="2" destOrd="0" presId="urn:microsoft.com/office/officeart/2008/layout/LinedList"/>
    <dgm:cxn modelId="{BA1EFF02-664D-40B2-84D2-EC0A9FA65837}" type="presParOf" srcId="{0F4BE7CD-56FC-47F1-BFE2-60394324938C}" destId="{56A65DDC-D511-42A0-A5F7-B2CB23433245}" srcOrd="8" destOrd="0" presId="urn:microsoft.com/office/officeart/2008/layout/LinedList"/>
    <dgm:cxn modelId="{CC53F0E0-C91D-4F50-8900-F10AB5A61D17}" type="presParOf" srcId="{0F4BE7CD-56FC-47F1-BFE2-60394324938C}" destId="{DFAC27F4-4622-461E-AEC3-32EC5F525321}" srcOrd="9" destOrd="0" presId="urn:microsoft.com/office/officeart/2008/layout/LinedList"/>
    <dgm:cxn modelId="{3B3CFFFE-09CC-4F76-B0DF-4EA9A5AF9428}" type="presParOf" srcId="{0F4BE7CD-56FC-47F1-BFE2-60394324938C}" destId="{E50C965E-97F6-4892-8B0F-EFCCFA9F2A88}" srcOrd="10" destOrd="0" presId="urn:microsoft.com/office/officeart/2008/layout/LinedList"/>
    <dgm:cxn modelId="{0B40E887-C01A-48B2-831B-8194E8E5C75F}" type="presParOf" srcId="{E50C965E-97F6-4892-8B0F-EFCCFA9F2A88}" destId="{954DFB1E-0A7B-464A-B8A4-F51F81BABEA8}" srcOrd="0" destOrd="0" presId="urn:microsoft.com/office/officeart/2008/layout/LinedList"/>
    <dgm:cxn modelId="{C558B136-5025-469C-BD13-5621FE9F8ED3}" type="presParOf" srcId="{E50C965E-97F6-4892-8B0F-EFCCFA9F2A88}" destId="{47CA74AB-B463-4033-B87C-387132E89F21}" srcOrd="1" destOrd="0" presId="urn:microsoft.com/office/officeart/2008/layout/LinedList"/>
    <dgm:cxn modelId="{E775FE8A-FCBB-4AE8-B756-A9857620269B}" type="presParOf" srcId="{E50C965E-97F6-4892-8B0F-EFCCFA9F2A88}" destId="{B3841EF2-E9FF-4D2D-9A26-1A86771D0C49}" srcOrd="2" destOrd="0" presId="urn:microsoft.com/office/officeart/2008/layout/LinedList"/>
    <dgm:cxn modelId="{C7F61740-AF4F-4362-96AD-106F26E259BF}" type="presParOf" srcId="{0F4BE7CD-56FC-47F1-BFE2-60394324938C}" destId="{75102563-6CAA-4226-9E50-3C630ED782E3}" srcOrd="11" destOrd="0" presId="urn:microsoft.com/office/officeart/2008/layout/LinedList"/>
    <dgm:cxn modelId="{C35E6DF3-A0C7-47CE-B78E-9D7C74E8DA28}" type="presParOf" srcId="{0F4BE7CD-56FC-47F1-BFE2-60394324938C}" destId="{49205282-E8B3-489B-B61C-2EDACD36C690}" srcOrd="12" destOrd="0" presId="urn:microsoft.com/office/officeart/2008/layout/LinedList"/>
    <dgm:cxn modelId="{26611C44-6A3A-4131-B684-03034534173E}" type="presParOf" srcId="{1B8E9B4D-D42C-4171-B140-BAB5FA2452B5}" destId="{15965115-0F2D-4CFE-92BD-9FAE1EAEB1BC}" srcOrd="4" destOrd="0" presId="urn:microsoft.com/office/officeart/2008/layout/LinedList"/>
    <dgm:cxn modelId="{27188705-E74A-43EA-9D66-D0A41B2479DE}" type="presParOf" srcId="{1B8E9B4D-D42C-4171-B140-BAB5FA2452B5}" destId="{9DDBCA6C-21EF-438D-8FE6-FB750DE156C5}" srcOrd="5" destOrd="0" presId="urn:microsoft.com/office/officeart/2008/layout/LinedList"/>
    <dgm:cxn modelId="{53619F82-FC97-49CE-8BB5-0D388678525E}" type="presParOf" srcId="{9DDBCA6C-21EF-438D-8FE6-FB750DE156C5}" destId="{BDBEA1BE-D3CB-4C2A-BD1C-CD5D49AD4843}" srcOrd="0" destOrd="0" presId="urn:microsoft.com/office/officeart/2008/layout/LinedList"/>
    <dgm:cxn modelId="{D472E067-83A2-462E-AAA0-5E858CBC3EBE}" type="presParOf" srcId="{9DDBCA6C-21EF-438D-8FE6-FB750DE156C5}" destId="{1F9836FF-D239-455A-BFDF-D138E0064D7C}" srcOrd="1" destOrd="0" presId="urn:microsoft.com/office/officeart/2008/layout/LinedList"/>
    <dgm:cxn modelId="{FBC2DF33-5AEE-4B4A-8040-3161335C520F}" type="presParOf" srcId="{1F9836FF-D239-455A-BFDF-D138E0064D7C}" destId="{F9CABD12-F964-4F99-AA34-CF1AD44A79BC}" srcOrd="0" destOrd="0" presId="urn:microsoft.com/office/officeart/2008/layout/LinedList"/>
    <dgm:cxn modelId="{7DDD057B-D085-42C1-9186-69645979F394}" type="presParOf" srcId="{1F9836FF-D239-455A-BFDF-D138E0064D7C}" destId="{3EF5158E-F6CB-4117-86ED-DC1E6E088D79}" srcOrd="1" destOrd="0" presId="urn:microsoft.com/office/officeart/2008/layout/LinedList"/>
    <dgm:cxn modelId="{BF398FA2-E2B9-413D-B251-4043E2F078A6}" type="presParOf" srcId="{3EF5158E-F6CB-4117-86ED-DC1E6E088D79}" destId="{A63DE25E-9BBD-4CBA-A1C3-5C3E95632589}" srcOrd="0" destOrd="0" presId="urn:microsoft.com/office/officeart/2008/layout/LinedList"/>
    <dgm:cxn modelId="{DB6C23B0-B14E-4BAA-9279-7AF9B4F838BD}" type="presParOf" srcId="{3EF5158E-F6CB-4117-86ED-DC1E6E088D79}" destId="{5B6F1405-49F5-43B7-ACA7-EAF481DAEF73}" srcOrd="1" destOrd="0" presId="urn:microsoft.com/office/officeart/2008/layout/LinedList"/>
    <dgm:cxn modelId="{20065FC5-3130-41C6-83F3-F4F3B3BB176C}" type="presParOf" srcId="{3EF5158E-F6CB-4117-86ED-DC1E6E088D79}" destId="{968465BB-D3BD-4E85-ACF9-1AB5713B986C}" srcOrd="2" destOrd="0" presId="urn:microsoft.com/office/officeart/2008/layout/LinedList"/>
    <dgm:cxn modelId="{BBFA4362-7011-4B3F-A4F8-71A64DD351FC}" type="presParOf" srcId="{1F9836FF-D239-455A-BFDF-D138E0064D7C}" destId="{B9400555-2EF5-4FDC-B81B-B1B4257DB896}" srcOrd="2" destOrd="0" presId="urn:microsoft.com/office/officeart/2008/layout/LinedList"/>
    <dgm:cxn modelId="{E005C524-AC2D-46AB-A1BC-D75066ED147F}" type="presParOf" srcId="{1F9836FF-D239-455A-BFDF-D138E0064D7C}" destId="{51389D2F-4246-44F3-8B2D-9992C6F6E99E}" srcOrd="3" destOrd="0" presId="urn:microsoft.com/office/officeart/2008/layout/LinedList"/>
    <dgm:cxn modelId="{D1285606-8F1F-4A78-8E1E-EA89ADE808C7}" type="presParOf" srcId="{1F9836FF-D239-455A-BFDF-D138E0064D7C}" destId="{100F1805-22C8-4F3D-9F5E-1C97FC1CE9FD}" srcOrd="4" destOrd="0" presId="urn:microsoft.com/office/officeart/2008/layout/LinedList"/>
    <dgm:cxn modelId="{57538DFF-132A-4F64-BFC0-7DD69C0DD1C9}" type="presParOf" srcId="{100F1805-22C8-4F3D-9F5E-1C97FC1CE9FD}" destId="{9692A81F-7FFD-4057-88E6-5B539867DEB9}" srcOrd="0" destOrd="0" presId="urn:microsoft.com/office/officeart/2008/layout/LinedList"/>
    <dgm:cxn modelId="{033BD4CB-4584-4824-AAEB-5B5EFDB50D21}" type="presParOf" srcId="{100F1805-22C8-4F3D-9F5E-1C97FC1CE9FD}" destId="{EC56126C-389D-4021-9284-2FE3B03D0B9C}" srcOrd="1" destOrd="0" presId="urn:microsoft.com/office/officeart/2008/layout/LinedList"/>
    <dgm:cxn modelId="{817BAE96-8333-4B0D-8922-3AD7165EB82D}" type="presParOf" srcId="{100F1805-22C8-4F3D-9F5E-1C97FC1CE9FD}" destId="{30820F63-1945-4310-850F-3E292C4525E9}" srcOrd="2" destOrd="0" presId="urn:microsoft.com/office/officeart/2008/layout/LinedList"/>
    <dgm:cxn modelId="{E6C5FFEA-6929-444B-8D5A-62A887403A3A}" type="presParOf" srcId="{1F9836FF-D239-455A-BFDF-D138E0064D7C}" destId="{EB4418C3-EF82-4CC3-8EDF-37DD2444B375}" srcOrd="5" destOrd="0" presId="urn:microsoft.com/office/officeart/2008/layout/LinedList"/>
    <dgm:cxn modelId="{BF413141-50CD-4654-87C7-4600982780DD}" type="presParOf" srcId="{1F9836FF-D239-455A-BFDF-D138E0064D7C}" destId="{82C9D779-02C7-4311-A9F9-2D40E0534CFE}" srcOrd="6" destOrd="0" presId="urn:microsoft.com/office/officeart/2008/layout/LinedList"/>
    <dgm:cxn modelId="{9BC2E0C7-C1C5-4307-8F52-A78158A0FA8F}" type="presParOf" srcId="{1F9836FF-D239-455A-BFDF-D138E0064D7C}" destId="{16A9B9D5-C983-4215-8996-8701960C6AFE}" srcOrd="7" destOrd="0" presId="urn:microsoft.com/office/officeart/2008/layout/LinedList"/>
    <dgm:cxn modelId="{9BDE5927-75C0-4DB7-BFAB-43D660EB5E60}" type="presParOf" srcId="{16A9B9D5-C983-4215-8996-8701960C6AFE}" destId="{7BBCCAA9-6324-48C5-88D4-656B891EA517}" srcOrd="0" destOrd="0" presId="urn:microsoft.com/office/officeart/2008/layout/LinedList"/>
    <dgm:cxn modelId="{16D61FDC-4F16-4CE9-96D1-5403270D5EFD}" type="presParOf" srcId="{16A9B9D5-C983-4215-8996-8701960C6AFE}" destId="{73B81B8B-F919-453E-ABE3-1927101D43E9}" srcOrd="1" destOrd="0" presId="urn:microsoft.com/office/officeart/2008/layout/LinedList"/>
    <dgm:cxn modelId="{1EE26858-C19E-44DA-A377-E8EE841A26C6}" type="presParOf" srcId="{16A9B9D5-C983-4215-8996-8701960C6AFE}" destId="{7421CCD0-5837-42BF-9466-F4D4A9632295}" srcOrd="2" destOrd="0" presId="urn:microsoft.com/office/officeart/2008/layout/LinedList"/>
    <dgm:cxn modelId="{6E89A49B-178C-42E6-8204-8EA966FBD7A5}" type="presParOf" srcId="{1F9836FF-D239-455A-BFDF-D138E0064D7C}" destId="{8832A3F4-B980-4573-9702-121934FA29BB}" srcOrd="8" destOrd="0" presId="urn:microsoft.com/office/officeart/2008/layout/LinedList"/>
    <dgm:cxn modelId="{AE4FCBD1-C482-4B00-9629-646829C97D22}" type="presParOf" srcId="{1F9836FF-D239-455A-BFDF-D138E0064D7C}" destId="{21C8BDC1-24BE-4E28-9052-05B02DF133F2}" srcOrd="9" destOrd="0" presId="urn:microsoft.com/office/officeart/2008/layout/LinedList"/>
    <dgm:cxn modelId="{DBC51878-59D3-4DCB-A78A-239BADF434F6}" type="presParOf" srcId="{1F9836FF-D239-455A-BFDF-D138E0064D7C}" destId="{7A6057A3-4119-40E0-A1C7-DBE51AE50FA0}" srcOrd="10" destOrd="0" presId="urn:microsoft.com/office/officeart/2008/layout/LinedList"/>
    <dgm:cxn modelId="{AB20586F-3B5B-4055-AAA6-673A953252D2}" type="presParOf" srcId="{7A6057A3-4119-40E0-A1C7-DBE51AE50FA0}" destId="{9701A3F6-D3FC-4963-8FF4-A775EFAD3CE9}" srcOrd="0" destOrd="0" presId="urn:microsoft.com/office/officeart/2008/layout/LinedList"/>
    <dgm:cxn modelId="{4FA619FD-6776-4639-9467-82203F42E2F5}" type="presParOf" srcId="{7A6057A3-4119-40E0-A1C7-DBE51AE50FA0}" destId="{06261AE1-45E8-468D-869E-3D979C94DF37}" srcOrd="1" destOrd="0" presId="urn:microsoft.com/office/officeart/2008/layout/LinedList"/>
    <dgm:cxn modelId="{4189730E-5E43-4061-9A1E-8247CB931140}" type="presParOf" srcId="{7A6057A3-4119-40E0-A1C7-DBE51AE50FA0}" destId="{DA9636A3-423A-49E9-B402-402C405FB887}" srcOrd="2" destOrd="0" presId="urn:microsoft.com/office/officeart/2008/layout/LinedList"/>
    <dgm:cxn modelId="{12912D84-BB46-4397-8F84-76DC1EEEC7EA}" type="presParOf" srcId="{1F9836FF-D239-455A-BFDF-D138E0064D7C}" destId="{55C089C9-D86E-44E7-8193-DB090A930E75}" srcOrd="11" destOrd="0" presId="urn:microsoft.com/office/officeart/2008/layout/LinedList"/>
    <dgm:cxn modelId="{6DA7B2A3-B6AF-40AF-A326-5BCCF39262AA}" type="presParOf" srcId="{1F9836FF-D239-455A-BFDF-D138E0064D7C}" destId="{5EFACAB8-53A5-45AC-B461-AF73893702ED}"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FCAD634-4B69-4BC2-8C9F-DACC6AFCE68C}" type="doc">
      <dgm:prSet loTypeId="urn:microsoft.com/office/officeart/2008/layout/LinedList" loCatId="list" qsTypeId="urn:microsoft.com/office/officeart/2005/8/quickstyle/simple2" qsCatId="simple" csTypeId="urn:microsoft.com/office/officeart/2005/8/colors/accent3_2" csCatId="accent3" phldr="1"/>
      <dgm:spPr/>
      <dgm:t>
        <a:bodyPr/>
        <a:lstStyle/>
        <a:p>
          <a:endParaRPr lang="en-US"/>
        </a:p>
      </dgm:t>
    </dgm:pt>
    <dgm:pt modelId="{3E2D213F-E3F6-4FB8-9E01-C0C450F1B131}">
      <dgm:prSet/>
      <dgm:spPr/>
      <dgm:t>
        <a:bodyPr/>
        <a:lstStyle/>
        <a:p>
          <a:r>
            <a:rPr lang="pt-PT"/>
            <a:t>1. Data Preparation</a:t>
          </a:r>
          <a:endParaRPr lang="en-US"/>
        </a:p>
      </dgm:t>
    </dgm:pt>
    <dgm:pt modelId="{7BFE1A8E-4341-4EFB-98DC-DCB3DFBB3082}" type="parTrans" cxnId="{18D973E4-0B01-4DC9-AAF4-212D98A31BE0}">
      <dgm:prSet/>
      <dgm:spPr/>
      <dgm:t>
        <a:bodyPr/>
        <a:lstStyle/>
        <a:p>
          <a:endParaRPr lang="en-US"/>
        </a:p>
      </dgm:t>
    </dgm:pt>
    <dgm:pt modelId="{832EC01F-1011-4569-AE57-ACBEAE1D0050}" type="sibTrans" cxnId="{18D973E4-0B01-4DC9-AAF4-212D98A31BE0}">
      <dgm:prSet/>
      <dgm:spPr/>
      <dgm:t>
        <a:bodyPr/>
        <a:lstStyle/>
        <a:p>
          <a:endParaRPr lang="en-US"/>
        </a:p>
      </dgm:t>
    </dgm:pt>
    <dgm:pt modelId="{AA15DA94-4376-4EDE-A5A9-6345B6D2FB9E}">
      <dgm:prSet/>
      <dgm:spPr/>
      <dgm:t>
        <a:bodyPr/>
        <a:lstStyle/>
        <a:p>
          <a:r>
            <a:rPr lang="pt-PT"/>
            <a:t>- Load original dataset with missing values</a:t>
          </a:r>
          <a:endParaRPr lang="en-US"/>
        </a:p>
      </dgm:t>
    </dgm:pt>
    <dgm:pt modelId="{EAAD7761-5F0F-412D-8FEE-16361FB3B7CC}" type="parTrans" cxnId="{7C8AD646-148F-440B-A363-B72BED01BE8D}">
      <dgm:prSet/>
      <dgm:spPr/>
      <dgm:t>
        <a:bodyPr/>
        <a:lstStyle/>
        <a:p>
          <a:endParaRPr lang="en-US"/>
        </a:p>
      </dgm:t>
    </dgm:pt>
    <dgm:pt modelId="{296C883D-A3CC-49DD-A8CD-73E0C0C77E24}" type="sibTrans" cxnId="{7C8AD646-148F-440B-A363-B72BED01BE8D}">
      <dgm:prSet/>
      <dgm:spPr/>
      <dgm:t>
        <a:bodyPr/>
        <a:lstStyle/>
        <a:p>
          <a:endParaRPr lang="en-US"/>
        </a:p>
      </dgm:t>
    </dgm:pt>
    <dgm:pt modelId="{EBA12DE1-F32E-4E1C-B7C6-1E45196AAC8C}">
      <dgm:prSet/>
      <dgm:spPr/>
      <dgm:t>
        <a:bodyPr/>
        <a:lstStyle/>
        <a:p>
          <a:r>
            <a:rPr lang="pt-PT"/>
            <a:t>- Analyze missing value patterns</a:t>
          </a:r>
          <a:endParaRPr lang="en-US"/>
        </a:p>
      </dgm:t>
    </dgm:pt>
    <dgm:pt modelId="{498508F5-5778-4C3C-8F86-8D290F7D2ED8}" type="parTrans" cxnId="{CDC6E90A-159E-4763-A16B-2BB6A0F5C529}">
      <dgm:prSet/>
      <dgm:spPr/>
      <dgm:t>
        <a:bodyPr/>
        <a:lstStyle/>
        <a:p>
          <a:endParaRPr lang="en-US"/>
        </a:p>
      </dgm:t>
    </dgm:pt>
    <dgm:pt modelId="{666241D1-04C6-4385-A388-A7E2324BA2F8}" type="sibTrans" cxnId="{CDC6E90A-159E-4763-A16B-2BB6A0F5C529}">
      <dgm:prSet/>
      <dgm:spPr/>
      <dgm:t>
        <a:bodyPr/>
        <a:lstStyle/>
        <a:p>
          <a:endParaRPr lang="en-US"/>
        </a:p>
      </dgm:t>
    </dgm:pt>
    <dgm:pt modelId="{ECB0F062-DEEC-4B2B-A51B-0EC3E2519CB3}">
      <dgm:prSet/>
      <dgm:spPr/>
      <dgm:t>
        <a:bodyPr/>
        <a:lstStyle/>
        <a:p>
          <a:r>
            <a:rPr lang="pt-PT"/>
            <a:t>- Prepare feature matrix (X) and target variable (y) with missing data intact</a:t>
          </a:r>
          <a:endParaRPr lang="en-US"/>
        </a:p>
      </dgm:t>
    </dgm:pt>
    <dgm:pt modelId="{8F57631E-6124-4A17-8B06-46187FCB78C8}" type="parTrans" cxnId="{146340C1-E0A8-4EDD-A195-743C7750A33B}">
      <dgm:prSet/>
      <dgm:spPr/>
      <dgm:t>
        <a:bodyPr/>
        <a:lstStyle/>
        <a:p>
          <a:endParaRPr lang="en-US"/>
        </a:p>
      </dgm:t>
    </dgm:pt>
    <dgm:pt modelId="{B4BFD774-5263-49B1-B44E-44549C26066C}" type="sibTrans" cxnId="{146340C1-E0A8-4EDD-A195-743C7750A33B}">
      <dgm:prSet/>
      <dgm:spPr/>
      <dgm:t>
        <a:bodyPr/>
        <a:lstStyle/>
        <a:p>
          <a:endParaRPr lang="en-US"/>
        </a:p>
      </dgm:t>
    </dgm:pt>
    <dgm:pt modelId="{43B76ED6-F9BD-480D-88CB-A74AF151AEC5}">
      <dgm:prSet/>
      <dgm:spPr/>
      <dgm:t>
        <a:bodyPr/>
        <a:lstStyle/>
        <a:p>
          <a:r>
            <a:rPr lang="pt-PT"/>
            <a:t>2. Imputation Strategies</a:t>
          </a:r>
          <a:endParaRPr lang="en-US"/>
        </a:p>
      </dgm:t>
    </dgm:pt>
    <dgm:pt modelId="{10263013-345B-4AB6-9F93-A292CC9558FE}" type="parTrans" cxnId="{07F13786-EA65-4D96-850D-F2C003EEF009}">
      <dgm:prSet/>
      <dgm:spPr/>
      <dgm:t>
        <a:bodyPr/>
        <a:lstStyle/>
        <a:p>
          <a:endParaRPr lang="en-US"/>
        </a:p>
      </dgm:t>
    </dgm:pt>
    <dgm:pt modelId="{C938761F-426C-46FA-AB3D-54F95F8963B7}" type="sibTrans" cxnId="{07F13786-EA65-4D96-850D-F2C003EEF009}">
      <dgm:prSet/>
      <dgm:spPr/>
      <dgm:t>
        <a:bodyPr/>
        <a:lstStyle/>
        <a:p>
          <a:endParaRPr lang="en-US"/>
        </a:p>
      </dgm:t>
    </dgm:pt>
    <dgm:pt modelId="{FA9DC819-FEE7-40E1-88D9-B93F0790935A}">
      <dgm:prSet/>
      <dgm:spPr/>
      <dgm:t>
        <a:bodyPr/>
        <a:lstStyle/>
        <a:p>
          <a:r>
            <a:rPr lang="pt-PT" dirty="0"/>
            <a:t>- </a:t>
          </a:r>
          <a:r>
            <a:rPr lang="pt-PT" dirty="0" err="1"/>
            <a:t>Mean</a:t>
          </a:r>
          <a:r>
            <a:rPr lang="pt-PT" dirty="0"/>
            <a:t> </a:t>
          </a:r>
          <a:r>
            <a:rPr lang="pt-PT" dirty="0" err="1"/>
            <a:t>Imputation</a:t>
          </a:r>
          <a:r>
            <a:rPr lang="pt-PT" dirty="0"/>
            <a:t>: </a:t>
          </a:r>
          <a:r>
            <a:rPr lang="pt-PT" dirty="0" err="1"/>
            <a:t>Replace</a:t>
          </a:r>
          <a:r>
            <a:rPr lang="pt-PT" dirty="0"/>
            <a:t> </a:t>
          </a:r>
          <a:r>
            <a:rPr lang="pt-PT" dirty="0" err="1"/>
            <a:t>missing</a:t>
          </a:r>
          <a:r>
            <a:rPr lang="pt-PT" dirty="0"/>
            <a:t> </a:t>
          </a:r>
          <a:r>
            <a:rPr lang="pt-PT" dirty="0" err="1"/>
            <a:t>values</a:t>
          </a:r>
          <a:r>
            <a:rPr lang="pt-PT" dirty="0"/>
            <a:t> </a:t>
          </a:r>
          <a:r>
            <a:rPr lang="pt-PT" dirty="0" err="1"/>
            <a:t>with</a:t>
          </a:r>
          <a:r>
            <a:rPr lang="pt-PT" dirty="0"/>
            <a:t> </a:t>
          </a:r>
          <a:r>
            <a:rPr lang="pt-PT" dirty="0" err="1"/>
            <a:t>column</a:t>
          </a:r>
          <a:r>
            <a:rPr lang="pt-PT" dirty="0"/>
            <a:t> </a:t>
          </a:r>
          <a:r>
            <a:rPr lang="pt-PT" dirty="0" err="1"/>
            <a:t>means</a:t>
          </a:r>
          <a:endParaRPr lang="en-US" dirty="0"/>
        </a:p>
      </dgm:t>
    </dgm:pt>
    <dgm:pt modelId="{C2044965-9336-4C84-8B2E-B2E0BF74FAC8}" type="parTrans" cxnId="{AE43850F-6C24-4E3A-A902-E541925E7B58}">
      <dgm:prSet/>
      <dgm:spPr/>
      <dgm:t>
        <a:bodyPr/>
        <a:lstStyle/>
        <a:p>
          <a:endParaRPr lang="en-US"/>
        </a:p>
      </dgm:t>
    </dgm:pt>
    <dgm:pt modelId="{95859F41-EC81-4720-8F64-4F377C5ECC7E}" type="sibTrans" cxnId="{AE43850F-6C24-4E3A-A902-E541925E7B58}">
      <dgm:prSet/>
      <dgm:spPr/>
      <dgm:t>
        <a:bodyPr/>
        <a:lstStyle/>
        <a:p>
          <a:endParaRPr lang="en-US"/>
        </a:p>
      </dgm:t>
    </dgm:pt>
    <dgm:pt modelId="{8CC9E8DF-1DF2-4601-BB57-ECE6C2B3B956}">
      <dgm:prSet/>
      <dgm:spPr/>
      <dgm:t>
        <a:bodyPr/>
        <a:lstStyle/>
        <a:p>
          <a:r>
            <a:rPr lang="pt-PT" dirty="0"/>
            <a:t>- KNN </a:t>
          </a:r>
          <a:r>
            <a:rPr lang="pt-PT" dirty="0" err="1"/>
            <a:t>Imputation</a:t>
          </a:r>
          <a:r>
            <a:rPr lang="pt-PT" dirty="0"/>
            <a:t>: Use k-</a:t>
          </a:r>
          <a:r>
            <a:rPr lang="pt-PT" dirty="0" err="1"/>
            <a:t>nearest</a:t>
          </a:r>
          <a:r>
            <a:rPr lang="pt-PT" dirty="0"/>
            <a:t> </a:t>
          </a:r>
          <a:r>
            <a:rPr lang="pt-PT" dirty="0" err="1"/>
            <a:t>neighbors</a:t>
          </a:r>
          <a:r>
            <a:rPr lang="pt-PT" dirty="0"/>
            <a:t> to </a:t>
          </a:r>
          <a:r>
            <a:rPr lang="pt-PT" dirty="0" err="1"/>
            <a:t>estimate</a:t>
          </a:r>
          <a:r>
            <a:rPr lang="pt-PT" dirty="0"/>
            <a:t> </a:t>
          </a:r>
          <a:r>
            <a:rPr lang="pt-PT" dirty="0" err="1"/>
            <a:t>missing</a:t>
          </a:r>
          <a:r>
            <a:rPr lang="pt-PT" dirty="0"/>
            <a:t> </a:t>
          </a:r>
          <a:r>
            <a:rPr lang="pt-PT" dirty="0" err="1"/>
            <a:t>values</a:t>
          </a:r>
          <a:endParaRPr lang="en-US" dirty="0"/>
        </a:p>
      </dgm:t>
    </dgm:pt>
    <dgm:pt modelId="{C7B72ABE-814B-4CE2-9946-617CFCD262DC}" type="parTrans" cxnId="{98DCACC6-CB96-417D-AA0B-5C68F65DCCCE}">
      <dgm:prSet/>
      <dgm:spPr/>
      <dgm:t>
        <a:bodyPr/>
        <a:lstStyle/>
        <a:p>
          <a:endParaRPr lang="en-US"/>
        </a:p>
      </dgm:t>
    </dgm:pt>
    <dgm:pt modelId="{5B3E87CD-FA95-44B0-828E-81D50DEE1704}" type="sibTrans" cxnId="{98DCACC6-CB96-417D-AA0B-5C68F65DCCCE}">
      <dgm:prSet/>
      <dgm:spPr/>
      <dgm:t>
        <a:bodyPr/>
        <a:lstStyle/>
        <a:p>
          <a:endParaRPr lang="en-US"/>
        </a:p>
      </dgm:t>
    </dgm:pt>
    <dgm:pt modelId="{93F2D19E-AF1C-42D0-B7EF-A3D03686D59C}">
      <dgm:prSet/>
      <dgm:spPr/>
      <dgm:t>
        <a:bodyPr/>
        <a:lstStyle/>
        <a:p>
          <a:r>
            <a:rPr lang="pt-PT" dirty="0"/>
            <a:t>- </a:t>
          </a:r>
          <a:r>
            <a:rPr lang="pt-PT" dirty="0" err="1"/>
            <a:t>Iterative</a:t>
          </a:r>
          <a:r>
            <a:rPr lang="pt-PT" dirty="0"/>
            <a:t> </a:t>
          </a:r>
          <a:r>
            <a:rPr lang="pt-PT" dirty="0" err="1"/>
            <a:t>Imputation</a:t>
          </a:r>
          <a:r>
            <a:rPr lang="pt-PT" dirty="0"/>
            <a:t>: Use </a:t>
          </a:r>
          <a:r>
            <a:rPr lang="pt-PT" dirty="0" err="1"/>
            <a:t>Bayesian</a:t>
          </a:r>
          <a:r>
            <a:rPr lang="pt-PT" dirty="0"/>
            <a:t> </a:t>
          </a:r>
          <a:r>
            <a:rPr lang="pt-PT" dirty="0" err="1"/>
            <a:t>Ridge</a:t>
          </a:r>
          <a:r>
            <a:rPr lang="pt-PT" dirty="0"/>
            <a:t> </a:t>
          </a:r>
          <a:r>
            <a:rPr lang="pt-PT" dirty="0" err="1"/>
            <a:t>regression</a:t>
          </a:r>
          <a:r>
            <a:rPr lang="pt-PT" dirty="0"/>
            <a:t> for </a:t>
          </a:r>
          <a:r>
            <a:rPr lang="pt-PT" dirty="0" err="1"/>
            <a:t>multivariate</a:t>
          </a:r>
          <a:r>
            <a:rPr lang="pt-PT" dirty="0"/>
            <a:t> </a:t>
          </a:r>
          <a:r>
            <a:rPr lang="pt-PT" dirty="0" err="1"/>
            <a:t>imputation</a:t>
          </a:r>
          <a:endParaRPr lang="en-US" dirty="0"/>
        </a:p>
      </dgm:t>
    </dgm:pt>
    <dgm:pt modelId="{CB3BE838-7D9D-414F-8F91-AF54D7C122B2}" type="parTrans" cxnId="{1DC9C82E-FE64-4697-B297-A6FC88C77C33}">
      <dgm:prSet/>
      <dgm:spPr/>
      <dgm:t>
        <a:bodyPr/>
        <a:lstStyle/>
        <a:p>
          <a:endParaRPr lang="en-US"/>
        </a:p>
      </dgm:t>
    </dgm:pt>
    <dgm:pt modelId="{C51CA962-D06E-49D5-A6B6-F24F64339B2A}" type="sibTrans" cxnId="{1DC9C82E-FE64-4697-B297-A6FC88C77C33}">
      <dgm:prSet/>
      <dgm:spPr/>
      <dgm:t>
        <a:bodyPr/>
        <a:lstStyle/>
        <a:p>
          <a:endParaRPr lang="en-US"/>
        </a:p>
      </dgm:t>
    </dgm:pt>
    <dgm:pt modelId="{4EA06352-22DB-4BD7-81DA-2B3F7E6A00B4}">
      <dgm:prSet/>
      <dgm:spPr/>
      <dgm:t>
        <a:bodyPr/>
        <a:lstStyle/>
        <a:p>
          <a:r>
            <a:rPr lang="pt-PT"/>
            <a:t>3. Model Evaluation</a:t>
          </a:r>
          <a:endParaRPr lang="en-US"/>
        </a:p>
      </dgm:t>
    </dgm:pt>
    <dgm:pt modelId="{BB9E0575-FD01-4413-A394-BDFDD5BB14F1}" type="parTrans" cxnId="{A5BDB996-6AC6-4273-8636-7B5F17010D3A}">
      <dgm:prSet/>
      <dgm:spPr/>
      <dgm:t>
        <a:bodyPr/>
        <a:lstStyle/>
        <a:p>
          <a:endParaRPr lang="en-US"/>
        </a:p>
      </dgm:t>
    </dgm:pt>
    <dgm:pt modelId="{5F74B3A8-6527-4F16-84F8-ACE1206DA1B3}" type="sibTrans" cxnId="{A5BDB996-6AC6-4273-8636-7B5F17010D3A}">
      <dgm:prSet/>
      <dgm:spPr/>
      <dgm:t>
        <a:bodyPr/>
        <a:lstStyle/>
        <a:p>
          <a:endParaRPr lang="en-US"/>
        </a:p>
      </dgm:t>
    </dgm:pt>
    <dgm:pt modelId="{79905FF3-73C4-49DB-9ACB-A42364B67134}">
      <dgm:prSet/>
      <dgm:spPr/>
      <dgm:t>
        <a:bodyPr/>
        <a:lstStyle/>
        <a:p>
          <a:r>
            <a:rPr lang="pt-PT"/>
            <a:t>- Train baseline Linear Regression model on each imputed dataset</a:t>
          </a:r>
          <a:endParaRPr lang="en-US"/>
        </a:p>
      </dgm:t>
    </dgm:pt>
    <dgm:pt modelId="{52593A71-6F15-480A-A69F-D43DE836B7A1}" type="parTrans" cxnId="{F233B5AC-EBF6-4B73-BA3A-8903C2726025}">
      <dgm:prSet/>
      <dgm:spPr/>
      <dgm:t>
        <a:bodyPr/>
        <a:lstStyle/>
        <a:p>
          <a:endParaRPr lang="en-US"/>
        </a:p>
      </dgm:t>
    </dgm:pt>
    <dgm:pt modelId="{C0D9846C-1BEE-4306-85EC-E0F80FDCDCE1}" type="sibTrans" cxnId="{F233B5AC-EBF6-4B73-BA3A-8903C2726025}">
      <dgm:prSet/>
      <dgm:spPr/>
      <dgm:t>
        <a:bodyPr/>
        <a:lstStyle/>
        <a:p>
          <a:endParaRPr lang="en-US"/>
        </a:p>
      </dgm:t>
    </dgm:pt>
    <dgm:pt modelId="{57794D1D-87D3-4109-B323-9F788E79E761}">
      <dgm:prSet/>
      <dgm:spPr/>
      <dgm:t>
        <a:bodyPr/>
        <a:lstStyle/>
        <a:p>
          <a:r>
            <a:rPr lang="pt-PT"/>
            <a:t>- Evaluate using both train/test split and cross-validation approaches</a:t>
          </a:r>
          <a:endParaRPr lang="en-US"/>
        </a:p>
      </dgm:t>
    </dgm:pt>
    <dgm:pt modelId="{956C5C30-E866-4B97-BE4C-AC185FFBCC31}" type="parTrans" cxnId="{EFF1CC2C-F5A3-420A-AE4B-B80C665D344F}">
      <dgm:prSet/>
      <dgm:spPr/>
      <dgm:t>
        <a:bodyPr/>
        <a:lstStyle/>
        <a:p>
          <a:endParaRPr lang="en-US"/>
        </a:p>
      </dgm:t>
    </dgm:pt>
    <dgm:pt modelId="{076AF887-B689-4F06-8EF4-CA03BA365EC5}" type="sibTrans" cxnId="{EFF1CC2C-F5A3-420A-AE4B-B80C665D344F}">
      <dgm:prSet/>
      <dgm:spPr/>
      <dgm:t>
        <a:bodyPr/>
        <a:lstStyle/>
        <a:p>
          <a:endParaRPr lang="en-US"/>
        </a:p>
      </dgm:t>
    </dgm:pt>
    <dgm:pt modelId="{083BB109-9EF4-4B2A-85E8-14FDF9013C12}">
      <dgm:prSet/>
      <dgm:spPr/>
      <dgm:t>
        <a:bodyPr/>
        <a:lstStyle/>
        <a:p>
          <a:r>
            <a:rPr lang="pt-PT"/>
            <a:t>- Compare performance using cMSE (Censored Mean Squared Error)</a:t>
          </a:r>
          <a:endParaRPr lang="en-US"/>
        </a:p>
      </dgm:t>
    </dgm:pt>
    <dgm:pt modelId="{B4A07D06-E400-4B36-8E24-11AE1090C110}" type="parTrans" cxnId="{6C256DE0-2AA9-42E6-9436-EEC3DC6121DF}">
      <dgm:prSet/>
      <dgm:spPr/>
      <dgm:t>
        <a:bodyPr/>
        <a:lstStyle/>
        <a:p>
          <a:endParaRPr lang="en-US"/>
        </a:p>
      </dgm:t>
    </dgm:pt>
    <dgm:pt modelId="{07E6BAB6-C51C-42D4-AEED-34A9F109D02D}" type="sibTrans" cxnId="{6C256DE0-2AA9-42E6-9436-EEC3DC6121DF}">
      <dgm:prSet/>
      <dgm:spPr/>
      <dgm:t>
        <a:bodyPr/>
        <a:lstStyle/>
        <a:p>
          <a:endParaRPr lang="en-US"/>
        </a:p>
      </dgm:t>
    </dgm:pt>
    <dgm:pt modelId="{C12CFA83-1EA3-4285-A8B5-DDECEBCC8932}">
      <dgm:prSet/>
      <dgm:spPr/>
      <dgm:t>
        <a:bodyPr/>
        <a:lstStyle/>
        <a:p>
          <a:r>
            <a:rPr lang="pt-PT"/>
            <a:t>- Test with KNN Regression model for comparison</a:t>
          </a:r>
          <a:endParaRPr lang="en-US"/>
        </a:p>
      </dgm:t>
    </dgm:pt>
    <dgm:pt modelId="{E701AAC8-344D-4878-9A52-DBD30335A798}" type="parTrans" cxnId="{2C5B2AA0-F4C1-4228-9806-0C47B37A7CB0}">
      <dgm:prSet/>
      <dgm:spPr/>
      <dgm:t>
        <a:bodyPr/>
        <a:lstStyle/>
        <a:p>
          <a:endParaRPr lang="en-US"/>
        </a:p>
      </dgm:t>
    </dgm:pt>
    <dgm:pt modelId="{E8C532D9-E500-4E07-A041-9EA614B660FB}" type="sibTrans" cxnId="{2C5B2AA0-F4C1-4228-9806-0C47B37A7CB0}">
      <dgm:prSet/>
      <dgm:spPr/>
      <dgm:t>
        <a:bodyPr/>
        <a:lstStyle/>
        <a:p>
          <a:endParaRPr lang="en-US"/>
        </a:p>
      </dgm:t>
    </dgm:pt>
    <dgm:pt modelId="{A519F75E-DC73-4998-9668-5FF96BC8CA5A}" type="pres">
      <dgm:prSet presAssocID="{6FCAD634-4B69-4BC2-8C9F-DACC6AFCE68C}" presName="vert0" presStyleCnt="0">
        <dgm:presLayoutVars>
          <dgm:dir/>
          <dgm:animOne val="branch"/>
          <dgm:animLvl val="lvl"/>
        </dgm:presLayoutVars>
      </dgm:prSet>
      <dgm:spPr/>
    </dgm:pt>
    <dgm:pt modelId="{9F6E897A-6E4A-48FC-A0D8-1CED9A730F34}" type="pres">
      <dgm:prSet presAssocID="{3E2D213F-E3F6-4FB8-9E01-C0C450F1B131}" presName="thickLine" presStyleLbl="alignNode1" presStyleIdx="0" presStyleCnt="3"/>
      <dgm:spPr/>
    </dgm:pt>
    <dgm:pt modelId="{D070C45B-9593-46E7-9683-AAA0D791A335}" type="pres">
      <dgm:prSet presAssocID="{3E2D213F-E3F6-4FB8-9E01-C0C450F1B131}" presName="horz1" presStyleCnt="0"/>
      <dgm:spPr/>
    </dgm:pt>
    <dgm:pt modelId="{212DA1FB-9497-4C4D-97C2-E967FB7FF414}" type="pres">
      <dgm:prSet presAssocID="{3E2D213F-E3F6-4FB8-9E01-C0C450F1B131}" presName="tx1" presStyleLbl="revTx" presStyleIdx="0" presStyleCnt="13"/>
      <dgm:spPr/>
    </dgm:pt>
    <dgm:pt modelId="{004A1C7C-725B-40EC-9F15-F055B91437A5}" type="pres">
      <dgm:prSet presAssocID="{3E2D213F-E3F6-4FB8-9E01-C0C450F1B131}" presName="vert1" presStyleCnt="0"/>
      <dgm:spPr/>
    </dgm:pt>
    <dgm:pt modelId="{98AB4E87-1B0D-4FB8-81D4-D49067045925}" type="pres">
      <dgm:prSet presAssocID="{AA15DA94-4376-4EDE-A5A9-6345B6D2FB9E}" presName="vertSpace2a" presStyleCnt="0"/>
      <dgm:spPr/>
    </dgm:pt>
    <dgm:pt modelId="{9E8091D8-5E3D-4877-8E5D-B37A0FF3696E}" type="pres">
      <dgm:prSet presAssocID="{AA15DA94-4376-4EDE-A5A9-6345B6D2FB9E}" presName="horz2" presStyleCnt="0"/>
      <dgm:spPr/>
    </dgm:pt>
    <dgm:pt modelId="{A91FA5D0-4AAF-4158-91B9-42C3EA43D41F}" type="pres">
      <dgm:prSet presAssocID="{AA15DA94-4376-4EDE-A5A9-6345B6D2FB9E}" presName="horzSpace2" presStyleCnt="0"/>
      <dgm:spPr/>
    </dgm:pt>
    <dgm:pt modelId="{1DBF83B1-F240-4DA1-98BF-CAB88A89C527}" type="pres">
      <dgm:prSet presAssocID="{AA15DA94-4376-4EDE-A5A9-6345B6D2FB9E}" presName="tx2" presStyleLbl="revTx" presStyleIdx="1" presStyleCnt="13"/>
      <dgm:spPr/>
    </dgm:pt>
    <dgm:pt modelId="{D84EC80B-B6B6-4D39-9B9F-C37200BC0A86}" type="pres">
      <dgm:prSet presAssocID="{AA15DA94-4376-4EDE-A5A9-6345B6D2FB9E}" presName="vert2" presStyleCnt="0"/>
      <dgm:spPr/>
    </dgm:pt>
    <dgm:pt modelId="{23B54297-6D5E-4873-A403-4C540D074EA3}" type="pres">
      <dgm:prSet presAssocID="{AA15DA94-4376-4EDE-A5A9-6345B6D2FB9E}" presName="thinLine2b" presStyleLbl="callout" presStyleIdx="0" presStyleCnt="10"/>
      <dgm:spPr/>
    </dgm:pt>
    <dgm:pt modelId="{B791E8B2-E9AD-44D8-8B52-2F83273BDAB8}" type="pres">
      <dgm:prSet presAssocID="{AA15DA94-4376-4EDE-A5A9-6345B6D2FB9E}" presName="vertSpace2b" presStyleCnt="0"/>
      <dgm:spPr/>
    </dgm:pt>
    <dgm:pt modelId="{549267A2-ACE2-4166-8702-092C43C03299}" type="pres">
      <dgm:prSet presAssocID="{EBA12DE1-F32E-4E1C-B7C6-1E45196AAC8C}" presName="horz2" presStyleCnt="0"/>
      <dgm:spPr/>
    </dgm:pt>
    <dgm:pt modelId="{45A4ECEB-B128-42EB-9781-9ACE98ACE3A8}" type="pres">
      <dgm:prSet presAssocID="{EBA12DE1-F32E-4E1C-B7C6-1E45196AAC8C}" presName="horzSpace2" presStyleCnt="0"/>
      <dgm:spPr/>
    </dgm:pt>
    <dgm:pt modelId="{6A1FC106-5161-495C-A143-825E55DBBB4D}" type="pres">
      <dgm:prSet presAssocID="{EBA12DE1-F32E-4E1C-B7C6-1E45196AAC8C}" presName="tx2" presStyleLbl="revTx" presStyleIdx="2" presStyleCnt="13"/>
      <dgm:spPr/>
    </dgm:pt>
    <dgm:pt modelId="{7AF47A7C-86F8-422C-B3FD-8BCD2CD64211}" type="pres">
      <dgm:prSet presAssocID="{EBA12DE1-F32E-4E1C-B7C6-1E45196AAC8C}" presName="vert2" presStyleCnt="0"/>
      <dgm:spPr/>
    </dgm:pt>
    <dgm:pt modelId="{5A94E8F2-AF71-41A6-83E2-CCBC9677CF20}" type="pres">
      <dgm:prSet presAssocID="{EBA12DE1-F32E-4E1C-B7C6-1E45196AAC8C}" presName="thinLine2b" presStyleLbl="callout" presStyleIdx="1" presStyleCnt="10"/>
      <dgm:spPr/>
    </dgm:pt>
    <dgm:pt modelId="{C27C0FA8-337C-4F1C-BE23-35152FB512AF}" type="pres">
      <dgm:prSet presAssocID="{EBA12DE1-F32E-4E1C-B7C6-1E45196AAC8C}" presName="vertSpace2b" presStyleCnt="0"/>
      <dgm:spPr/>
    </dgm:pt>
    <dgm:pt modelId="{BDB5CE44-81AB-4095-B2F4-A97C7EEF3BC3}" type="pres">
      <dgm:prSet presAssocID="{ECB0F062-DEEC-4B2B-A51B-0EC3E2519CB3}" presName="horz2" presStyleCnt="0"/>
      <dgm:spPr/>
    </dgm:pt>
    <dgm:pt modelId="{04967189-DE84-4F30-B87D-01F3518FABE1}" type="pres">
      <dgm:prSet presAssocID="{ECB0F062-DEEC-4B2B-A51B-0EC3E2519CB3}" presName="horzSpace2" presStyleCnt="0"/>
      <dgm:spPr/>
    </dgm:pt>
    <dgm:pt modelId="{B3393928-F1BF-4E88-9A4F-02253C666191}" type="pres">
      <dgm:prSet presAssocID="{ECB0F062-DEEC-4B2B-A51B-0EC3E2519CB3}" presName="tx2" presStyleLbl="revTx" presStyleIdx="3" presStyleCnt="13"/>
      <dgm:spPr/>
    </dgm:pt>
    <dgm:pt modelId="{D6FE962F-E3B1-4E5A-B4A1-9A3267BC4314}" type="pres">
      <dgm:prSet presAssocID="{ECB0F062-DEEC-4B2B-A51B-0EC3E2519CB3}" presName="vert2" presStyleCnt="0"/>
      <dgm:spPr/>
    </dgm:pt>
    <dgm:pt modelId="{17E04FBC-74A8-4A7D-98B9-D007CF028917}" type="pres">
      <dgm:prSet presAssocID="{ECB0F062-DEEC-4B2B-A51B-0EC3E2519CB3}" presName="thinLine2b" presStyleLbl="callout" presStyleIdx="2" presStyleCnt="10"/>
      <dgm:spPr/>
    </dgm:pt>
    <dgm:pt modelId="{809AD65B-9E73-4F88-8A23-11C4688339F7}" type="pres">
      <dgm:prSet presAssocID="{ECB0F062-DEEC-4B2B-A51B-0EC3E2519CB3}" presName="vertSpace2b" presStyleCnt="0"/>
      <dgm:spPr/>
    </dgm:pt>
    <dgm:pt modelId="{7A4F8164-17D6-4ADC-A169-63363AB6CA17}" type="pres">
      <dgm:prSet presAssocID="{43B76ED6-F9BD-480D-88CB-A74AF151AEC5}" presName="thickLine" presStyleLbl="alignNode1" presStyleIdx="1" presStyleCnt="3"/>
      <dgm:spPr/>
    </dgm:pt>
    <dgm:pt modelId="{592978C8-F021-45AE-BD06-683B84FA978D}" type="pres">
      <dgm:prSet presAssocID="{43B76ED6-F9BD-480D-88CB-A74AF151AEC5}" presName="horz1" presStyleCnt="0"/>
      <dgm:spPr/>
    </dgm:pt>
    <dgm:pt modelId="{36B5A8BA-D65D-4A68-BDB2-01A53C0A6F69}" type="pres">
      <dgm:prSet presAssocID="{43B76ED6-F9BD-480D-88CB-A74AF151AEC5}" presName="tx1" presStyleLbl="revTx" presStyleIdx="4" presStyleCnt="13"/>
      <dgm:spPr/>
    </dgm:pt>
    <dgm:pt modelId="{D26AEF54-7DCD-4D8D-827D-F3AF4EC22F12}" type="pres">
      <dgm:prSet presAssocID="{43B76ED6-F9BD-480D-88CB-A74AF151AEC5}" presName="vert1" presStyleCnt="0"/>
      <dgm:spPr/>
    </dgm:pt>
    <dgm:pt modelId="{56FA14C7-735C-43E4-B6E2-9959CD2B2A07}" type="pres">
      <dgm:prSet presAssocID="{FA9DC819-FEE7-40E1-88D9-B93F0790935A}" presName="vertSpace2a" presStyleCnt="0"/>
      <dgm:spPr/>
    </dgm:pt>
    <dgm:pt modelId="{308670FF-EB2E-4B5A-9535-BAF63B051385}" type="pres">
      <dgm:prSet presAssocID="{FA9DC819-FEE7-40E1-88D9-B93F0790935A}" presName="horz2" presStyleCnt="0"/>
      <dgm:spPr/>
    </dgm:pt>
    <dgm:pt modelId="{647A421B-0817-4160-9B30-BE46F9728BFD}" type="pres">
      <dgm:prSet presAssocID="{FA9DC819-FEE7-40E1-88D9-B93F0790935A}" presName="horzSpace2" presStyleCnt="0"/>
      <dgm:spPr/>
    </dgm:pt>
    <dgm:pt modelId="{3EECA7BC-2EB1-45E2-A2B3-BBAC49207B3D}" type="pres">
      <dgm:prSet presAssocID="{FA9DC819-FEE7-40E1-88D9-B93F0790935A}" presName="tx2" presStyleLbl="revTx" presStyleIdx="5" presStyleCnt="13"/>
      <dgm:spPr/>
    </dgm:pt>
    <dgm:pt modelId="{0C0DF0FC-EEED-4D46-B001-D3F90B7D1252}" type="pres">
      <dgm:prSet presAssocID="{FA9DC819-FEE7-40E1-88D9-B93F0790935A}" presName="vert2" presStyleCnt="0"/>
      <dgm:spPr/>
    </dgm:pt>
    <dgm:pt modelId="{2D488E23-907F-4535-99FC-0206BDD304F3}" type="pres">
      <dgm:prSet presAssocID="{FA9DC819-FEE7-40E1-88D9-B93F0790935A}" presName="thinLine2b" presStyleLbl="callout" presStyleIdx="3" presStyleCnt="10"/>
      <dgm:spPr/>
    </dgm:pt>
    <dgm:pt modelId="{072B755E-A2DC-4728-82AF-82FB1DCA21A7}" type="pres">
      <dgm:prSet presAssocID="{FA9DC819-FEE7-40E1-88D9-B93F0790935A}" presName="vertSpace2b" presStyleCnt="0"/>
      <dgm:spPr/>
    </dgm:pt>
    <dgm:pt modelId="{BFE90E61-3946-45D4-AA79-ED6DF7B80166}" type="pres">
      <dgm:prSet presAssocID="{8CC9E8DF-1DF2-4601-BB57-ECE6C2B3B956}" presName="horz2" presStyleCnt="0"/>
      <dgm:spPr/>
    </dgm:pt>
    <dgm:pt modelId="{B6BDCCD3-4778-48DB-8402-41ED35880034}" type="pres">
      <dgm:prSet presAssocID="{8CC9E8DF-1DF2-4601-BB57-ECE6C2B3B956}" presName="horzSpace2" presStyleCnt="0"/>
      <dgm:spPr/>
    </dgm:pt>
    <dgm:pt modelId="{28FCD878-8CB3-412B-893A-BF3DF01EE9BF}" type="pres">
      <dgm:prSet presAssocID="{8CC9E8DF-1DF2-4601-BB57-ECE6C2B3B956}" presName="tx2" presStyleLbl="revTx" presStyleIdx="6" presStyleCnt="13"/>
      <dgm:spPr/>
    </dgm:pt>
    <dgm:pt modelId="{7F16BC53-FB92-4441-AB07-D9374DB31D4B}" type="pres">
      <dgm:prSet presAssocID="{8CC9E8DF-1DF2-4601-BB57-ECE6C2B3B956}" presName="vert2" presStyleCnt="0"/>
      <dgm:spPr/>
    </dgm:pt>
    <dgm:pt modelId="{54B3608B-D04E-49DA-A8F6-4E3BE756A132}" type="pres">
      <dgm:prSet presAssocID="{8CC9E8DF-1DF2-4601-BB57-ECE6C2B3B956}" presName="thinLine2b" presStyleLbl="callout" presStyleIdx="4" presStyleCnt="10"/>
      <dgm:spPr/>
    </dgm:pt>
    <dgm:pt modelId="{EA0B264A-1461-4682-9BE0-1DD738FB45FB}" type="pres">
      <dgm:prSet presAssocID="{8CC9E8DF-1DF2-4601-BB57-ECE6C2B3B956}" presName="vertSpace2b" presStyleCnt="0"/>
      <dgm:spPr/>
    </dgm:pt>
    <dgm:pt modelId="{5B0916E9-8771-4F32-92F3-EFC371A962F3}" type="pres">
      <dgm:prSet presAssocID="{93F2D19E-AF1C-42D0-B7EF-A3D03686D59C}" presName="horz2" presStyleCnt="0"/>
      <dgm:spPr/>
    </dgm:pt>
    <dgm:pt modelId="{B0687239-1162-4012-B49D-635DF6FBACF5}" type="pres">
      <dgm:prSet presAssocID="{93F2D19E-AF1C-42D0-B7EF-A3D03686D59C}" presName="horzSpace2" presStyleCnt="0"/>
      <dgm:spPr/>
    </dgm:pt>
    <dgm:pt modelId="{5FA6EC58-797B-42DD-A51E-EEBDBB2F2303}" type="pres">
      <dgm:prSet presAssocID="{93F2D19E-AF1C-42D0-B7EF-A3D03686D59C}" presName="tx2" presStyleLbl="revTx" presStyleIdx="7" presStyleCnt="13"/>
      <dgm:spPr/>
    </dgm:pt>
    <dgm:pt modelId="{FC2BBD07-7AB1-4EB2-9DBC-D00190DC2366}" type="pres">
      <dgm:prSet presAssocID="{93F2D19E-AF1C-42D0-B7EF-A3D03686D59C}" presName="vert2" presStyleCnt="0"/>
      <dgm:spPr/>
    </dgm:pt>
    <dgm:pt modelId="{541E130F-4F0B-483D-A445-394F2854D620}" type="pres">
      <dgm:prSet presAssocID="{93F2D19E-AF1C-42D0-B7EF-A3D03686D59C}" presName="thinLine2b" presStyleLbl="callout" presStyleIdx="5" presStyleCnt="10"/>
      <dgm:spPr/>
    </dgm:pt>
    <dgm:pt modelId="{8416DE6B-7A40-4EF5-BDEC-0B30FF236B6D}" type="pres">
      <dgm:prSet presAssocID="{93F2D19E-AF1C-42D0-B7EF-A3D03686D59C}" presName="vertSpace2b" presStyleCnt="0"/>
      <dgm:spPr/>
    </dgm:pt>
    <dgm:pt modelId="{9C316B34-4C1E-44D5-90BB-0344790758D6}" type="pres">
      <dgm:prSet presAssocID="{4EA06352-22DB-4BD7-81DA-2B3F7E6A00B4}" presName="thickLine" presStyleLbl="alignNode1" presStyleIdx="2" presStyleCnt="3"/>
      <dgm:spPr/>
    </dgm:pt>
    <dgm:pt modelId="{1EFA498C-A688-4320-9A50-A493979E6B49}" type="pres">
      <dgm:prSet presAssocID="{4EA06352-22DB-4BD7-81DA-2B3F7E6A00B4}" presName="horz1" presStyleCnt="0"/>
      <dgm:spPr/>
    </dgm:pt>
    <dgm:pt modelId="{E6F75E16-2E8B-4EB0-85E5-F681CF9A3B64}" type="pres">
      <dgm:prSet presAssocID="{4EA06352-22DB-4BD7-81DA-2B3F7E6A00B4}" presName="tx1" presStyleLbl="revTx" presStyleIdx="8" presStyleCnt="13"/>
      <dgm:spPr/>
    </dgm:pt>
    <dgm:pt modelId="{4A8112F7-B8C2-42A8-B1D7-735017959244}" type="pres">
      <dgm:prSet presAssocID="{4EA06352-22DB-4BD7-81DA-2B3F7E6A00B4}" presName="vert1" presStyleCnt="0"/>
      <dgm:spPr/>
    </dgm:pt>
    <dgm:pt modelId="{29E32090-F7DA-4387-AFB2-D0DAE5031124}" type="pres">
      <dgm:prSet presAssocID="{79905FF3-73C4-49DB-9ACB-A42364B67134}" presName="vertSpace2a" presStyleCnt="0"/>
      <dgm:spPr/>
    </dgm:pt>
    <dgm:pt modelId="{B6982976-1A76-4842-9E55-6F9C3F1EC32D}" type="pres">
      <dgm:prSet presAssocID="{79905FF3-73C4-49DB-9ACB-A42364B67134}" presName="horz2" presStyleCnt="0"/>
      <dgm:spPr/>
    </dgm:pt>
    <dgm:pt modelId="{A80ADFD6-0EFB-4D90-889A-4EEC6BB1ACAF}" type="pres">
      <dgm:prSet presAssocID="{79905FF3-73C4-49DB-9ACB-A42364B67134}" presName="horzSpace2" presStyleCnt="0"/>
      <dgm:spPr/>
    </dgm:pt>
    <dgm:pt modelId="{AE92B10D-88F6-4F6D-B5C9-DE2300F7A36B}" type="pres">
      <dgm:prSet presAssocID="{79905FF3-73C4-49DB-9ACB-A42364B67134}" presName="tx2" presStyleLbl="revTx" presStyleIdx="9" presStyleCnt="13"/>
      <dgm:spPr/>
    </dgm:pt>
    <dgm:pt modelId="{EF8FD891-4FE6-4839-BD1D-9AE0B4B6A831}" type="pres">
      <dgm:prSet presAssocID="{79905FF3-73C4-49DB-9ACB-A42364B67134}" presName="vert2" presStyleCnt="0"/>
      <dgm:spPr/>
    </dgm:pt>
    <dgm:pt modelId="{6851BF19-073C-47AA-8D90-789C283967B2}" type="pres">
      <dgm:prSet presAssocID="{79905FF3-73C4-49DB-9ACB-A42364B67134}" presName="thinLine2b" presStyleLbl="callout" presStyleIdx="6" presStyleCnt="10"/>
      <dgm:spPr/>
    </dgm:pt>
    <dgm:pt modelId="{68D04589-4978-4910-9F7E-D150744D683B}" type="pres">
      <dgm:prSet presAssocID="{79905FF3-73C4-49DB-9ACB-A42364B67134}" presName="vertSpace2b" presStyleCnt="0"/>
      <dgm:spPr/>
    </dgm:pt>
    <dgm:pt modelId="{1A88CE1C-DA35-4471-9BE2-52803D104588}" type="pres">
      <dgm:prSet presAssocID="{57794D1D-87D3-4109-B323-9F788E79E761}" presName="horz2" presStyleCnt="0"/>
      <dgm:spPr/>
    </dgm:pt>
    <dgm:pt modelId="{95853388-072F-4BAF-B98B-55DA04F845DB}" type="pres">
      <dgm:prSet presAssocID="{57794D1D-87D3-4109-B323-9F788E79E761}" presName="horzSpace2" presStyleCnt="0"/>
      <dgm:spPr/>
    </dgm:pt>
    <dgm:pt modelId="{FFF8F218-5B56-46CC-B72B-6AD0C287DA1A}" type="pres">
      <dgm:prSet presAssocID="{57794D1D-87D3-4109-B323-9F788E79E761}" presName="tx2" presStyleLbl="revTx" presStyleIdx="10" presStyleCnt="13"/>
      <dgm:spPr/>
    </dgm:pt>
    <dgm:pt modelId="{43DDC20D-1D27-4466-930A-4BF120CBC3DA}" type="pres">
      <dgm:prSet presAssocID="{57794D1D-87D3-4109-B323-9F788E79E761}" presName="vert2" presStyleCnt="0"/>
      <dgm:spPr/>
    </dgm:pt>
    <dgm:pt modelId="{9670E561-9038-450C-8748-44178B1AD60D}" type="pres">
      <dgm:prSet presAssocID="{57794D1D-87D3-4109-B323-9F788E79E761}" presName="thinLine2b" presStyleLbl="callout" presStyleIdx="7" presStyleCnt="10"/>
      <dgm:spPr/>
    </dgm:pt>
    <dgm:pt modelId="{806438F5-86A5-406A-BF1B-C1E5F38AD601}" type="pres">
      <dgm:prSet presAssocID="{57794D1D-87D3-4109-B323-9F788E79E761}" presName="vertSpace2b" presStyleCnt="0"/>
      <dgm:spPr/>
    </dgm:pt>
    <dgm:pt modelId="{05B17F51-9609-4818-8886-854A08DBF035}" type="pres">
      <dgm:prSet presAssocID="{083BB109-9EF4-4B2A-85E8-14FDF9013C12}" presName="horz2" presStyleCnt="0"/>
      <dgm:spPr/>
    </dgm:pt>
    <dgm:pt modelId="{ACBD5CBD-F4D3-4DA3-8E80-FEA294FEE704}" type="pres">
      <dgm:prSet presAssocID="{083BB109-9EF4-4B2A-85E8-14FDF9013C12}" presName="horzSpace2" presStyleCnt="0"/>
      <dgm:spPr/>
    </dgm:pt>
    <dgm:pt modelId="{9610CFB4-6B7E-471F-B34C-BB93BEEDBD85}" type="pres">
      <dgm:prSet presAssocID="{083BB109-9EF4-4B2A-85E8-14FDF9013C12}" presName="tx2" presStyleLbl="revTx" presStyleIdx="11" presStyleCnt="13"/>
      <dgm:spPr/>
    </dgm:pt>
    <dgm:pt modelId="{B18886A3-4760-434F-A2B3-78B997EDF84D}" type="pres">
      <dgm:prSet presAssocID="{083BB109-9EF4-4B2A-85E8-14FDF9013C12}" presName="vert2" presStyleCnt="0"/>
      <dgm:spPr/>
    </dgm:pt>
    <dgm:pt modelId="{4A512112-3FAB-4DAB-BE9B-3EF2A5A04A01}" type="pres">
      <dgm:prSet presAssocID="{083BB109-9EF4-4B2A-85E8-14FDF9013C12}" presName="thinLine2b" presStyleLbl="callout" presStyleIdx="8" presStyleCnt="10"/>
      <dgm:spPr/>
    </dgm:pt>
    <dgm:pt modelId="{89EA3B8C-E514-4FBF-BB95-9973E7DC638A}" type="pres">
      <dgm:prSet presAssocID="{083BB109-9EF4-4B2A-85E8-14FDF9013C12}" presName="vertSpace2b" presStyleCnt="0"/>
      <dgm:spPr/>
    </dgm:pt>
    <dgm:pt modelId="{9204E036-4212-40E3-A80D-1A18D000525B}" type="pres">
      <dgm:prSet presAssocID="{C12CFA83-1EA3-4285-A8B5-DDECEBCC8932}" presName="horz2" presStyleCnt="0"/>
      <dgm:spPr/>
    </dgm:pt>
    <dgm:pt modelId="{80DFE7AE-CA5F-42EE-8873-914E924C8463}" type="pres">
      <dgm:prSet presAssocID="{C12CFA83-1EA3-4285-A8B5-DDECEBCC8932}" presName="horzSpace2" presStyleCnt="0"/>
      <dgm:spPr/>
    </dgm:pt>
    <dgm:pt modelId="{6D4FAE74-CD52-437F-9712-CABD8D53CA27}" type="pres">
      <dgm:prSet presAssocID="{C12CFA83-1EA3-4285-A8B5-DDECEBCC8932}" presName="tx2" presStyleLbl="revTx" presStyleIdx="12" presStyleCnt="13"/>
      <dgm:spPr/>
    </dgm:pt>
    <dgm:pt modelId="{609DEB0F-BA67-4E4C-9F33-B499B42B3A5D}" type="pres">
      <dgm:prSet presAssocID="{C12CFA83-1EA3-4285-A8B5-DDECEBCC8932}" presName="vert2" presStyleCnt="0"/>
      <dgm:spPr/>
    </dgm:pt>
    <dgm:pt modelId="{12DFB566-F227-47D0-861E-F198F3FDA56F}" type="pres">
      <dgm:prSet presAssocID="{C12CFA83-1EA3-4285-A8B5-DDECEBCC8932}" presName="thinLine2b" presStyleLbl="callout" presStyleIdx="9" presStyleCnt="10"/>
      <dgm:spPr/>
    </dgm:pt>
    <dgm:pt modelId="{8F8FA19B-DA5E-4CFA-9E81-60EA96323D9E}" type="pres">
      <dgm:prSet presAssocID="{C12CFA83-1EA3-4285-A8B5-DDECEBCC8932}" presName="vertSpace2b" presStyleCnt="0"/>
      <dgm:spPr/>
    </dgm:pt>
  </dgm:ptLst>
  <dgm:cxnLst>
    <dgm:cxn modelId="{CDC6E90A-159E-4763-A16B-2BB6A0F5C529}" srcId="{3E2D213F-E3F6-4FB8-9E01-C0C450F1B131}" destId="{EBA12DE1-F32E-4E1C-B7C6-1E45196AAC8C}" srcOrd="1" destOrd="0" parTransId="{498508F5-5778-4C3C-8F86-8D290F7D2ED8}" sibTransId="{666241D1-04C6-4385-A388-A7E2324BA2F8}"/>
    <dgm:cxn modelId="{AE43850F-6C24-4E3A-A902-E541925E7B58}" srcId="{43B76ED6-F9BD-480D-88CB-A74AF151AEC5}" destId="{FA9DC819-FEE7-40E1-88D9-B93F0790935A}" srcOrd="0" destOrd="0" parTransId="{C2044965-9336-4C84-8B2E-B2E0BF74FAC8}" sibTransId="{95859F41-EC81-4720-8F64-4F377C5ECC7E}"/>
    <dgm:cxn modelId="{BCF3411A-1843-4839-A9A2-8DED1351C12B}" type="presOf" srcId="{3E2D213F-E3F6-4FB8-9E01-C0C450F1B131}" destId="{212DA1FB-9497-4C4D-97C2-E967FB7FF414}" srcOrd="0" destOrd="0" presId="urn:microsoft.com/office/officeart/2008/layout/LinedList"/>
    <dgm:cxn modelId="{5F60281C-0A72-4627-A9C0-1B1BF578724E}" type="presOf" srcId="{79905FF3-73C4-49DB-9ACB-A42364B67134}" destId="{AE92B10D-88F6-4F6D-B5C9-DE2300F7A36B}" srcOrd="0" destOrd="0" presId="urn:microsoft.com/office/officeart/2008/layout/LinedList"/>
    <dgm:cxn modelId="{EFF1CC2C-F5A3-420A-AE4B-B80C665D344F}" srcId="{4EA06352-22DB-4BD7-81DA-2B3F7E6A00B4}" destId="{57794D1D-87D3-4109-B323-9F788E79E761}" srcOrd="1" destOrd="0" parTransId="{956C5C30-E866-4B97-BE4C-AC185FFBCC31}" sibTransId="{076AF887-B689-4F06-8EF4-CA03BA365EC5}"/>
    <dgm:cxn modelId="{1DC9C82E-FE64-4697-B297-A6FC88C77C33}" srcId="{43B76ED6-F9BD-480D-88CB-A74AF151AEC5}" destId="{93F2D19E-AF1C-42D0-B7EF-A3D03686D59C}" srcOrd="2" destOrd="0" parTransId="{CB3BE838-7D9D-414F-8F91-AF54D7C122B2}" sibTransId="{C51CA962-D06E-49D5-A6B6-F24F64339B2A}"/>
    <dgm:cxn modelId="{2DCAAC3C-E8EB-4AF2-9529-5A58569BFC8E}" type="presOf" srcId="{6FCAD634-4B69-4BC2-8C9F-DACC6AFCE68C}" destId="{A519F75E-DC73-4998-9668-5FF96BC8CA5A}" srcOrd="0" destOrd="0" presId="urn:microsoft.com/office/officeart/2008/layout/LinedList"/>
    <dgm:cxn modelId="{ED0B9D5B-B6DA-43DD-A146-A1DE3D2F46CC}" type="presOf" srcId="{AA15DA94-4376-4EDE-A5A9-6345B6D2FB9E}" destId="{1DBF83B1-F240-4DA1-98BF-CAB88A89C527}" srcOrd="0" destOrd="0" presId="urn:microsoft.com/office/officeart/2008/layout/LinedList"/>
    <dgm:cxn modelId="{C723CA5B-89E7-4309-B505-F9B426D71568}" type="presOf" srcId="{C12CFA83-1EA3-4285-A8B5-DDECEBCC8932}" destId="{6D4FAE74-CD52-437F-9712-CABD8D53CA27}" srcOrd="0" destOrd="0" presId="urn:microsoft.com/office/officeart/2008/layout/LinedList"/>
    <dgm:cxn modelId="{A18C5761-7BF1-4F5C-8D40-19F2609DC252}" type="presOf" srcId="{083BB109-9EF4-4B2A-85E8-14FDF9013C12}" destId="{9610CFB4-6B7E-471F-B34C-BB93BEEDBD85}" srcOrd="0" destOrd="0" presId="urn:microsoft.com/office/officeart/2008/layout/LinedList"/>
    <dgm:cxn modelId="{7C8AD646-148F-440B-A363-B72BED01BE8D}" srcId="{3E2D213F-E3F6-4FB8-9E01-C0C450F1B131}" destId="{AA15DA94-4376-4EDE-A5A9-6345B6D2FB9E}" srcOrd="0" destOrd="0" parTransId="{EAAD7761-5F0F-412D-8FEE-16361FB3B7CC}" sibTransId="{296C883D-A3CC-49DD-A8CD-73E0C0C77E24}"/>
    <dgm:cxn modelId="{04FE0374-FF72-4169-8575-EB9854FE580E}" type="presOf" srcId="{4EA06352-22DB-4BD7-81DA-2B3F7E6A00B4}" destId="{E6F75E16-2E8B-4EB0-85E5-F681CF9A3B64}" srcOrd="0" destOrd="0" presId="urn:microsoft.com/office/officeart/2008/layout/LinedList"/>
    <dgm:cxn modelId="{9BB69F76-ACD5-4AD2-9DB2-4A8E04878D3D}" type="presOf" srcId="{57794D1D-87D3-4109-B323-9F788E79E761}" destId="{FFF8F218-5B56-46CC-B72B-6AD0C287DA1A}" srcOrd="0" destOrd="0" presId="urn:microsoft.com/office/officeart/2008/layout/LinedList"/>
    <dgm:cxn modelId="{07F13786-EA65-4D96-850D-F2C003EEF009}" srcId="{6FCAD634-4B69-4BC2-8C9F-DACC6AFCE68C}" destId="{43B76ED6-F9BD-480D-88CB-A74AF151AEC5}" srcOrd="1" destOrd="0" parTransId="{10263013-345B-4AB6-9F93-A292CC9558FE}" sibTransId="{C938761F-426C-46FA-AB3D-54F95F8963B7}"/>
    <dgm:cxn modelId="{29A7DD8F-40C1-434D-9790-7C2F7AB6AAE1}" type="presOf" srcId="{93F2D19E-AF1C-42D0-B7EF-A3D03686D59C}" destId="{5FA6EC58-797B-42DD-A51E-EEBDBB2F2303}" srcOrd="0" destOrd="0" presId="urn:microsoft.com/office/officeart/2008/layout/LinedList"/>
    <dgm:cxn modelId="{A5BDB996-6AC6-4273-8636-7B5F17010D3A}" srcId="{6FCAD634-4B69-4BC2-8C9F-DACC6AFCE68C}" destId="{4EA06352-22DB-4BD7-81DA-2B3F7E6A00B4}" srcOrd="2" destOrd="0" parTransId="{BB9E0575-FD01-4413-A394-BDFDD5BB14F1}" sibTransId="{5F74B3A8-6527-4F16-84F8-ACE1206DA1B3}"/>
    <dgm:cxn modelId="{BCCECC9D-3B3D-4D91-8672-0681B775D4F4}" type="presOf" srcId="{EBA12DE1-F32E-4E1C-B7C6-1E45196AAC8C}" destId="{6A1FC106-5161-495C-A143-825E55DBBB4D}" srcOrd="0" destOrd="0" presId="urn:microsoft.com/office/officeart/2008/layout/LinedList"/>
    <dgm:cxn modelId="{2C5B2AA0-F4C1-4228-9806-0C47B37A7CB0}" srcId="{4EA06352-22DB-4BD7-81DA-2B3F7E6A00B4}" destId="{C12CFA83-1EA3-4285-A8B5-DDECEBCC8932}" srcOrd="3" destOrd="0" parTransId="{E701AAC8-344D-4878-9A52-DBD30335A798}" sibTransId="{E8C532D9-E500-4E07-A041-9EA614B660FB}"/>
    <dgm:cxn modelId="{F233B5AC-EBF6-4B73-BA3A-8903C2726025}" srcId="{4EA06352-22DB-4BD7-81DA-2B3F7E6A00B4}" destId="{79905FF3-73C4-49DB-9ACB-A42364B67134}" srcOrd="0" destOrd="0" parTransId="{52593A71-6F15-480A-A69F-D43DE836B7A1}" sibTransId="{C0D9846C-1BEE-4306-85EC-E0F80FDCDCE1}"/>
    <dgm:cxn modelId="{72BEF3B2-A848-421D-AC37-D4C133344F44}" type="presOf" srcId="{43B76ED6-F9BD-480D-88CB-A74AF151AEC5}" destId="{36B5A8BA-D65D-4A68-BDB2-01A53C0A6F69}" srcOrd="0" destOrd="0" presId="urn:microsoft.com/office/officeart/2008/layout/LinedList"/>
    <dgm:cxn modelId="{BACF49B5-B26E-4EF4-9948-031789EB2A85}" type="presOf" srcId="{8CC9E8DF-1DF2-4601-BB57-ECE6C2B3B956}" destId="{28FCD878-8CB3-412B-893A-BF3DF01EE9BF}" srcOrd="0" destOrd="0" presId="urn:microsoft.com/office/officeart/2008/layout/LinedList"/>
    <dgm:cxn modelId="{146340C1-E0A8-4EDD-A195-743C7750A33B}" srcId="{3E2D213F-E3F6-4FB8-9E01-C0C450F1B131}" destId="{ECB0F062-DEEC-4B2B-A51B-0EC3E2519CB3}" srcOrd="2" destOrd="0" parTransId="{8F57631E-6124-4A17-8B06-46187FCB78C8}" sibTransId="{B4BFD774-5263-49B1-B44E-44549C26066C}"/>
    <dgm:cxn modelId="{98DCACC6-CB96-417D-AA0B-5C68F65DCCCE}" srcId="{43B76ED6-F9BD-480D-88CB-A74AF151AEC5}" destId="{8CC9E8DF-1DF2-4601-BB57-ECE6C2B3B956}" srcOrd="1" destOrd="0" parTransId="{C7B72ABE-814B-4CE2-9946-617CFCD262DC}" sibTransId="{5B3E87CD-FA95-44B0-828E-81D50DEE1704}"/>
    <dgm:cxn modelId="{6C2457CF-71E3-44E6-88CE-0ABE732A1211}" type="presOf" srcId="{FA9DC819-FEE7-40E1-88D9-B93F0790935A}" destId="{3EECA7BC-2EB1-45E2-A2B3-BBAC49207B3D}" srcOrd="0" destOrd="0" presId="urn:microsoft.com/office/officeart/2008/layout/LinedList"/>
    <dgm:cxn modelId="{6C256DE0-2AA9-42E6-9436-EEC3DC6121DF}" srcId="{4EA06352-22DB-4BD7-81DA-2B3F7E6A00B4}" destId="{083BB109-9EF4-4B2A-85E8-14FDF9013C12}" srcOrd="2" destOrd="0" parTransId="{B4A07D06-E400-4B36-8E24-11AE1090C110}" sibTransId="{07E6BAB6-C51C-42D4-AEED-34A9F109D02D}"/>
    <dgm:cxn modelId="{18D973E4-0B01-4DC9-AAF4-212D98A31BE0}" srcId="{6FCAD634-4B69-4BC2-8C9F-DACC6AFCE68C}" destId="{3E2D213F-E3F6-4FB8-9E01-C0C450F1B131}" srcOrd="0" destOrd="0" parTransId="{7BFE1A8E-4341-4EFB-98DC-DCB3DFBB3082}" sibTransId="{832EC01F-1011-4569-AE57-ACBEAE1D0050}"/>
    <dgm:cxn modelId="{71B882FB-A00C-4ED3-B581-ED9FCBCD0D73}" type="presOf" srcId="{ECB0F062-DEEC-4B2B-A51B-0EC3E2519CB3}" destId="{B3393928-F1BF-4E88-9A4F-02253C666191}" srcOrd="0" destOrd="0" presId="urn:microsoft.com/office/officeart/2008/layout/LinedList"/>
    <dgm:cxn modelId="{243E753A-2745-435D-BE9B-499A4AB95339}" type="presParOf" srcId="{A519F75E-DC73-4998-9668-5FF96BC8CA5A}" destId="{9F6E897A-6E4A-48FC-A0D8-1CED9A730F34}" srcOrd="0" destOrd="0" presId="urn:microsoft.com/office/officeart/2008/layout/LinedList"/>
    <dgm:cxn modelId="{39751205-5B1C-4E83-B7EA-7A9BF88A7701}" type="presParOf" srcId="{A519F75E-DC73-4998-9668-5FF96BC8CA5A}" destId="{D070C45B-9593-46E7-9683-AAA0D791A335}" srcOrd="1" destOrd="0" presId="urn:microsoft.com/office/officeart/2008/layout/LinedList"/>
    <dgm:cxn modelId="{DDD8C5C1-6233-47FA-AA7C-9C3529109CAE}" type="presParOf" srcId="{D070C45B-9593-46E7-9683-AAA0D791A335}" destId="{212DA1FB-9497-4C4D-97C2-E967FB7FF414}" srcOrd="0" destOrd="0" presId="urn:microsoft.com/office/officeart/2008/layout/LinedList"/>
    <dgm:cxn modelId="{61AF3A7C-2523-453D-A7B0-03BC9F616F9D}" type="presParOf" srcId="{D070C45B-9593-46E7-9683-AAA0D791A335}" destId="{004A1C7C-725B-40EC-9F15-F055B91437A5}" srcOrd="1" destOrd="0" presId="urn:microsoft.com/office/officeart/2008/layout/LinedList"/>
    <dgm:cxn modelId="{131C4E83-8AF7-41A5-914D-CC8B9E4B5FAF}" type="presParOf" srcId="{004A1C7C-725B-40EC-9F15-F055B91437A5}" destId="{98AB4E87-1B0D-4FB8-81D4-D49067045925}" srcOrd="0" destOrd="0" presId="urn:microsoft.com/office/officeart/2008/layout/LinedList"/>
    <dgm:cxn modelId="{0B903E01-0B25-4D21-8F32-D67E5F60141A}" type="presParOf" srcId="{004A1C7C-725B-40EC-9F15-F055B91437A5}" destId="{9E8091D8-5E3D-4877-8E5D-B37A0FF3696E}" srcOrd="1" destOrd="0" presId="urn:microsoft.com/office/officeart/2008/layout/LinedList"/>
    <dgm:cxn modelId="{4BF4DB7D-4E7B-4092-84A0-CA4E351B8B21}" type="presParOf" srcId="{9E8091D8-5E3D-4877-8E5D-B37A0FF3696E}" destId="{A91FA5D0-4AAF-4158-91B9-42C3EA43D41F}" srcOrd="0" destOrd="0" presId="urn:microsoft.com/office/officeart/2008/layout/LinedList"/>
    <dgm:cxn modelId="{CA8B3DB5-6D90-452E-82FC-0CEBD4F0E266}" type="presParOf" srcId="{9E8091D8-5E3D-4877-8E5D-B37A0FF3696E}" destId="{1DBF83B1-F240-4DA1-98BF-CAB88A89C527}" srcOrd="1" destOrd="0" presId="urn:microsoft.com/office/officeart/2008/layout/LinedList"/>
    <dgm:cxn modelId="{23BF79B6-F704-467B-B355-3C1AA67A8E3F}" type="presParOf" srcId="{9E8091D8-5E3D-4877-8E5D-B37A0FF3696E}" destId="{D84EC80B-B6B6-4D39-9B9F-C37200BC0A86}" srcOrd="2" destOrd="0" presId="urn:microsoft.com/office/officeart/2008/layout/LinedList"/>
    <dgm:cxn modelId="{0E47F8BF-D24D-4F77-95CD-3055EAB762BF}" type="presParOf" srcId="{004A1C7C-725B-40EC-9F15-F055B91437A5}" destId="{23B54297-6D5E-4873-A403-4C540D074EA3}" srcOrd="2" destOrd="0" presId="urn:microsoft.com/office/officeart/2008/layout/LinedList"/>
    <dgm:cxn modelId="{E78BE377-2BFB-4A95-A456-3670B82F0287}" type="presParOf" srcId="{004A1C7C-725B-40EC-9F15-F055B91437A5}" destId="{B791E8B2-E9AD-44D8-8B52-2F83273BDAB8}" srcOrd="3" destOrd="0" presId="urn:microsoft.com/office/officeart/2008/layout/LinedList"/>
    <dgm:cxn modelId="{8E6475C5-3E62-4804-ADC7-162E3B72186B}" type="presParOf" srcId="{004A1C7C-725B-40EC-9F15-F055B91437A5}" destId="{549267A2-ACE2-4166-8702-092C43C03299}" srcOrd="4" destOrd="0" presId="urn:microsoft.com/office/officeart/2008/layout/LinedList"/>
    <dgm:cxn modelId="{DA131410-4EA8-467B-AC8C-3C9B94321C8D}" type="presParOf" srcId="{549267A2-ACE2-4166-8702-092C43C03299}" destId="{45A4ECEB-B128-42EB-9781-9ACE98ACE3A8}" srcOrd="0" destOrd="0" presId="urn:microsoft.com/office/officeart/2008/layout/LinedList"/>
    <dgm:cxn modelId="{D47C2670-AED0-4369-9254-065F732D8E0C}" type="presParOf" srcId="{549267A2-ACE2-4166-8702-092C43C03299}" destId="{6A1FC106-5161-495C-A143-825E55DBBB4D}" srcOrd="1" destOrd="0" presId="urn:microsoft.com/office/officeart/2008/layout/LinedList"/>
    <dgm:cxn modelId="{0F7A6A83-39B1-4897-A592-3887D6901F2D}" type="presParOf" srcId="{549267A2-ACE2-4166-8702-092C43C03299}" destId="{7AF47A7C-86F8-422C-B3FD-8BCD2CD64211}" srcOrd="2" destOrd="0" presId="urn:microsoft.com/office/officeart/2008/layout/LinedList"/>
    <dgm:cxn modelId="{82F22A4D-4921-45DB-B08D-49D326A18600}" type="presParOf" srcId="{004A1C7C-725B-40EC-9F15-F055B91437A5}" destId="{5A94E8F2-AF71-41A6-83E2-CCBC9677CF20}" srcOrd="5" destOrd="0" presId="urn:microsoft.com/office/officeart/2008/layout/LinedList"/>
    <dgm:cxn modelId="{CBAFB7E4-AFD3-4E29-AE07-98F0C867D226}" type="presParOf" srcId="{004A1C7C-725B-40EC-9F15-F055B91437A5}" destId="{C27C0FA8-337C-4F1C-BE23-35152FB512AF}" srcOrd="6" destOrd="0" presId="urn:microsoft.com/office/officeart/2008/layout/LinedList"/>
    <dgm:cxn modelId="{3D6BBFE2-E3C6-4AB4-8B86-A5959F82F334}" type="presParOf" srcId="{004A1C7C-725B-40EC-9F15-F055B91437A5}" destId="{BDB5CE44-81AB-4095-B2F4-A97C7EEF3BC3}" srcOrd="7" destOrd="0" presId="urn:microsoft.com/office/officeart/2008/layout/LinedList"/>
    <dgm:cxn modelId="{D0FA7A56-C68E-43FC-BAA3-873742F8C138}" type="presParOf" srcId="{BDB5CE44-81AB-4095-B2F4-A97C7EEF3BC3}" destId="{04967189-DE84-4F30-B87D-01F3518FABE1}" srcOrd="0" destOrd="0" presId="urn:microsoft.com/office/officeart/2008/layout/LinedList"/>
    <dgm:cxn modelId="{98ED8CA5-15AB-4B92-BB48-E3E1C784984E}" type="presParOf" srcId="{BDB5CE44-81AB-4095-B2F4-A97C7EEF3BC3}" destId="{B3393928-F1BF-4E88-9A4F-02253C666191}" srcOrd="1" destOrd="0" presId="urn:microsoft.com/office/officeart/2008/layout/LinedList"/>
    <dgm:cxn modelId="{9F515907-59C1-4046-8DE5-B6E213729A3A}" type="presParOf" srcId="{BDB5CE44-81AB-4095-B2F4-A97C7EEF3BC3}" destId="{D6FE962F-E3B1-4E5A-B4A1-9A3267BC4314}" srcOrd="2" destOrd="0" presId="urn:microsoft.com/office/officeart/2008/layout/LinedList"/>
    <dgm:cxn modelId="{3091731C-0CE4-4D5A-AA93-43FBA974FF0F}" type="presParOf" srcId="{004A1C7C-725B-40EC-9F15-F055B91437A5}" destId="{17E04FBC-74A8-4A7D-98B9-D007CF028917}" srcOrd="8" destOrd="0" presId="urn:microsoft.com/office/officeart/2008/layout/LinedList"/>
    <dgm:cxn modelId="{A47C66E7-E914-4DD5-AC81-36C9A43E6BDA}" type="presParOf" srcId="{004A1C7C-725B-40EC-9F15-F055B91437A5}" destId="{809AD65B-9E73-4F88-8A23-11C4688339F7}" srcOrd="9" destOrd="0" presId="urn:microsoft.com/office/officeart/2008/layout/LinedList"/>
    <dgm:cxn modelId="{45656DF4-C6EF-4DC5-B406-98A050C6FB28}" type="presParOf" srcId="{A519F75E-DC73-4998-9668-5FF96BC8CA5A}" destId="{7A4F8164-17D6-4ADC-A169-63363AB6CA17}" srcOrd="2" destOrd="0" presId="urn:microsoft.com/office/officeart/2008/layout/LinedList"/>
    <dgm:cxn modelId="{C390A36E-DF24-40A4-A4DA-CCE3386D459E}" type="presParOf" srcId="{A519F75E-DC73-4998-9668-5FF96BC8CA5A}" destId="{592978C8-F021-45AE-BD06-683B84FA978D}" srcOrd="3" destOrd="0" presId="urn:microsoft.com/office/officeart/2008/layout/LinedList"/>
    <dgm:cxn modelId="{F03C3E2A-19D8-4D31-B0BE-7DB4048E0D72}" type="presParOf" srcId="{592978C8-F021-45AE-BD06-683B84FA978D}" destId="{36B5A8BA-D65D-4A68-BDB2-01A53C0A6F69}" srcOrd="0" destOrd="0" presId="urn:microsoft.com/office/officeart/2008/layout/LinedList"/>
    <dgm:cxn modelId="{4AB40C5C-98FF-4052-A525-8AB56FE85BF7}" type="presParOf" srcId="{592978C8-F021-45AE-BD06-683B84FA978D}" destId="{D26AEF54-7DCD-4D8D-827D-F3AF4EC22F12}" srcOrd="1" destOrd="0" presId="urn:microsoft.com/office/officeart/2008/layout/LinedList"/>
    <dgm:cxn modelId="{B0D32306-B695-40B8-B906-4E7EE7723780}" type="presParOf" srcId="{D26AEF54-7DCD-4D8D-827D-F3AF4EC22F12}" destId="{56FA14C7-735C-43E4-B6E2-9959CD2B2A07}" srcOrd="0" destOrd="0" presId="urn:microsoft.com/office/officeart/2008/layout/LinedList"/>
    <dgm:cxn modelId="{927C3F4F-7604-4D94-B761-EA63D0D49CE3}" type="presParOf" srcId="{D26AEF54-7DCD-4D8D-827D-F3AF4EC22F12}" destId="{308670FF-EB2E-4B5A-9535-BAF63B051385}" srcOrd="1" destOrd="0" presId="urn:microsoft.com/office/officeart/2008/layout/LinedList"/>
    <dgm:cxn modelId="{380809B8-7861-4708-B30B-55817233F026}" type="presParOf" srcId="{308670FF-EB2E-4B5A-9535-BAF63B051385}" destId="{647A421B-0817-4160-9B30-BE46F9728BFD}" srcOrd="0" destOrd="0" presId="urn:microsoft.com/office/officeart/2008/layout/LinedList"/>
    <dgm:cxn modelId="{5356537A-4759-43A7-A9F9-3EB1BEBDEE6B}" type="presParOf" srcId="{308670FF-EB2E-4B5A-9535-BAF63B051385}" destId="{3EECA7BC-2EB1-45E2-A2B3-BBAC49207B3D}" srcOrd="1" destOrd="0" presId="urn:microsoft.com/office/officeart/2008/layout/LinedList"/>
    <dgm:cxn modelId="{7FBFF1A4-5377-4F34-9626-EA5C9DABEC95}" type="presParOf" srcId="{308670FF-EB2E-4B5A-9535-BAF63B051385}" destId="{0C0DF0FC-EEED-4D46-B001-D3F90B7D1252}" srcOrd="2" destOrd="0" presId="urn:microsoft.com/office/officeart/2008/layout/LinedList"/>
    <dgm:cxn modelId="{D6DF93BA-4ACA-4EB2-9029-AF7527E70677}" type="presParOf" srcId="{D26AEF54-7DCD-4D8D-827D-F3AF4EC22F12}" destId="{2D488E23-907F-4535-99FC-0206BDD304F3}" srcOrd="2" destOrd="0" presId="urn:microsoft.com/office/officeart/2008/layout/LinedList"/>
    <dgm:cxn modelId="{E387ED1E-DCBA-4C90-BB53-2CA85E597930}" type="presParOf" srcId="{D26AEF54-7DCD-4D8D-827D-F3AF4EC22F12}" destId="{072B755E-A2DC-4728-82AF-82FB1DCA21A7}" srcOrd="3" destOrd="0" presId="urn:microsoft.com/office/officeart/2008/layout/LinedList"/>
    <dgm:cxn modelId="{5CF37312-DFAB-4EAD-8939-B43AC31478F4}" type="presParOf" srcId="{D26AEF54-7DCD-4D8D-827D-F3AF4EC22F12}" destId="{BFE90E61-3946-45D4-AA79-ED6DF7B80166}" srcOrd="4" destOrd="0" presId="urn:microsoft.com/office/officeart/2008/layout/LinedList"/>
    <dgm:cxn modelId="{3734445C-124C-4100-A2E8-680DAA3B8E47}" type="presParOf" srcId="{BFE90E61-3946-45D4-AA79-ED6DF7B80166}" destId="{B6BDCCD3-4778-48DB-8402-41ED35880034}" srcOrd="0" destOrd="0" presId="urn:microsoft.com/office/officeart/2008/layout/LinedList"/>
    <dgm:cxn modelId="{81B05D9E-E559-41D8-9FF6-735329CF3CDA}" type="presParOf" srcId="{BFE90E61-3946-45D4-AA79-ED6DF7B80166}" destId="{28FCD878-8CB3-412B-893A-BF3DF01EE9BF}" srcOrd="1" destOrd="0" presId="urn:microsoft.com/office/officeart/2008/layout/LinedList"/>
    <dgm:cxn modelId="{2142FF30-F15B-4DBF-8CE9-53FE233659FB}" type="presParOf" srcId="{BFE90E61-3946-45D4-AA79-ED6DF7B80166}" destId="{7F16BC53-FB92-4441-AB07-D9374DB31D4B}" srcOrd="2" destOrd="0" presId="urn:microsoft.com/office/officeart/2008/layout/LinedList"/>
    <dgm:cxn modelId="{628B80C7-5A68-4F37-8A8D-FBEF462EB9BD}" type="presParOf" srcId="{D26AEF54-7DCD-4D8D-827D-F3AF4EC22F12}" destId="{54B3608B-D04E-49DA-A8F6-4E3BE756A132}" srcOrd="5" destOrd="0" presId="urn:microsoft.com/office/officeart/2008/layout/LinedList"/>
    <dgm:cxn modelId="{A8E5D871-3354-446D-8DF9-2F9D987FD5CB}" type="presParOf" srcId="{D26AEF54-7DCD-4D8D-827D-F3AF4EC22F12}" destId="{EA0B264A-1461-4682-9BE0-1DD738FB45FB}" srcOrd="6" destOrd="0" presId="urn:microsoft.com/office/officeart/2008/layout/LinedList"/>
    <dgm:cxn modelId="{D7D7DADA-9B09-4EAC-8CC9-4F7942C2E5CF}" type="presParOf" srcId="{D26AEF54-7DCD-4D8D-827D-F3AF4EC22F12}" destId="{5B0916E9-8771-4F32-92F3-EFC371A962F3}" srcOrd="7" destOrd="0" presId="urn:microsoft.com/office/officeart/2008/layout/LinedList"/>
    <dgm:cxn modelId="{49C4F217-501F-4846-BC8C-52C6F81A1AA9}" type="presParOf" srcId="{5B0916E9-8771-4F32-92F3-EFC371A962F3}" destId="{B0687239-1162-4012-B49D-635DF6FBACF5}" srcOrd="0" destOrd="0" presId="urn:microsoft.com/office/officeart/2008/layout/LinedList"/>
    <dgm:cxn modelId="{C5E42434-1790-463C-BA4D-DD23DD3A547E}" type="presParOf" srcId="{5B0916E9-8771-4F32-92F3-EFC371A962F3}" destId="{5FA6EC58-797B-42DD-A51E-EEBDBB2F2303}" srcOrd="1" destOrd="0" presId="urn:microsoft.com/office/officeart/2008/layout/LinedList"/>
    <dgm:cxn modelId="{6647E6A5-9912-4B5B-A299-F50F0D454748}" type="presParOf" srcId="{5B0916E9-8771-4F32-92F3-EFC371A962F3}" destId="{FC2BBD07-7AB1-4EB2-9DBC-D00190DC2366}" srcOrd="2" destOrd="0" presId="urn:microsoft.com/office/officeart/2008/layout/LinedList"/>
    <dgm:cxn modelId="{3B58B807-CE6D-47A5-90C3-05DCD5890F06}" type="presParOf" srcId="{D26AEF54-7DCD-4D8D-827D-F3AF4EC22F12}" destId="{541E130F-4F0B-483D-A445-394F2854D620}" srcOrd="8" destOrd="0" presId="urn:microsoft.com/office/officeart/2008/layout/LinedList"/>
    <dgm:cxn modelId="{196FBC99-5968-4479-B541-5AFFCBD3F703}" type="presParOf" srcId="{D26AEF54-7DCD-4D8D-827D-F3AF4EC22F12}" destId="{8416DE6B-7A40-4EF5-BDEC-0B30FF236B6D}" srcOrd="9" destOrd="0" presId="urn:microsoft.com/office/officeart/2008/layout/LinedList"/>
    <dgm:cxn modelId="{F748CC24-A574-47B0-ADFE-1A1B273D554B}" type="presParOf" srcId="{A519F75E-DC73-4998-9668-5FF96BC8CA5A}" destId="{9C316B34-4C1E-44D5-90BB-0344790758D6}" srcOrd="4" destOrd="0" presId="urn:microsoft.com/office/officeart/2008/layout/LinedList"/>
    <dgm:cxn modelId="{B97F7B2A-56DC-4862-9FA6-3D729669E596}" type="presParOf" srcId="{A519F75E-DC73-4998-9668-5FF96BC8CA5A}" destId="{1EFA498C-A688-4320-9A50-A493979E6B49}" srcOrd="5" destOrd="0" presId="urn:microsoft.com/office/officeart/2008/layout/LinedList"/>
    <dgm:cxn modelId="{196CF124-CB50-4268-B05B-66035CDA353C}" type="presParOf" srcId="{1EFA498C-A688-4320-9A50-A493979E6B49}" destId="{E6F75E16-2E8B-4EB0-85E5-F681CF9A3B64}" srcOrd="0" destOrd="0" presId="urn:microsoft.com/office/officeart/2008/layout/LinedList"/>
    <dgm:cxn modelId="{DE4CB206-27DD-4476-8B18-4C05DCE1BA31}" type="presParOf" srcId="{1EFA498C-A688-4320-9A50-A493979E6B49}" destId="{4A8112F7-B8C2-42A8-B1D7-735017959244}" srcOrd="1" destOrd="0" presId="urn:microsoft.com/office/officeart/2008/layout/LinedList"/>
    <dgm:cxn modelId="{F6376E08-5151-4D81-BF8B-EC2696761A4F}" type="presParOf" srcId="{4A8112F7-B8C2-42A8-B1D7-735017959244}" destId="{29E32090-F7DA-4387-AFB2-D0DAE5031124}" srcOrd="0" destOrd="0" presId="urn:microsoft.com/office/officeart/2008/layout/LinedList"/>
    <dgm:cxn modelId="{60234F4E-BD6C-480A-BD67-C3813E4CF3C1}" type="presParOf" srcId="{4A8112F7-B8C2-42A8-B1D7-735017959244}" destId="{B6982976-1A76-4842-9E55-6F9C3F1EC32D}" srcOrd="1" destOrd="0" presId="urn:microsoft.com/office/officeart/2008/layout/LinedList"/>
    <dgm:cxn modelId="{D9DF9957-CE8A-4622-AF4B-357E489A086F}" type="presParOf" srcId="{B6982976-1A76-4842-9E55-6F9C3F1EC32D}" destId="{A80ADFD6-0EFB-4D90-889A-4EEC6BB1ACAF}" srcOrd="0" destOrd="0" presId="urn:microsoft.com/office/officeart/2008/layout/LinedList"/>
    <dgm:cxn modelId="{661BB91E-8C69-40E2-9ABF-F1DDB661657F}" type="presParOf" srcId="{B6982976-1A76-4842-9E55-6F9C3F1EC32D}" destId="{AE92B10D-88F6-4F6D-B5C9-DE2300F7A36B}" srcOrd="1" destOrd="0" presId="urn:microsoft.com/office/officeart/2008/layout/LinedList"/>
    <dgm:cxn modelId="{6FBC6ED9-443B-4A4F-A743-BB94CA90201C}" type="presParOf" srcId="{B6982976-1A76-4842-9E55-6F9C3F1EC32D}" destId="{EF8FD891-4FE6-4839-BD1D-9AE0B4B6A831}" srcOrd="2" destOrd="0" presId="urn:microsoft.com/office/officeart/2008/layout/LinedList"/>
    <dgm:cxn modelId="{DD6D830C-A000-4860-B0F2-6C95FC1FA486}" type="presParOf" srcId="{4A8112F7-B8C2-42A8-B1D7-735017959244}" destId="{6851BF19-073C-47AA-8D90-789C283967B2}" srcOrd="2" destOrd="0" presId="urn:microsoft.com/office/officeart/2008/layout/LinedList"/>
    <dgm:cxn modelId="{635A2302-93B6-4289-8FC7-70A86D73A3AA}" type="presParOf" srcId="{4A8112F7-B8C2-42A8-B1D7-735017959244}" destId="{68D04589-4978-4910-9F7E-D150744D683B}" srcOrd="3" destOrd="0" presId="urn:microsoft.com/office/officeart/2008/layout/LinedList"/>
    <dgm:cxn modelId="{BFE84661-49FA-4411-BFCF-3BA3E53907B3}" type="presParOf" srcId="{4A8112F7-B8C2-42A8-B1D7-735017959244}" destId="{1A88CE1C-DA35-4471-9BE2-52803D104588}" srcOrd="4" destOrd="0" presId="urn:microsoft.com/office/officeart/2008/layout/LinedList"/>
    <dgm:cxn modelId="{A3733C73-CD1E-4419-8AEF-D095D33846C5}" type="presParOf" srcId="{1A88CE1C-DA35-4471-9BE2-52803D104588}" destId="{95853388-072F-4BAF-B98B-55DA04F845DB}" srcOrd="0" destOrd="0" presId="urn:microsoft.com/office/officeart/2008/layout/LinedList"/>
    <dgm:cxn modelId="{36CF6E01-BA5E-4274-86DD-FEE363415C8C}" type="presParOf" srcId="{1A88CE1C-DA35-4471-9BE2-52803D104588}" destId="{FFF8F218-5B56-46CC-B72B-6AD0C287DA1A}" srcOrd="1" destOrd="0" presId="urn:microsoft.com/office/officeart/2008/layout/LinedList"/>
    <dgm:cxn modelId="{EF599BB7-81A0-4773-BB69-5A097B4F4FBA}" type="presParOf" srcId="{1A88CE1C-DA35-4471-9BE2-52803D104588}" destId="{43DDC20D-1D27-4466-930A-4BF120CBC3DA}" srcOrd="2" destOrd="0" presId="urn:microsoft.com/office/officeart/2008/layout/LinedList"/>
    <dgm:cxn modelId="{E7D28BE0-B7E6-4F53-B0B0-D4D4C0545DC8}" type="presParOf" srcId="{4A8112F7-B8C2-42A8-B1D7-735017959244}" destId="{9670E561-9038-450C-8748-44178B1AD60D}" srcOrd="5" destOrd="0" presId="urn:microsoft.com/office/officeart/2008/layout/LinedList"/>
    <dgm:cxn modelId="{A1CC6416-11D0-4DE6-BB32-2B14944ACD1D}" type="presParOf" srcId="{4A8112F7-B8C2-42A8-B1D7-735017959244}" destId="{806438F5-86A5-406A-BF1B-C1E5F38AD601}" srcOrd="6" destOrd="0" presId="urn:microsoft.com/office/officeart/2008/layout/LinedList"/>
    <dgm:cxn modelId="{EF01C9B3-5855-4416-9706-89FF05ECF944}" type="presParOf" srcId="{4A8112F7-B8C2-42A8-B1D7-735017959244}" destId="{05B17F51-9609-4818-8886-854A08DBF035}" srcOrd="7" destOrd="0" presId="urn:microsoft.com/office/officeart/2008/layout/LinedList"/>
    <dgm:cxn modelId="{E5FFB2BF-85F4-41E2-B389-9F67F0AA26D8}" type="presParOf" srcId="{05B17F51-9609-4818-8886-854A08DBF035}" destId="{ACBD5CBD-F4D3-4DA3-8E80-FEA294FEE704}" srcOrd="0" destOrd="0" presId="urn:microsoft.com/office/officeart/2008/layout/LinedList"/>
    <dgm:cxn modelId="{F2F3F586-44A0-4BB6-B829-6EEF45D45914}" type="presParOf" srcId="{05B17F51-9609-4818-8886-854A08DBF035}" destId="{9610CFB4-6B7E-471F-B34C-BB93BEEDBD85}" srcOrd="1" destOrd="0" presId="urn:microsoft.com/office/officeart/2008/layout/LinedList"/>
    <dgm:cxn modelId="{F65A7254-7056-497A-879A-C592037389A7}" type="presParOf" srcId="{05B17F51-9609-4818-8886-854A08DBF035}" destId="{B18886A3-4760-434F-A2B3-78B997EDF84D}" srcOrd="2" destOrd="0" presId="urn:microsoft.com/office/officeart/2008/layout/LinedList"/>
    <dgm:cxn modelId="{823138D8-2219-4067-A9E1-1AC826F4C6B6}" type="presParOf" srcId="{4A8112F7-B8C2-42A8-B1D7-735017959244}" destId="{4A512112-3FAB-4DAB-BE9B-3EF2A5A04A01}" srcOrd="8" destOrd="0" presId="urn:microsoft.com/office/officeart/2008/layout/LinedList"/>
    <dgm:cxn modelId="{56D37BF7-07B5-47EE-A5C0-A60010CECFF8}" type="presParOf" srcId="{4A8112F7-B8C2-42A8-B1D7-735017959244}" destId="{89EA3B8C-E514-4FBF-BB95-9973E7DC638A}" srcOrd="9" destOrd="0" presId="urn:microsoft.com/office/officeart/2008/layout/LinedList"/>
    <dgm:cxn modelId="{0828BB78-291D-41AD-9555-CE5C1CC88ED3}" type="presParOf" srcId="{4A8112F7-B8C2-42A8-B1D7-735017959244}" destId="{9204E036-4212-40E3-A80D-1A18D000525B}" srcOrd="10" destOrd="0" presId="urn:microsoft.com/office/officeart/2008/layout/LinedList"/>
    <dgm:cxn modelId="{B9ED50C0-7A0F-43FA-934D-B654B7CD0DD2}" type="presParOf" srcId="{9204E036-4212-40E3-A80D-1A18D000525B}" destId="{80DFE7AE-CA5F-42EE-8873-914E924C8463}" srcOrd="0" destOrd="0" presId="urn:microsoft.com/office/officeart/2008/layout/LinedList"/>
    <dgm:cxn modelId="{637B49BA-C15E-491A-A534-AD960D225928}" type="presParOf" srcId="{9204E036-4212-40E3-A80D-1A18D000525B}" destId="{6D4FAE74-CD52-437F-9712-CABD8D53CA27}" srcOrd="1" destOrd="0" presId="urn:microsoft.com/office/officeart/2008/layout/LinedList"/>
    <dgm:cxn modelId="{51CB310B-386D-440E-889E-73F25128DD4A}" type="presParOf" srcId="{9204E036-4212-40E3-A80D-1A18D000525B}" destId="{609DEB0F-BA67-4E4C-9F33-B499B42B3A5D}" srcOrd="2" destOrd="0" presId="urn:microsoft.com/office/officeart/2008/layout/LinedList"/>
    <dgm:cxn modelId="{BC4A7423-6964-40FE-8EFA-3AA005875641}" type="presParOf" srcId="{4A8112F7-B8C2-42A8-B1D7-735017959244}" destId="{12DFB566-F227-47D0-861E-F198F3FDA56F}" srcOrd="11" destOrd="0" presId="urn:microsoft.com/office/officeart/2008/layout/LinedList"/>
    <dgm:cxn modelId="{ABF169FB-36DA-4A24-B8BE-39F87A40AA48}" type="presParOf" srcId="{4A8112F7-B8C2-42A8-B1D7-735017959244}" destId="{8F8FA19B-DA5E-4CFA-9E81-60EA96323D9E}"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76B4F2C-478A-4D59-8526-A6650EFD9382}"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78F365E0-E2D0-441E-ABAC-6BC39688B380}">
      <dgm:prSet/>
      <dgm:spPr/>
      <dgm:t>
        <a:bodyPr/>
        <a:lstStyle/>
        <a:p>
          <a:r>
            <a:rPr lang="en-US"/>
            <a:t>1. Comparison Analysis</a:t>
          </a:r>
        </a:p>
      </dgm:t>
    </dgm:pt>
    <dgm:pt modelId="{F3DECB3C-3C86-4622-BFD1-1478AB177378}" type="parTrans" cxnId="{0BD563F0-86F7-4833-A79D-101300A3CC3C}">
      <dgm:prSet/>
      <dgm:spPr/>
      <dgm:t>
        <a:bodyPr/>
        <a:lstStyle/>
        <a:p>
          <a:endParaRPr lang="en-US"/>
        </a:p>
      </dgm:t>
    </dgm:pt>
    <dgm:pt modelId="{4B4CBEAE-3601-44AA-9223-0F6B9DDB41DF}" type="sibTrans" cxnId="{0BD563F0-86F7-4833-A79D-101300A3CC3C}">
      <dgm:prSet/>
      <dgm:spPr/>
      <dgm:t>
        <a:bodyPr/>
        <a:lstStyle/>
        <a:p>
          <a:endParaRPr lang="en-US"/>
        </a:p>
      </dgm:t>
    </dgm:pt>
    <dgm:pt modelId="{36C42DB0-582C-4080-88DB-F3E26CCDB7AD}">
      <dgm:prSet/>
      <dgm:spPr/>
      <dgm:t>
        <a:bodyPr/>
        <a:lstStyle/>
        <a:p>
          <a:r>
            <a:rPr lang="en-US"/>
            <a:t>- Built comparison table with all strategies: baseline, imputation methods (Mean, KNN, Iterative), and models handling missing data (Decision Tree, HistGradientBoosting, CatBoost AFT)</a:t>
          </a:r>
        </a:p>
      </dgm:t>
    </dgm:pt>
    <dgm:pt modelId="{E2C1A73E-02F3-4EFC-96C9-65249B7E5F41}" type="parTrans" cxnId="{3313E972-6088-4E00-904A-22ED4B835462}">
      <dgm:prSet/>
      <dgm:spPr/>
      <dgm:t>
        <a:bodyPr/>
        <a:lstStyle/>
        <a:p>
          <a:endParaRPr lang="en-US"/>
        </a:p>
      </dgm:t>
    </dgm:pt>
    <dgm:pt modelId="{A5742528-1463-4F89-9C88-5354807599A2}" type="sibTrans" cxnId="{3313E972-6088-4E00-904A-22ED4B835462}">
      <dgm:prSet/>
      <dgm:spPr/>
      <dgm:t>
        <a:bodyPr/>
        <a:lstStyle/>
        <a:p>
          <a:endParaRPr lang="en-US"/>
        </a:p>
      </dgm:t>
    </dgm:pt>
    <dgm:pt modelId="{1FAC2ACE-E57D-49CD-A1D9-777775C30E85}">
      <dgm:prSet/>
      <dgm:spPr/>
      <dgm:t>
        <a:bodyPr/>
        <a:lstStyle/>
        <a:p>
          <a:r>
            <a:rPr lang="en-US"/>
            <a:t>- Displayed MSE and cMSE metrics for all approaches</a:t>
          </a:r>
        </a:p>
      </dgm:t>
    </dgm:pt>
    <dgm:pt modelId="{6B18E5D1-6E82-4410-BA65-38A7C9FD1DD0}" type="parTrans" cxnId="{DA00809B-6BDE-4E31-8E12-F51BED26AC79}">
      <dgm:prSet/>
      <dgm:spPr/>
      <dgm:t>
        <a:bodyPr/>
        <a:lstStyle/>
        <a:p>
          <a:endParaRPr lang="en-US"/>
        </a:p>
      </dgm:t>
    </dgm:pt>
    <dgm:pt modelId="{E1E56701-C4F7-4C99-A947-C14914984E11}" type="sibTrans" cxnId="{DA00809B-6BDE-4E31-8E12-F51BED26AC79}">
      <dgm:prSet/>
      <dgm:spPr/>
      <dgm:t>
        <a:bodyPr/>
        <a:lstStyle/>
        <a:p>
          <a:endParaRPr lang="en-US"/>
        </a:p>
      </dgm:t>
    </dgm:pt>
    <dgm:pt modelId="{FF86371F-0AD7-44EB-8469-7F8E2BA502F8}">
      <dgm:prSet/>
      <dgm:spPr/>
      <dgm:t>
        <a:bodyPr/>
        <a:lstStyle/>
        <a:p>
          <a:r>
            <a:rPr lang="en-US"/>
            <a:t>- Created y vs y-hat scatter plots for visual comparison of model performance</a:t>
          </a:r>
        </a:p>
      </dgm:t>
    </dgm:pt>
    <dgm:pt modelId="{023199DF-5CEA-432E-9518-752CCE57F00B}" type="parTrans" cxnId="{4C6650DC-964C-422A-9F22-953DB4372F6B}">
      <dgm:prSet/>
      <dgm:spPr/>
      <dgm:t>
        <a:bodyPr/>
        <a:lstStyle/>
        <a:p>
          <a:endParaRPr lang="en-US"/>
        </a:p>
      </dgm:t>
    </dgm:pt>
    <dgm:pt modelId="{2BA55D31-871C-4A05-9F21-65636DE89BC6}" type="sibTrans" cxnId="{4C6650DC-964C-422A-9F22-953DB4372F6B}">
      <dgm:prSet/>
      <dgm:spPr/>
      <dgm:t>
        <a:bodyPr/>
        <a:lstStyle/>
        <a:p>
          <a:endParaRPr lang="en-US"/>
        </a:p>
      </dgm:t>
    </dgm:pt>
    <dgm:pt modelId="{12B1AB31-3BA2-43E9-B2E6-4202FDBBBCA7}">
      <dgm:prSet/>
      <dgm:spPr/>
      <dgm:t>
        <a:bodyPr/>
        <a:lstStyle/>
        <a:p>
          <a:r>
            <a:rPr lang="en-US"/>
            <a:t>2. Combined Approach Testing</a:t>
          </a:r>
        </a:p>
      </dgm:t>
    </dgm:pt>
    <dgm:pt modelId="{238863BC-507C-4EA4-80F5-162D2EEC7185}" type="parTrans" cxnId="{9AF5D41A-66C5-4DD3-AD28-147E6860AC06}">
      <dgm:prSet/>
      <dgm:spPr/>
      <dgm:t>
        <a:bodyPr/>
        <a:lstStyle/>
        <a:p>
          <a:endParaRPr lang="en-US"/>
        </a:p>
      </dgm:t>
    </dgm:pt>
    <dgm:pt modelId="{D42D938B-7CB2-4A04-B527-2167C023D2A2}" type="sibTrans" cxnId="{9AF5D41A-66C5-4DD3-AD28-147E6860AC06}">
      <dgm:prSet/>
      <dgm:spPr/>
      <dgm:t>
        <a:bodyPr/>
        <a:lstStyle/>
        <a:p>
          <a:endParaRPr lang="en-US"/>
        </a:p>
      </dgm:t>
    </dgm:pt>
    <dgm:pt modelId="{C5F15CA3-36C8-4922-9457-199AF5854041}">
      <dgm:prSet/>
      <dgm:spPr/>
      <dgm:t>
        <a:bodyPr/>
        <a:lstStyle/>
        <a:p>
          <a:r>
            <a:rPr lang="en-US"/>
            <a:t>- Selected best imputation strategy from Task 3.1: Mean Imputation (cMSE: 1.7645)</a:t>
          </a:r>
        </a:p>
      </dgm:t>
    </dgm:pt>
    <dgm:pt modelId="{24A0E553-C496-48E2-BDA8-B24CAACD1178}" type="parTrans" cxnId="{41EC934C-51D8-485E-A8A3-338E487FCD49}">
      <dgm:prSet/>
      <dgm:spPr/>
      <dgm:t>
        <a:bodyPr/>
        <a:lstStyle/>
        <a:p>
          <a:endParaRPr lang="en-US"/>
        </a:p>
      </dgm:t>
    </dgm:pt>
    <dgm:pt modelId="{FF898389-C79F-4F97-83BC-624F01010669}" type="sibTrans" cxnId="{41EC934C-51D8-485E-A8A3-338E487FCD49}">
      <dgm:prSet/>
      <dgm:spPr/>
      <dgm:t>
        <a:bodyPr/>
        <a:lstStyle/>
        <a:p>
          <a:endParaRPr lang="en-US"/>
        </a:p>
      </dgm:t>
    </dgm:pt>
    <dgm:pt modelId="{8DFF30CF-417E-47CC-AAEC-F2D53E0E6CB6}">
      <dgm:prSet/>
      <dgm:spPr/>
      <dgm:t>
        <a:bodyPr/>
        <a:lstStyle/>
        <a:p>
          <a:r>
            <a:rPr lang="en-US"/>
            <a:t>- Combined with best model from Task 3.2: CatBoost AFT</a:t>
          </a:r>
        </a:p>
      </dgm:t>
    </dgm:pt>
    <dgm:pt modelId="{BAD9A60B-34A9-4B53-986D-A0B14DB07EDD}" type="parTrans" cxnId="{8DC723DE-D57E-4AAC-B806-3020338CE0F9}">
      <dgm:prSet/>
      <dgm:spPr/>
      <dgm:t>
        <a:bodyPr/>
        <a:lstStyle/>
        <a:p>
          <a:endParaRPr lang="en-US"/>
        </a:p>
      </dgm:t>
    </dgm:pt>
    <dgm:pt modelId="{F182DE03-FCEF-4C93-BB53-7AD384558A6F}" type="sibTrans" cxnId="{8DC723DE-D57E-4AAC-B806-3020338CE0F9}">
      <dgm:prSet/>
      <dgm:spPr/>
      <dgm:t>
        <a:bodyPr/>
        <a:lstStyle/>
        <a:p>
          <a:endParaRPr lang="en-US"/>
        </a:p>
      </dgm:t>
    </dgm:pt>
    <dgm:pt modelId="{BB593085-D165-4EB3-B3D5-C990934788D2}">
      <dgm:prSet/>
      <dgm:spPr/>
      <dgm:t>
        <a:bodyPr/>
        <a:lstStyle/>
        <a:p>
          <a:r>
            <a:rPr lang="en-US"/>
            <a:t>- Trained CatBoost AFT on mean-imputed data</a:t>
          </a:r>
        </a:p>
      </dgm:t>
    </dgm:pt>
    <dgm:pt modelId="{2742336F-6C12-45BB-8F4F-CF38D58EEB16}" type="parTrans" cxnId="{D3B79C95-96DA-4194-BD5B-FD253F99FD1F}">
      <dgm:prSet/>
      <dgm:spPr/>
      <dgm:t>
        <a:bodyPr/>
        <a:lstStyle/>
        <a:p>
          <a:endParaRPr lang="en-US"/>
        </a:p>
      </dgm:t>
    </dgm:pt>
    <dgm:pt modelId="{D700D961-F936-4E57-B9D8-960D4DF87AD3}" type="sibTrans" cxnId="{D3B79C95-96DA-4194-BD5B-FD253F99FD1F}">
      <dgm:prSet/>
      <dgm:spPr/>
      <dgm:t>
        <a:bodyPr/>
        <a:lstStyle/>
        <a:p>
          <a:endParaRPr lang="en-US"/>
        </a:p>
      </dgm:t>
    </dgm:pt>
    <dgm:pt modelId="{CCE5B9EF-F7FD-4A0F-AC7C-A56F24BA27F6}">
      <dgm:prSet/>
      <dgm:spPr/>
      <dgm:t>
        <a:bodyPr/>
        <a:lstStyle/>
        <a:p>
          <a:r>
            <a:rPr lang="en-US"/>
            <a:t>- Evaluated performance: cMSE of 3.1236 (worse than native missing handling)</a:t>
          </a:r>
        </a:p>
      </dgm:t>
    </dgm:pt>
    <dgm:pt modelId="{62597EE7-9079-4D53-91A3-5CB6EAE97D59}" type="parTrans" cxnId="{27B8E5CD-A726-462C-B71E-E3DDD5D890B7}">
      <dgm:prSet/>
      <dgm:spPr/>
      <dgm:t>
        <a:bodyPr/>
        <a:lstStyle/>
        <a:p>
          <a:endParaRPr lang="en-US"/>
        </a:p>
      </dgm:t>
    </dgm:pt>
    <dgm:pt modelId="{233FF2FB-C144-471E-84A2-07E266A99971}" type="sibTrans" cxnId="{27B8E5CD-A726-462C-B71E-E3DDD5D890B7}">
      <dgm:prSet/>
      <dgm:spPr/>
      <dgm:t>
        <a:bodyPr/>
        <a:lstStyle/>
        <a:p>
          <a:endParaRPr lang="en-US"/>
        </a:p>
      </dgm:t>
    </dgm:pt>
    <dgm:pt modelId="{7698C8D5-468E-4F01-9664-259322B1727E}" type="pres">
      <dgm:prSet presAssocID="{A76B4F2C-478A-4D59-8526-A6650EFD9382}" presName="vert0" presStyleCnt="0">
        <dgm:presLayoutVars>
          <dgm:dir/>
          <dgm:animOne val="branch"/>
          <dgm:animLvl val="lvl"/>
        </dgm:presLayoutVars>
      </dgm:prSet>
      <dgm:spPr/>
    </dgm:pt>
    <dgm:pt modelId="{D80DC9B3-EEF4-46B8-998A-D11A2892DE76}" type="pres">
      <dgm:prSet presAssocID="{78F365E0-E2D0-441E-ABAC-6BC39688B380}" presName="thickLine" presStyleLbl="alignNode1" presStyleIdx="0" presStyleCnt="2"/>
      <dgm:spPr/>
    </dgm:pt>
    <dgm:pt modelId="{6D8710D0-B6F6-4293-8FEA-C1A3D971C58B}" type="pres">
      <dgm:prSet presAssocID="{78F365E0-E2D0-441E-ABAC-6BC39688B380}" presName="horz1" presStyleCnt="0"/>
      <dgm:spPr/>
    </dgm:pt>
    <dgm:pt modelId="{6B85997E-6C33-49E1-8900-619F8D7DC555}" type="pres">
      <dgm:prSet presAssocID="{78F365E0-E2D0-441E-ABAC-6BC39688B380}" presName="tx1" presStyleLbl="revTx" presStyleIdx="0" presStyleCnt="9"/>
      <dgm:spPr/>
    </dgm:pt>
    <dgm:pt modelId="{CC39F36C-2C52-44A8-A1CC-F5736F5F7A4C}" type="pres">
      <dgm:prSet presAssocID="{78F365E0-E2D0-441E-ABAC-6BC39688B380}" presName="vert1" presStyleCnt="0"/>
      <dgm:spPr/>
    </dgm:pt>
    <dgm:pt modelId="{F72AB417-8A5E-43B7-A011-6C145955B08A}" type="pres">
      <dgm:prSet presAssocID="{36C42DB0-582C-4080-88DB-F3E26CCDB7AD}" presName="vertSpace2a" presStyleCnt="0"/>
      <dgm:spPr/>
    </dgm:pt>
    <dgm:pt modelId="{081B20B8-EAC1-4A81-A8A7-F6F24C78E051}" type="pres">
      <dgm:prSet presAssocID="{36C42DB0-582C-4080-88DB-F3E26CCDB7AD}" presName="horz2" presStyleCnt="0"/>
      <dgm:spPr/>
    </dgm:pt>
    <dgm:pt modelId="{1E757601-4092-40DE-A167-E803814CD0E4}" type="pres">
      <dgm:prSet presAssocID="{36C42DB0-582C-4080-88DB-F3E26CCDB7AD}" presName="horzSpace2" presStyleCnt="0"/>
      <dgm:spPr/>
    </dgm:pt>
    <dgm:pt modelId="{70FB11D0-38B6-4D07-82A7-9A1EA48C3086}" type="pres">
      <dgm:prSet presAssocID="{36C42DB0-582C-4080-88DB-F3E26CCDB7AD}" presName="tx2" presStyleLbl="revTx" presStyleIdx="1" presStyleCnt="9"/>
      <dgm:spPr/>
    </dgm:pt>
    <dgm:pt modelId="{FC54D624-D581-4C13-BBE8-6EC31066AF6C}" type="pres">
      <dgm:prSet presAssocID="{36C42DB0-582C-4080-88DB-F3E26CCDB7AD}" presName="vert2" presStyleCnt="0"/>
      <dgm:spPr/>
    </dgm:pt>
    <dgm:pt modelId="{3B4181D0-AEBF-4EBB-97B5-4AD392DB498F}" type="pres">
      <dgm:prSet presAssocID="{36C42DB0-582C-4080-88DB-F3E26CCDB7AD}" presName="thinLine2b" presStyleLbl="callout" presStyleIdx="0" presStyleCnt="7"/>
      <dgm:spPr/>
    </dgm:pt>
    <dgm:pt modelId="{5E93E018-7811-42D0-BA3E-58114A4EB66A}" type="pres">
      <dgm:prSet presAssocID="{36C42DB0-582C-4080-88DB-F3E26CCDB7AD}" presName="vertSpace2b" presStyleCnt="0"/>
      <dgm:spPr/>
    </dgm:pt>
    <dgm:pt modelId="{8C4217C9-A23C-4849-A343-28E63396D994}" type="pres">
      <dgm:prSet presAssocID="{1FAC2ACE-E57D-49CD-A1D9-777775C30E85}" presName="horz2" presStyleCnt="0"/>
      <dgm:spPr/>
    </dgm:pt>
    <dgm:pt modelId="{B5947705-B1B6-4519-8AEA-992C50B9D7C8}" type="pres">
      <dgm:prSet presAssocID="{1FAC2ACE-E57D-49CD-A1D9-777775C30E85}" presName="horzSpace2" presStyleCnt="0"/>
      <dgm:spPr/>
    </dgm:pt>
    <dgm:pt modelId="{02F97108-DC74-4E2C-8C5F-07BF13B27727}" type="pres">
      <dgm:prSet presAssocID="{1FAC2ACE-E57D-49CD-A1D9-777775C30E85}" presName="tx2" presStyleLbl="revTx" presStyleIdx="2" presStyleCnt="9"/>
      <dgm:spPr/>
    </dgm:pt>
    <dgm:pt modelId="{1B2BE104-3064-4CF9-8D7C-47EAB254C3ED}" type="pres">
      <dgm:prSet presAssocID="{1FAC2ACE-E57D-49CD-A1D9-777775C30E85}" presName="vert2" presStyleCnt="0"/>
      <dgm:spPr/>
    </dgm:pt>
    <dgm:pt modelId="{F9D77DF6-18BC-47B0-AE53-D1B66DF9F16B}" type="pres">
      <dgm:prSet presAssocID="{1FAC2ACE-E57D-49CD-A1D9-777775C30E85}" presName="thinLine2b" presStyleLbl="callout" presStyleIdx="1" presStyleCnt="7"/>
      <dgm:spPr/>
    </dgm:pt>
    <dgm:pt modelId="{A0D9632C-FE2D-4807-B9C2-9FB1A073D6E4}" type="pres">
      <dgm:prSet presAssocID="{1FAC2ACE-E57D-49CD-A1D9-777775C30E85}" presName="vertSpace2b" presStyleCnt="0"/>
      <dgm:spPr/>
    </dgm:pt>
    <dgm:pt modelId="{E9B537F5-9EFE-4220-B7F8-73EBF11D0166}" type="pres">
      <dgm:prSet presAssocID="{FF86371F-0AD7-44EB-8469-7F8E2BA502F8}" presName="horz2" presStyleCnt="0"/>
      <dgm:spPr/>
    </dgm:pt>
    <dgm:pt modelId="{41B8BF75-95E2-43E4-AE00-9882DB8FE525}" type="pres">
      <dgm:prSet presAssocID="{FF86371F-0AD7-44EB-8469-7F8E2BA502F8}" presName="horzSpace2" presStyleCnt="0"/>
      <dgm:spPr/>
    </dgm:pt>
    <dgm:pt modelId="{3394D178-1313-4DBA-826C-127C91C55410}" type="pres">
      <dgm:prSet presAssocID="{FF86371F-0AD7-44EB-8469-7F8E2BA502F8}" presName="tx2" presStyleLbl="revTx" presStyleIdx="3" presStyleCnt="9"/>
      <dgm:spPr/>
    </dgm:pt>
    <dgm:pt modelId="{B23E4A90-B339-4E47-AFC9-EF805BD858FB}" type="pres">
      <dgm:prSet presAssocID="{FF86371F-0AD7-44EB-8469-7F8E2BA502F8}" presName="vert2" presStyleCnt="0"/>
      <dgm:spPr/>
    </dgm:pt>
    <dgm:pt modelId="{229BAD5B-7EEB-4B02-8079-BD1E50B7A3F5}" type="pres">
      <dgm:prSet presAssocID="{FF86371F-0AD7-44EB-8469-7F8E2BA502F8}" presName="thinLine2b" presStyleLbl="callout" presStyleIdx="2" presStyleCnt="7"/>
      <dgm:spPr/>
    </dgm:pt>
    <dgm:pt modelId="{469ED47A-CC15-4FE6-A37E-C4073D99846F}" type="pres">
      <dgm:prSet presAssocID="{FF86371F-0AD7-44EB-8469-7F8E2BA502F8}" presName="vertSpace2b" presStyleCnt="0"/>
      <dgm:spPr/>
    </dgm:pt>
    <dgm:pt modelId="{BC8D4189-3B92-453C-9DB3-A77CB40AE29C}" type="pres">
      <dgm:prSet presAssocID="{12B1AB31-3BA2-43E9-B2E6-4202FDBBBCA7}" presName="thickLine" presStyleLbl="alignNode1" presStyleIdx="1" presStyleCnt="2"/>
      <dgm:spPr/>
    </dgm:pt>
    <dgm:pt modelId="{05E8AA68-6A15-4306-A078-D62443A3114B}" type="pres">
      <dgm:prSet presAssocID="{12B1AB31-3BA2-43E9-B2E6-4202FDBBBCA7}" presName="horz1" presStyleCnt="0"/>
      <dgm:spPr/>
    </dgm:pt>
    <dgm:pt modelId="{E5F5FEC6-EF4E-4F48-A82C-DEB0B909048E}" type="pres">
      <dgm:prSet presAssocID="{12B1AB31-3BA2-43E9-B2E6-4202FDBBBCA7}" presName="tx1" presStyleLbl="revTx" presStyleIdx="4" presStyleCnt="9"/>
      <dgm:spPr/>
    </dgm:pt>
    <dgm:pt modelId="{73D04E17-B4F8-48F9-88A4-7F4559BE9403}" type="pres">
      <dgm:prSet presAssocID="{12B1AB31-3BA2-43E9-B2E6-4202FDBBBCA7}" presName="vert1" presStyleCnt="0"/>
      <dgm:spPr/>
    </dgm:pt>
    <dgm:pt modelId="{5DF12B3F-71C5-4022-83EF-A44A36FBEA85}" type="pres">
      <dgm:prSet presAssocID="{C5F15CA3-36C8-4922-9457-199AF5854041}" presName="vertSpace2a" presStyleCnt="0"/>
      <dgm:spPr/>
    </dgm:pt>
    <dgm:pt modelId="{0FF20A23-AF70-46AC-8CD5-1BF81333B0DA}" type="pres">
      <dgm:prSet presAssocID="{C5F15CA3-36C8-4922-9457-199AF5854041}" presName="horz2" presStyleCnt="0"/>
      <dgm:spPr/>
    </dgm:pt>
    <dgm:pt modelId="{4F61ACA6-F265-4629-AFA0-39F18EE4DD87}" type="pres">
      <dgm:prSet presAssocID="{C5F15CA3-36C8-4922-9457-199AF5854041}" presName="horzSpace2" presStyleCnt="0"/>
      <dgm:spPr/>
    </dgm:pt>
    <dgm:pt modelId="{32BDA854-2CBB-431F-8110-0A2B61837F0F}" type="pres">
      <dgm:prSet presAssocID="{C5F15CA3-36C8-4922-9457-199AF5854041}" presName="tx2" presStyleLbl="revTx" presStyleIdx="5" presStyleCnt="9"/>
      <dgm:spPr/>
    </dgm:pt>
    <dgm:pt modelId="{BA1EB745-1D05-4C2A-BF7D-06DCC797E410}" type="pres">
      <dgm:prSet presAssocID="{C5F15CA3-36C8-4922-9457-199AF5854041}" presName="vert2" presStyleCnt="0"/>
      <dgm:spPr/>
    </dgm:pt>
    <dgm:pt modelId="{DD9B1526-CD60-4D9D-AFFE-5491C51D9FA8}" type="pres">
      <dgm:prSet presAssocID="{C5F15CA3-36C8-4922-9457-199AF5854041}" presName="thinLine2b" presStyleLbl="callout" presStyleIdx="3" presStyleCnt="7"/>
      <dgm:spPr/>
    </dgm:pt>
    <dgm:pt modelId="{C6C68B9A-77F7-42B4-AA1A-1B82F20AA963}" type="pres">
      <dgm:prSet presAssocID="{C5F15CA3-36C8-4922-9457-199AF5854041}" presName="vertSpace2b" presStyleCnt="0"/>
      <dgm:spPr/>
    </dgm:pt>
    <dgm:pt modelId="{EAA6E5F1-B478-40B7-A7A8-E1CB851B116C}" type="pres">
      <dgm:prSet presAssocID="{8DFF30CF-417E-47CC-AAEC-F2D53E0E6CB6}" presName="horz2" presStyleCnt="0"/>
      <dgm:spPr/>
    </dgm:pt>
    <dgm:pt modelId="{9F1C5219-6CC9-4E68-A568-A7D54AC6890C}" type="pres">
      <dgm:prSet presAssocID="{8DFF30CF-417E-47CC-AAEC-F2D53E0E6CB6}" presName="horzSpace2" presStyleCnt="0"/>
      <dgm:spPr/>
    </dgm:pt>
    <dgm:pt modelId="{9C010D5D-28B6-4CA5-B74B-859C8154D02E}" type="pres">
      <dgm:prSet presAssocID="{8DFF30CF-417E-47CC-AAEC-F2D53E0E6CB6}" presName="tx2" presStyleLbl="revTx" presStyleIdx="6" presStyleCnt="9"/>
      <dgm:spPr/>
    </dgm:pt>
    <dgm:pt modelId="{1D77B37F-FEC9-405D-860A-3387F493C6F8}" type="pres">
      <dgm:prSet presAssocID="{8DFF30CF-417E-47CC-AAEC-F2D53E0E6CB6}" presName="vert2" presStyleCnt="0"/>
      <dgm:spPr/>
    </dgm:pt>
    <dgm:pt modelId="{FAF7D4B2-A59D-4F3E-B6BC-9FD9242CFFC6}" type="pres">
      <dgm:prSet presAssocID="{8DFF30CF-417E-47CC-AAEC-F2D53E0E6CB6}" presName="thinLine2b" presStyleLbl="callout" presStyleIdx="4" presStyleCnt="7"/>
      <dgm:spPr/>
    </dgm:pt>
    <dgm:pt modelId="{65DA07B0-5711-4927-B41F-FE0E002E1F51}" type="pres">
      <dgm:prSet presAssocID="{8DFF30CF-417E-47CC-AAEC-F2D53E0E6CB6}" presName="vertSpace2b" presStyleCnt="0"/>
      <dgm:spPr/>
    </dgm:pt>
    <dgm:pt modelId="{9B2FAA21-DC36-43D7-A865-578028FF8E32}" type="pres">
      <dgm:prSet presAssocID="{BB593085-D165-4EB3-B3D5-C990934788D2}" presName="horz2" presStyleCnt="0"/>
      <dgm:spPr/>
    </dgm:pt>
    <dgm:pt modelId="{A0697E8D-0FF6-4093-B10F-121B0E8D29B7}" type="pres">
      <dgm:prSet presAssocID="{BB593085-D165-4EB3-B3D5-C990934788D2}" presName="horzSpace2" presStyleCnt="0"/>
      <dgm:spPr/>
    </dgm:pt>
    <dgm:pt modelId="{1B1B93B7-4760-413D-A7CE-85EC645D7FDA}" type="pres">
      <dgm:prSet presAssocID="{BB593085-D165-4EB3-B3D5-C990934788D2}" presName="tx2" presStyleLbl="revTx" presStyleIdx="7" presStyleCnt="9"/>
      <dgm:spPr/>
    </dgm:pt>
    <dgm:pt modelId="{CCB599D2-E991-4F90-B057-DF544CAC557E}" type="pres">
      <dgm:prSet presAssocID="{BB593085-D165-4EB3-B3D5-C990934788D2}" presName="vert2" presStyleCnt="0"/>
      <dgm:spPr/>
    </dgm:pt>
    <dgm:pt modelId="{203779F5-AE3A-44EC-88F2-6432BCE2C850}" type="pres">
      <dgm:prSet presAssocID="{BB593085-D165-4EB3-B3D5-C990934788D2}" presName="thinLine2b" presStyleLbl="callout" presStyleIdx="5" presStyleCnt="7"/>
      <dgm:spPr/>
    </dgm:pt>
    <dgm:pt modelId="{2BAE6386-D7CD-4139-B1B3-F224145DE491}" type="pres">
      <dgm:prSet presAssocID="{BB593085-D165-4EB3-B3D5-C990934788D2}" presName="vertSpace2b" presStyleCnt="0"/>
      <dgm:spPr/>
    </dgm:pt>
    <dgm:pt modelId="{70CA219A-3551-417A-9F17-AB0EB261DD77}" type="pres">
      <dgm:prSet presAssocID="{CCE5B9EF-F7FD-4A0F-AC7C-A56F24BA27F6}" presName="horz2" presStyleCnt="0"/>
      <dgm:spPr/>
    </dgm:pt>
    <dgm:pt modelId="{8EE0B0A8-6DD4-4B43-B220-4F572234E245}" type="pres">
      <dgm:prSet presAssocID="{CCE5B9EF-F7FD-4A0F-AC7C-A56F24BA27F6}" presName="horzSpace2" presStyleCnt="0"/>
      <dgm:spPr/>
    </dgm:pt>
    <dgm:pt modelId="{34F06974-D777-4AE0-A778-BC3CEA34D31F}" type="pres">
      <dgm:prSet presAssocID="{CCE5B9EF-F7FD-4A0F-AC7C-A56F24BA27F6}" presName="tx2" presStyleLbl="revTx" presStyleIdx="8" presStyleCnt="9"/>
      <dgm:spPr/>
    </dgm:pt>
    <dgm:pt modelId="{8B2D28B6-655E-4747-80EB-7777AE9CD21C}" type="pres">
      <dgm:prSet presAssocID="{CCE5B9EF-F7FD-4A0F-AC7C-A56F24BA27F6}" presName="vert2" presStyleCnt="0"/>
      <dgm:spPr/>
    </dgm:pt>
    <dgm:pt modelId="{EA544809-88C8-40CA-8BA4-D99B7976AF37}" type="pres">
      <dgm:prSet presAssocID="{CCE5B9EF-F7FD-4A0F-AC7C-A56F24BA27F6}" presName="thinLine2b" presStyleLbl="callout" presStyleIdx="6" presStyleCnt="7"/>
      <dgm:spPr/>
    </dgm:pt>
    <dgm:pt modelId="{3CE9C9DF-BE56-48BA-934E-7BE59AA61748}" type="pres">
      <dgm:prSet presAssocID="{CCE5B9EF-F7FD-4A0F-AC7C-A56F24BA27F6}" presName="vertSpace2b" presStyleCnt="0"/>
      <dgm:spPr/>
    </dgm:pt>
  </dgm:ptLst>
  <dgm:cxnLst>
    <dgm:cxn modelId="{01B79607-DEB9-4F83-8AC7-415ED0ECDD48}" type="presOf" srcId="{36C42DB0-582C-4080-88DB-F3E26CCDB7AD}" destId="{70FB11D0-38B6-4D07-82A7-9A1EA48C3086}" srcOrd="0" destOrd="0" presId="urn:microsoft.com/office/officeart/2008/layout/LinedList"/>
    <dgm:cxn modelId="{9AF5D41A-66C5-4DD3-AD28-147E6860AC06}" srcId="{A76B4F2C-478A-4D59-8526-A6650EFD9382}" destId="{12B1AB31-3BA2-43E9-B2E6-4202FDBBBCA7}" srcOrd="1" destOrd="0" parTransId="{238863BC-507C-4EA4-80F5-162D2EEC7185}" sibTransId="{D42D938B-7CB2-4A04-B527-2167C023D2A2}"/>
    <dgm:cxn modelId="{B71DE926-8E30-4ADA-87EB-166AC5B405C4}" type="presOf" srcId="{12B1AB31-3BA2-43E9-B2E6-4202FDBBBCA7}" destId="{E5F5FEC6-EF4E-4F48-A82C-DEB0B909048E}" srcOrd="0" destOrd="0" presId="urn:microsoft.com/office/officeart/2008/layout/LinedList"/>
    <dgm:cxn modelId="{41EC934C-51D8-485E-A8A3-338E487FCD49}" srcId="{12B1AB31-3BA2-43E9-B2E6-4202FDBBBCA7}" destId="{C5F15CA3-36C8-4922-9457-199AF5854041}" srcOrd="0" destOrd="0" parTransId="{24A0E553-C496-48E2-BDA8-B24CAACD1178}" sibTransId="{FF898389-C79F-4F97-83BC-624F01010669}"/>
    <dgm:cxn modelId="{3313E972-6088-4E00-904A-22ED4B835462}" srcId="{78F365E0-E2D0-441E-ABAC-6BC39688B380}" destId="{36C42DB0-582C-4080-88DB-F3E26CCDB7AD}" srcOrd="0" destOrd="0" parTransId="{E2C1A73E-02F3-4EFC-96C9-65249B7E5F41}" sibTransId="{A5742528-1463-4F89-9C88-5354807599A2}"/>
    <dgm:cxn modelId="{9958A481-D00A-4B13-9F8F-02B6FDBD061B}" type="presOf" srcId="{8DFF30CF-417E-47CC-AAEC-F2D53E0E6CB6}" destId="{9C010D5D-28B6-4CA5-B74B-859C8154D02E}" srcOrd="0" destOrd="0" presId="urn:microsoft.com/office/officeart/2008/layout/LinedList"/>
    <dgm:cxn modelId="{9ADD3086-0FB3-419C-A98F-A06E2279173A}" type="presOf" srcId="{BB593085-D165-4EB3-B3D5-C990934788D2}" destId="{1B1B93B7-4760-413D-A7CE-85EC645D7FDA}" srcOrd="0" destOrd="0" presId="urn:microsoft.com/office/officeart/2008/layout/LinedList"/>
    <dgm:cxn modelId="{2011DD86-31BC-47C2-A9F0-247668E65DD8}" type="presOf" srcId="{1FAC2ACE-E57D-49CD-A1D9-777775C30E85}" destId="{02F97108-DC74-4E2C-8C5F-07BF13B27727}" srcOrd="0" destOrd="0" presId="urn:microsoft.com/office/officeart/2008/layout/LinedList"/>
    <dgm:cxn modelId="{D3B79C95-96DA-4194-BD5B-FD253F99FD1F}" srcId="{12B1AB31-3BA2-43E9-B2E6-4202FDBBBCA7}" destId="{BB593085-D165-4EB3-B3D5-C990934788D2}" srcOrd="2" destOrd="0" parTransId="{2742336F-6C12-45BB-8F4F-CF38D58EEB16}" sibTransId="{D700D961-F936-4E57-B9D8-960D4DF87AD3}"/>
    <dgm:cxn modelId="{DA00809B-6BDE-4E31-8E12-F51BED26AC79}" srcId="{78F365E0-E2D0-441E-ABAC-6BC39688B380}" destId="{1FAC2ACE-E57D-49CD-A1D9-777775C30E85}" srcOrd="1" destOrd="0" parTransId="{6B18E5D1-6E82-4410-BA65-38A7C9FD1DD0}" sibTransId="{E1E56701-C4F7-4C99-A947-C14914984E11}"/>
    <dgm:cxn modelId="{3430ECA1-A6D4-4004-8A54-F1773BB0E8C3}" type="presOf" srcId="{CCE5B9EF-F7FD-4A0F-AC7C-A56F24BA27F6}" destId="{34F06974-D777-4AE0-A778-BC3CEA34D31F}" srcOrd="0" destOrd="0" presId="urn:microsoft.com/office/officeart/2008/layout/LinedList"/>
    <dgm:cxn modelId="{A9C43DB6-ABDF-40C1-9E94-B36FBB79EA7A}" type="presOf" srcId="{78F365E0-E2D0-441E-ABAC-6BC39688B380}" destId="{6B85997E-6C33-49E1-8900-619F8D7DC555}" srcOrd="0" destOrd="0" presId="urn:microsoft.com/office/officeart/2008/layout/LinedList"/>
    <dgm:cxn modelId="{85DFE3BE-0AF7-4D2C-BDD5-EBF7AC8896B2}" type="presOf" srcId="{FF86371F-0AD7-44EB-8469-7F8E2BA502F8}" destId="{3394D178-1313-4DBA-826C-127C91C55410}" srcOrd="0" destOrd="0" presId="urn:microsoft.com/office/officeart/2008/layout/LinedList"/>
    <dgm:cxn modelId="{27B8E5CD-A726-462C-B71E-E3DDD5D890B7}" srcId="{12B1AB31-3BA2-43E9-B2E6-4202FDBBBCA7}" destId="{CCE5B9EF-F7FD-4A0F-AC7C-A56F24BA27F6}" srcOrd="3" destOrd="0" parTransId="{62597EE7-9079-4D53-91A3-5CB6EAE97D59}" sibTransId="{233FF2FB-C144-471E-84A2-07E266A99971}"/>
    <dgm:cxn modelId="{6F660ED5-D6E6-4F77-BC5E-BC55EC66AA93}" type="presOf" srcId="{A76B4F2C-478A-4D59-8526-A6650EFD9382}" destId="{7698C8D5-468E-4F01-9664-259322B1727E}" srcOrd="0" destOrd="0" presId="urn:microsoft.com/office/officeart/2008/layout/LinedList"/>
    <dgm:cxn modelId="{4C6650DC-964C-422A-9F22-953DB4372F6B}" srcId="{78F365E0-E2D0-441E-ABAC-6BC39688B380}" destId="{FF86371F-0AD7-44EB-8469-7F8E2BA502F8}" srcOrd="2" destOrd="0" parTransId="{023199DF-5CEA-432E-9518-752CCE57F00B}" sibTransId="{2BA55D31-871C-4A05-9F21-65636DE89BC6}"/>
    <dgm:cxn modelId="{8DC723DE-D57E-4AAC-B806-3020338CE0F9}" srcId="{12B1AB31-3BA2-43E9-B2E6-4202FDBBBCA7}" destId="{8DFF30CF-417E-47CC-AAEC-F2D53E0E6CB6}" srcOrd="1" destOrd="0" parTransId="{BAD9A60B-34A9-4B53-986D-A0B14DB07EDD}" sibTransId="{F182DE03-FCEF-4C93-BB53-7AD384558A6F}"/>
    <dgm:cxn modelId="{0BD563F0-86F7-4833-A79D-101300A3CC3C}" srcId="{A76B4F2C-478A-4D59-8526-A6650EFD9382}" destId="{78F365E0-E2D0-441E-ABAC-6BC39688B380}" srcOrd="0" destOrd="0" parTransId="{F3DECB3C-3C86-4622-BFD1-1478AB177378}" sibTransId="{4B4CBEAE-3601-44AA-9223-0F6B9DDB41DF}"/>
    <dgm:cxn modelId="{E37C15F9-F23C-4C7C-900D-2B5683E76574}" type="presOf" srcId="{C5F15CA3-36C8-4922-9457-199AF5854041}" destId="{32BDA854-2CBB-431F-8110-0A2B61837F0F}" srcOrd="0" destOrd="0" presId="urn:microsoft.com/office/officeart/2008/layout/LinedList"/>
    <dgm:cxn modelId="{9E32D0CD-19D5-4DED-B00E-3D04ACBC42A9}" type="presParOf" srcId="{7698C8D5-468E-4F01-9664-259322B1727E}" destId="{D80DC9B3-EEF4-46B8-998A-D11A2892DE76}" srcOrd="0" destOrd="0" presId="urn:microsoft.com/office/officeart/2008/layout/LinedList"/>
    <dgm:cxn modelId="{6AC814EB-16A6-4E36-AC2A-62BBABE1BAC9}" type="presParOf" srcId="{7698C8D5-468E-4F01-9664-259322B1727E}" destId="{6D8710D0-B6F6-4293-8FEA-C1A3D971C58B}" srcOrd="1" destOrd="0" presId="urn:microsoft.com/office/officeart/2008/layout/LinedList"/>
    <dgm:cxn modelId="{D448F213-C4C7-4A36-B003-7EC2A58FCA1A}" type="presParOf" srcId="{6D8710D0-B6F6-4293-8FEA-C1A3D971C58B}" destId="{6B85997E-6C33-49E1-8900-619F8D7DC555}" srcOrd="0" destOrd="0" presId="urn:microsoft.com/office/officeart/2008/layout/LinedList"/>
    <dgm:cxn modelId="{4A58EA05-E6D4-4CAC-A952-11FCE0B9FE07}" type="presParOf" srcId="{6D8710D0-B6F6-4293-8FEA-C1A3D971C58B}" destId="{CC39F36C-2C52-44A8-A1CC-F5736F5F7A4C}" srcOrd="1" destOrd="0" presId="urn:microsoft.com/office/officeart/2008/layout/LinedList"/>
    <dgm:cxn modelId="{FA0EE33A-69A7-43E8-B420-CDE2254A4F14}" type="presParOf" srcId="{CC39F36C-2C52-44A8-A1CC-F5736F5F7A4C}" destId="{F72AB417-8A5E-43B7-A011-6C145955B08A}" srcOrd="0" destOrd="0" presId="urn:microsoft.com/office/officeart/2008/layout/LinedList"/>
    <dgm:cxn modelId="{63C474E4-9F78-49B5-8A83-82A92D700BB2}" type="presParOf" srcId="{CC39F36C-2C52-44A8-A1CC-F5736F5F7A4C}" destId="{081B20B8-EAC1-4A81-A8A7-F6F24C78E051}" srcOrd="1" destOrd="0" presId="urn:microsoft.com/office/officeart/2008/layout/LinedList"/>
    <dgm:cxn modelId="{CC0A2C64-8393-4186-91FF-93EAD617D453}" type="presParOf" srcId="{081B20B8-EAC1-4A81-A8A7-F6F24C78E051}" destId="{1E757601-4092-40DE-A167-E803814CD0E4}" srcOrd="0" destOrd="0" presId="urn:microsoft.com/office/officeart/2008/layout/LinedList"/>
    <dgm:cxn modelId="{D2553DFF-3B25-4EE4-9A9F-979AE3408D3D}" type="presParOf" srcId="{081B20B8-EAC1-4A81-A8A7-F6F24C78E051}" destId="{70FB11D0-38B6-4D07-82A7-9A1EA48C3086}" srcOrd="1" destOrd="0" presId="urn:microsoft.com/office/officeart/2008/layout/LinedList"/>
    <dgm:cxn modelId="{87475BE1-4B12-43ED-9E04-239A85F2C3A1}" type="presParOf" srcId="{081B20B8-EAC1-4A81-A8A7-F6F24C78E051}" destId="{FC54D624-D581-4C13-BBE8-6EC31066AF6C}" srcOrd="2" destOrd="0" presId="urn:microsoft.com/office/officeart/2008/layout/LinedList"/>
    <dgm:cxn modelId="{9F636671-70A7-44C8-BED5-281980DADEBB}" type="presParOf" srcId="{CC39F36C-2C52-44A8-A1CC-F5736F5F7A4C}" destId="{3B4181D0-AEBF-4EBB-97B5-4AD392DB498F}" srcOrd="2" destOrd="0" presId="urn:microsoft.com/office/officeart/2008/layout/LinedList"/>
    <dgm:cxn modelId="{A590B7D7-93AE-4CD3-84B5-B2A13C4FD36B}" type="presParOf" srcId="{CC39F36C-2C52-44A8-A1CC-F5736F5F7A4C}" destId="{5E93E018-7811-42D0-BA3E-58114A4EB66A}" srcOrd="3" destOrd="0" presId="urn:microsoft.com/office/officeart/2008/layout/LinedList"/>
    <dgm:cxn modelId="{8E2F8C95-41B8-4809-803F-ADE7AAA7B5E1}" type="presParOf" srcId="{CC39F36C-2C52-44A8-A1CC-F5736F5F7A4C}" destId="{8C4217C9-A23C-4849-A343-28E63396D994}" srcOrd="4" destOrd="0" presId="urn:microsoft.com/office/officeart/2008/layout/LinedList"/>
    <dgm:cxn modelId="{E0C303FB-0B3B-4838-B0A3-A55E048BBCD5}" type="presParOf" srcId="{8C4217C9-A23C-4849-A343-28E63396D994}" destId="{B5947705-B1B6-4519-8AEA-992C50B9D7C8}" srcOrd="0" destOrd="0" presId="urn:microsoft.com/office/officeart/2008/layout/LinedList"/>
    <dgm:cxn modelId="{796E26DD-00D5-437F-977F-17FCFB0E8C93}" type="presParOf" srcId="{8C4217C9-A23C-4849-A343-28E63396D994}" destId="{02F97108-DC74-4E2C-8C5F-07BF13B27727}" srcOrd="1" destOrd="0" presId="urn:microsoft.com/office/officeart/2008/layout/LinedList"/>
    <dgm:cxn modelId="{8D99443B-29CD-4D48-B86B-9A342B53DB28}" type="presParOf" srcId="{8C4217C9-A23C-4849-A343-28E63396D994}" destId="{1B2BE104-3064-4CF9-8D7C-47EAB254C3ED}" srcOrd="2" destOrd="0" presId="urn:microsoft.com/office/officeart/2008/layout/LinedList"/>
    <dgm:cxn modelId="{6A964DDD-E69F-42E8-ABE2-606A3EB95962}" type="presParOf" srcId="{CC39F36C-2C52-44A8-A1CC-F5736F5F7A4C}" destId="{F9D77DF6-18BC-47B0-AE53-D1B66DF9F16B}" srcOrd="5" destOrd="0" presId="urn:microsoft.com/office/officeart/2008/layout/LinedList"/>
    <dgm:cxn modelId="{0A103BD8-1372-4C20-BC86-CDEEC738CFC1}" type="presParOf" srcId="{CC39F36C-2C52-44A8-A1CC-F5736F5F7A4C}" destId="{A0D9632C-FE2D-4807-B9C2-9FB1A073D6E4}" srcOrd="6" destOrd="0" presId="urn:microsoft.com/office/officeart/2008/layout/LinedList"/>
    <dgm:cxn modelId="{242C7B18-28DD-4FFC-95E5-FCBC7B4FFA01}" type="presParOf" srcId="{CC39F36C-2C52-44A8-A1CC-F5736F5F7A4C}" destId="{E9B537F5-9EFE-4220-B7F8-73EBF11D0166}" srcOrd="7" destOrd="0" presId="urn:microsoft.com/office/officeart/2008/layout/LinedList"/>
    <dgm:cxn modelId="{298D7669-30D8-4DC2-AFC0-BCB3EBD3870A}" type="presParOf" srcId="{E9B537F5-9EFE-4220-B7F8-73EBF11D0166}" destId="{41B8BF75-95E2-43E4-AE00-9882DB8FE525}" srcOrd="0" destOrd="0" presId="urn:microsoft.com/office/officeart/2008/layout/LinedList"/>
    <dgm:cxn modelId="{CBE8548A-E422-48D1-98A4-A41F1EA0056A}" type="presParOf" srcId="{E9B537F5-9EFE-4220-B7F8-73EBF11D0166}" destId="{3394D178-1313-4DBA-826C-127C91C55410}" srcOrd="1" destOrd="0" presId="urn:microsoft.com/office/officeart/2008/layout/LinedList"/>
    <dgm:cxn modelId="{946695AC-6A2F-4633-9D1F-3933E09BFA4D}" type="presParOf" srcId="{E9B537F5-9EFE-4220-B7F8-73EBF11D0166}" destId="{B23E4A90-B339-4E47-AFC9-EF805BD858FB}" srcOrd="2" destOrd="0" presId="urn:microsoft.com/office/officeart/2008/layout/LinedList"/>
    <dgm:cxn modelId="{C8AC8061-55AD-4F1F-B6A5-086CE4715D1C}" type="presParOf" srcId="{CC39F36C-2C52-44A8-A1CC-F5736F5F7A4C}" destId="{229BAD5B-7EEB-4B02-8079-BD1E50B7A3F5}" srcOrd="8" destOrd="0" presId="urn:microsoft.com/office/officeart/2008/layout/LinedList"/>
    <dgm:cxn modelId="{66702831-FA61-438E-8DBE-DCDD5FB78D12}" type="presParOf" srcId="{CC39F36C-2C52-44A8-A1CC-F5736F5F7A4C}" destId="{469ED47A-CC15-4FE6-A37E-C4073D99846F}" srcOrd="9" destOrd="0" presId="urn:microsoft.com/office/officeart/2008/layout/LinedList"/>
    <dgm:cxn modelId="{F671D67A-4D1A-410F-B1B1-F8FDC762E3DA}" type="presParOf" srcId="{7698C8D5-468E-4F01-9664-259322B1727E}" destId="{BC8D4189-3B92-453C-9DB3-A77CB40AE29C}" srcOrd="2" destOrd="0" presId="urn:microsoft.com/office/officeart/2008/layout/LinedList"/>
    <dgm:cxn modelId="{CC33D222-02EC-4A32-8C55-3546F6A084BD}" type="presParOf" srcId="{7698C8D5-468E-4F01-9664-259322B1727E}" destId="{05E8AA68-6A15-4306-A078-D62443A3114B}" srcOrd="3" destOrd="0" presId="urn:microsoft.com/office/officeart/2008/layout/LinedList"/>
    <dgm:cxn modelId="{ABA6059B-D744-4A3B-96C8-DA557BB2DC2B}" type="presParOf" srcId="{05E8AA68-6A15-4306-A078-D62443A3114B}" destId="{E5F5FEC6-EF4E-4F48-A82C-DEB0B909048E}" srcOrd="0" destOrd="0" presId="urn:microsoft.com/office/officeart/2008/layout/LinedList"/>
    <dgm:cxn modelId="{0F4EB25D-EFB2-453B-ABE8-606967529D34}" type="presParOf" srcId="{05E8AA68-6A15-4306-A078-D62443A3114B}" destId="{73D04E17-B4F8-48F9-88A4-7F4559BE9403}" srcOrd="1" destOrd="0" presId="urn:microsoft.com/office/officeart/2008/layout/LinedList"/>
    <dgm:cxn modelId="{9D4E5069-481A-40C0-89AD-C981F103F969}" type="presParOf" srcId="{73D04E17-B4F8-48F9-88A4-7F4559BE9403}" destId="{5DF12B3F-71C5-4022-83EF-A44A36FBEA85}" srcOrd="0" destOrd="0" presId="urn:microsoft.com/office/officeart/2008/layout/LinedList"/>
    <dgm:cxn modelId="{4A1EDBB2-1209-4632-9815-A3614D38B568}" type="presParOf" srcId="{73D04E17-B4F8-48F9-88A4-7F4559BE9403}" destId="{0FF20A23-AF70-46AC-8CD5-1BF81333B0DA}" srcOrd="1" destOrd="0" presId="urn:microsoft.com/office/officeart/2008/layout/LinedList"/>
    <dgm:cxn modelId="{302C33D2-2CFA-4B67-806B-F709927B500A}" type="presParOf" srcId="{0FF20A23-AF70-46AC-8CD5-1BF81333B0DA}" destId="{4F61ACA6-F265-4629-AFA0-39F18EE4DD87}" srcOrd="0" destOrd="0" presId="urn:microsoft.com/office/officeart/2008/layout/LinedList"/>
    <dgm:cxn modelId="{F6DEC7BA-E43E-4CF9-B1F0-11587EEE58D9}" type="presParOf" srcId="{0FF20A23-AF70-46AC-8CD5-1BF81333B0DA}" destId="{32BDA854-2CBB-431F-8110-0A2B61837F0F}" srcOrd="1" destOrd="0" presId="urn:microsoft.com/office/officeart/2008/layout/LinedList"/>
    <dgm:cxn modelId="{C57CE65B-A6F4-4D71-A576-61CB87FEC60F}" type="presParOf" srcId="{0FF20A23-AF70-46AC-8CD5-1BF81333B0DA}" destId="{BA1EB745-1D05-4C2A-BF7D-06DCC797E410}" srcOrd="2" destOrd="0" presId="urn:microsoft.com/office/officeart/2008/layout/LinedList"/>
    <dgm:cxn modelId="{4F190110-1F5D-4038-A348-9B5CFBACB900}" type="presParOf" srcId="{73D04E17-B4F8-48F9-88A4-7F4559BE9403}" destId="{DD9B1526-CD60-4D9D-AFFE-5491C51D9FA8}" srcOrd="2" destOrd="0" presId="urn:microsoft.com/office/officeart/2008/layout/LinedList"/>
    <dgm:cxn modelId="{8FB1E025-C65D-4825-B2EC-231FBB4CA654}" type="presParOf" srcId="{73D04E17-B4F8-48F9-88A4-7F4559BE9403}" destId="{C6C68B9A-77F7-42B4-AA1A-1B82F20AA963}" srcOrd="3" destOrd="0" presId="urn:microsoft.com/office/officeart/2008/layout/LinedList"/>
    <dgm:cxn modelId="{68F1F3F7-040A-43FF-ABA8-B152ADED033F}" type="presParOf" srcId="{73D04E17-B4F8-48F9-88A4-7F4559BE9403}" destId="{EAA6E5F1-B478-40B7-A7A8-E1CB851B116C}" srcOrd="4" destOrd="0" presId="urn:microsoft.com/office/officeart/2008/layout/LinedList"/>
    <dgm:cxn modelId="{D29E3764-5E90-45AE-B872-9743BDA7AC2F}" type="presParOf" srcId="{EAA6E5F1-B478-40B7-A7A8-E1CB851B116C}" destId="{9F1C5219-6CC9-4E68-A568-A7D54AC6890C}" srcOrd="0" destOrd="0" presId="urn:microsoft.com/office/officeart/2008/layout/LinedList"/>
    <dgm:cxn modelId="{80B634EE-5E85-439C-8A39-3917CD6A23A8}" type="presParOf" srcId="{EAA6E5F1-B478-40B7-A7A8-E1CB851B116C}" destId="{9C010D5D-28B6-4CA5-B74B-859C8154D02E}" srcOrd="1" destOrd="0" presId="urn:microsoft.com/office/officeart/2008/layout/LinedList"/>
    <dgm:cxn modelId="{CF5C35DF-9007-4F31-BAF3-CD432B6100AD}" type="presParOf" srcId="{EAA6E5F1-B478-40B7-A7A8-E1CB851B116C}" destId="{1D77B37F-FEC9-405D-860A-3387F493C6F8}" srcOrd="2" destOrd="0" presId="urn:microsoft.com/office/officeart/2008/layout/LinedList"/>
    <dgm:cxn modelId="{4FD3F103-A686-4BB1-BAAF-06FDF9A88587}" type="presParOf" srcId="{73D04E17-B4F8-48F9-88A4-7F4559BE9403}" destId="{FAF7D4B2-A59D-4F3E-B6BC-9FD9242CFFC6}" srcOrd="5" destOrd="0" presId="urn:microsoft.com/office/officeart/2008/layout/LinedList"/>
    <dgm:cxn modelId="{3EDA7F10-52A3-44B2-99AD-6D97C911DB8D}" type="presParOf" srcId="{73D04E17-B4F8-48F9-88A4-7F4559BE9403}" destId="{65DA07B0-5711-4927-B41F-FE0E002E1F51}" srcOrd="6" destOrd="0" presId="urn:microsoft.com/office/officeart/2008/layout/LinedList"/>
    <dgm:cxn modelId="{04766F96-9472-4130-876A-70F4F76264F5}" type="presParOf" srcId="{73D04E17-B4F8-48F9-88A4-7F4559BE9403}" destId="{9B2FAA21-DC36-43D7-A865-578028FF8E32}" srcOrd="7" destOrd="0" presId="urn:microsoft.com/office/officeart/2008/layout/LinedList"/>
    <dgm:cxn modelId="{167C721B-29BE-4592-9ABB-40BF85BC2D67}" type="presParOf" srcId="{9B2FAA21-DC36-43D7-A865-578028FF8E32}" destId="{A0697E8D-0FF6-4093-B10F-121B0E8D29B7}" srcOrd="0" destOrd="0" presId="urn:microsoft.com/office/officeart/2008/layout/LinedList"/>
    <dgm:cxn modelId="{BBC2544F-D487-4F9E-AC0D-697D39E0F6E6}" type="presParOf" srcId="{9B2FAA21-DC36-43D7-A865-578028FF8E32}" destId="{1B1B93B7-4760-413D-A7CE-85EC645D7FDA}" srcOrd="1" destOrd="0" presId="urn:microsoft.com/office/officeart/2008/layout/LinedList"/>
    <dgm:cxn modelId="{687735E3-3D05-4A73-97B3-43EFAB0925DA}" type="presParOf" srcId="{9B2FAA21-DC36-43D7-A865-578028FF8E32}" destId="{CCB599D2-E991-4F90-B057-DF544CAC557E}" srcOrd="2" destOrd="0" presId="urn:microsoft.com/office/officeart/2008/layout/LinedList"/>
    <dgm:cxn modelId="{7ED7C033-C246-4B49-85FB-A7CEE0A58E6A}" type="presParOf" srcId="{73D04E17-B4F8-48F9-88A4-7F4559BE9403}" destId="{203779F5-AE3A-44EC-88F2-6432BCE2C850}" srcOrd="8" destOrd="0" presId="urn:microsoft.com/office/officeart/2008/layout/LinedList"/>
    <dgm:cxn modelId="{8C23C7E4-113E-4100-BA6F-57D687349C63}" type="presParOf" srcId="{73D04E17-B4F8-48F9-88A4-7F4559BE9403}" destId="{2BAE6386-D7CD-4139-B1B3-F224145DE491}" srcOrd="9" destOrd="0" presId="urn:microsoft.com/office/officeart/2008/layout/LinedList"/>
    <dgm:cxn modelId="{828764B8-824E-48CB-A9F5-0FEA79AD549B}" type="presParOf" srcId="{73D04E17-B4F8-48F9-88A4-7F4559BE9403}" destId="{70CA219A-3551-417A-9F17-AB0EB261DD77}" srcOrd="10" destOrd="0" presId="urn:microsoft.com/office/officeart/2008/layout/LinedList"/>
    <dgm:cxn modelId="{49D4D76C-018F-43E3-A163-D88D697A922E}" type="presParOf" srcId="{70CA219A-3551-417A-9F17-AB0EB261DD77}" destId="{8EE0B0A8-6DD4-4B43-B220-4F572234E245}" srcOrd="0" destOrd="0" presId="urn:microsoft.com/office/officeart/2008/layout/LinedList"/>
    <dgm:cxn modelId="{BA04CED7-064F-4F8E-9E74-8DC1D4945988}" type="presParOf" srcId="{70CA219A-3551-417A-9F17-AB0EB261DD77}" destId="{34F06974-D777-4AE0-A778-BC3CEA34D31F}" srcOrd="1" destOrd="0" presId="urn:microsoft.com/office/officeart/2008/layout/LinedList"/>
    <dgm:cxn modelId="{BB6F7895-9A7B-484F-BA8F-D463AB13A7D0}" type="presParOf" srcId="{70CA219A-3551-417A-9F17-AB0EB261DD77}" destId="{8B2D28B6-655E-4747-80EB-7777AE9CD21C}" srcOrd="2" destOrd="0" presId="urn:microsoft.com/office/officeart/2008/layout/LinedList"/>
    <dgm:cxn modelId="{C12C5A9D-BFA0-48D3-8E22-62531030E91A}" type="presParOf" srcId="{73D04E17-B4F8-48F9-88A4-7F4559BE9403}" destId="{EA544809-88C8-40CA-8BA4-D99B7976AF37}" srcOrd="11" destOrd="0" presId="urn:microsoft.com/office/officeart/2008/layout/LinedList"/>
    <dgm:cxn modelId="{88877BDD-7CDA-4D5D-8CBB-E8692FE4661F}" type="presParOf" srcId="{73D04E17-B4F8-48F9-88A4-7F4559BE9403}" destId="{3CE9C9DF-BE56-48BA-934E-7BE59AA61748}"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ED7C9D7-A95C-4667-B576-11079FAE4E45}"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100341A5-A327-4CC4-A623-82D7CB9894ED}">
      <dgm:prSet/>
      <dgm:spPr/>
      <dgm:t>
        <a:bodyPr/>
        <a:lstStyle/>
        <a:p>
          <a:r>
            <a:rPr lang="en-US"/>
            <a:t>3. Best Model Selection</a:t>
          </a:r>
        </a:p>
      </dgm:t>
    </dgm:pt>
    <dgm:pt modelId="{EDF77E81-FE2D-4013-99EB-4A2DE342A727}" type="parTrans" cxnId="{A74F8B49-B5D5-45F5-8B5A-DA76245E8A5F}">
      <dgm:prSet/>
      <dgm:spPr/>
      <dgm:t>
        <a:bodyPr/>
        <a:lstStyle/>
        <a:p>
          <a:endParaRPr lang="en-US"/>
        </a:p>
      </dgm:t>
    </dgm:pt>
    <dgm:pt modelId="{65D11E6C-77CD-452A-A17A-D7ADE51AF764}" type="sibTrans" cxnId="{A74F8B49-B5D5-45F5-8B5A-DA76245E8A5F}">
      <dgm:prSet/>
      <dgm:spPr/>
      <dgm:t>
        <a:bodyPr/>
        <a:lstStyle/>
        <a:p>
          <a:endParaRPr lang="en-US"/>
        </a:p>
      </dgm:t>
    </dgm:pt>
    <dgm:pt modelId="{2A40E691-B5C7-4D48-BE57-D2B429459416}">
      <dgm:prSet/>
      <dgm:spPr/>
      <dgm:t>
        <a:bodyPr/>
        <a:lstStyle/>
        <a:p>
          <a:r>
            <a:rPr lang="en-US"/>
            <a:t>- Compared all strategies including combined approach</a:t>
          </a:r>
        </a:p>
      </dgm:t>
    </dgm:pt>
    <dgm:pt modelId="{0E146191-C40A-447E-87C7-2537443817FB}" type="parTrans" cxnId="{2EFBC985-05F9-4803-83C4-4F21895A4A7A}">
      <dgm:prSet/>
      <dgm:spPr/>
      <dgm:t>
        <a:bodyPr/>
        <a:lstStyle/>
        <a:p>
          <a:endParaRPr lang="en-US"/>
        </a:p>
      </dgm:t>
    </dgm:pt>
    <dgm:pt modelId="{55F6DC1E-A355-4F2D-9F6A-0C769EF4D8EE}" type="sibTrans" cxnId="{2EFBC985-05F9-4803-83C4-4F21895A4A7A}">
      <dgm:prSet/>
      <dgm:spPr/>
      <dgm:t>
        <a:bodyPr/>
        <a:lstStyle/>
        <a:p>
          <a:endParaRPr lang="en-US"/>
        </a:p>
      </dgm:t>
    </dgm:pt>
    <dgm:pt modelId="{A1CDE022-4931-4957-A420-6B67535214F8}">
      <dgm:prSet/>
      <dgm:spPr/>
      <dgm:t>
        <a:bodyPr/>
        <a:lstStyle/>
        <a:p>
          <a:r>
            <a:rPr lang="en-US"/>
            <a:t>- Identified CatBoost AFT with native missing support as best performer (cMSE: 1.7339)</a:t>
          </a:r>
        </a:p>
      </dgm:t>
    </dgm:pt>
    <dgm:pt modelId="{D41575B5-951E-4FAD-8FAD-BBEF0C9B9305}" type="parTrans" cxnId="{C9EDAD86-6051-4408-BF26-71F30202ED50}">
      <dgm:prSet/>
      <dgm:spPr/>
      <dgm:t>
        <a:bodyPr/>
        <a:lstStyle/>
        <a:p>
          <a:endParaRPr lang="en-US"/>
        </a:p>
      </dgm:t>
    </dgm:pt>
    <dgm:pt modelId="{F82012BB-083E-4B14-87BA-5E2AD2C12DDA}" type="sibTrans" cxnId="{C9EDAD86-6051-4408-BF26-71F30202ED50}">
      <dgm:prSet/>
      <dgm:spPr/>
      <dgm:t>
        <a:bodyPr/>
        <a:lstStyle/>
        <a:p>
          <a:endParaRPr lang="en-US"/>
        </a:p>
      </dgm:t>
    </dgm:pt>
    <dgm:pt modelId="{82D27BFF-28CD-4F9B-A69C-049459278759}">
      <dgm:prSet/>
      <dgm:spPr/>
      <dgm:t>
        <a:bodyPr/>
        <a:lstStyle/>
        <a:p>
          <a:r>
            <a:rPr lang="en-US"/>
            <a:t>4. Test Predictions &amp; Submission</a:t>
          </a:r>
        </a:p>
      </dgm:t>
    </dgm:pt>
    <dgm:pt modelId="{243F9D12-E47D-4894-B9F3-50F8BD6F0DAF}" type="parTrans" cxnId="{0FBC923A-2E43-4AD3-94DB-BCFE959DDD3C}">
      <dgm:prSet/>
      <dgm:spPr/>
      <dgm:t>
        <a:bodyPr/>
        <a:lstStyle/>
        <a:p>
          <a:endParaRPr lang="en-US"/>
        </a:p>
      </dgm:t>
    </dgm:pt>
    <dgm:pt modelId="{54D803C0-E297-4923-B027-2D40A8E0A947}" type="sibTrans" cxnId="{0FBC923A-2E43-4AD3-94DB-BCFE959DDD3C}">
      <dgm:prSet/>
      <dgm:spPr/>
      <dgm:t>
        <a:bodyPr/>
        <a:lstStyle/>
        <a:p>
          <a:endParaRPr lang="en-US"/>
        </a:p>
      </dgm:t>
    </dgm:pt>
    <dgm:pt modelId="{7A31D7D0-EBFA-4546-8DD7-9C16712124D7}">
      <dgm:prSet/>
      <dgm:spPr/>
      <dgm:t>
        <a:bodyPr/>
        <a:lstStyle/>
        <a:p>
          <a:r>
            <a:rPr lang="en-US"/>
            <a:t>- Generated predictions on test data using best model (CatBoost AFT)</a:t>
          </a:r>
        </a:p>
      </dgm:t>
    </dgm:pt>
    <dgm:pt modelId="{BFE06A59-B2D4-4BA2-9C09-0F29DE35A0E6}" type="parTrans" cxnId="{52505E05-CF81-420E-9949-0E09BA3F659A}">
      <dgm:prSet/>
      <dgm:spPr/>
      <dgm:t>
        <a:bodyPr/>
        <a:lstStyle/>
        <a:p>
          <a:endParaRPr lang="en-US"/>
        </a:p>
      </dgm:t>
    </dgm:pt>
    <dgm:pt modelId="{5FB51DF2-1EEF-42DD-88F7-AE85F0A73041}" type="sibTrans" cxnId="{52505E05-CF81-420E-9949-0E09BA3F659A}">
      <dgm:prSet/>
      <dgm:spPr/>
      <dgm:t>
        <a:bodyPr/>
        <a:lstStyle/>
        <a:p>
          <a:endParaRPr lang="en-US"/>
        </a:p>
      </dgm:t>
    </dgm:pt>
    <dgm:pt modelId="{168EE5FA-C74C-4D73-A3A2-AAB43B63AE41}">
      <dgm:prSet/>
      <dgm:spPr/>
      <dgm:t>
        <a:bodyPr/>
        <a:lstStyle/>
        <a:p>
          <a:r>
            <a:rPr lang="en-US"/>
            <a:t>- Created Kaggle submission file: `handle-missing-submission-xx.csv`</a:t>
          </a:r>
        </a:p>
      </dgm:t>
    </dgm:pt>
    <dgm:pt modelId="{CF9D864F-01D1-4074-AC27-50F485AF0A51}" type="parTrans" cxnId="{4C2857E2-8FF2-4CA5-A93D-8249F67C2591}">
      <dgm:prSet/>
      <dgm:spPr/>
      <dgm:t>
        <a:bodyPr/>
        <a:lstStyle/>
        <a:p>
          <a:endParaRPr lang="en-US"/>
        </a:p>
      </dgm:t>
    </dgm:pt>
    <dgm:pt modelId="{D85D92C4-991E-4DC4-9B1C-20F9B7315CC9}" type="sibTrans" cxnId="{4C2857E2-8FF2-4CA5-A93D-8249F67C2591}">
      <dgm:prSet/>
      <dgm:spPr/>
      <dgm:t>
        <a:bodyPr/>
        <a:lstStyle/>
        <a:p>
          <a:endParaRPr lang="en-US"/>
        </a:p>
      </dgm:t>
    </dgm:pt>
    <dgm:pt modelId="{940A391D-19B3-43E4-83DC-2E9D865F6C8C}" type="pres">
      <dgm:prSet presAssocID="{BED7C9D7-A95C-4667-B576-11079FAE4E45}" presName="vert0" presStyleCnt="0">
        <dgm:presLayoutVars>
          <dgm:dir/>
          <dgm:animOne val="branch"/>
          <dgm:animLvl val="lvl"/>
        </dgm:presLayoutVars>
      </dgm:prSet>
      <dgm:spPr/>
    </dgm:pt>
    <dgm:pt modelId="{F816D270-1A8A-477B-8257-3B23609E1A32}" type="pres">
      <dgm:prSet presAssocID="{100341A5-A327-4CC4-A623-82D7CB9894ED}" presName="thickLine" presStyleLbl="alignNode1" presStyleIdx="0" presStyleCnt="2"/>
      <dgm:spPr/>
    </dgm:pt>
    <dgm:pt modelId="{C1093008-AF49-439B-9D4E-3D154B462AA2}" type="pres">
      <dgm:prSet presAssocID="{100341A5-A327-4CC4-A623-82D7CB9894ED}" presName="horz1" presStyleCnt="0"/>
      <dgm:spPr/>
    </dgm:pt>
    <dgm:pt modelId="{AECE4F14-D5CB-4515-A9D2-EB6F7D29D93A}" type="pres">
      <dgm:prSet presAssocID="{100341A5-A327-4CC4-A623-82D7CB9894ED}" presName="tx1" presStyleLbl="revTx" presStyleIdx="0" presStyleCnt="6"/>
      <dgm:spPr/>
    </dgm:pt>
    <dgm:pt modelId="{1D9D9A70-3991-4A50-9AB9-5EFCB20D1ED7}" type="pres">
      <dgm:prSet presAssocID="{100341A5-A327-4CC4-A623-82D7CB9894ED}" presName="vert1" presStyleCnt="0"/>
      <dgm:spPr/>
    </dgm:pt>
    <dgm:pt modelId="{FA1BC448-7B57-42CA-90BF-254BC0D19DF9}" type="pres">
      <dgm:prSet presAssocID="{2A40E691-B5C7-4D48-BE57-D2B429459416}" presName="vertSpace2a" presStyleCnt="0"/>
      <dgm:spPr/>
    </dgm:pt>
    <dgm:pt modelId="{8CFA6B91-62F4-4AD8-BBA1-67DC2AE2FC31}" type="pres">
      <dgm:prSet presAssocID="{2A40E691-B5C7-4D48-BE57-D2B429459416}" presName="horz2" presStyleCnt="0"/>
      <dgm:spPr/>
    </dgm:pt>
    <dgm:pt modelId="{DAEB2FB0-5841-4355-868E-7B4F2EA8C364}" type="pres">
      <dgm:prSet presAssocID="{2A40E691-B5C7-4D48-BE57-D2B429459416}" presName="horzSpace2" presStyleCnt="0"/>
      <dgm:spPr/>
    </dgm:pt>
    <dgm:pt modelId="{99C50889-E8FB-4009-8683-1974DC1CD09C}" type="pres">
      <dgm:prSet presAssocID="{2A40E691-B5C7-4D48-BE57-D2B429459416}" presName="tx2" presStyleLbl="revTx" presStyleIdx="1" presStyleCnt="6"/>
      <dgm:spPr/>
    </dgm:pt>
    <dgm:pt modelId="{FBE1A7FE-2A27-4608-972C-B88FBECE57B8}" type="pres">
      <dgm:prSet presAssocID="{2A40E691-B5C7-4D48-BE57-D2B429459416}" presName="vert2" presStyleCnt="0"/>
      <dgm:spPr/>
    </dgm:pt>
    <dgm:pt modelId="{6FB7EFC9-C029-49DA-A0AC-6E0FE299894C}" type="pres">
      <dgm:prSet presAssocID="{2A40E691-B5C7-4D48-BE57-D2B429459416}" presName="thinLine2b" presStyleLbl="callout" presStyleIdx="0" presStyleCnt="4"/>
      <dgm:spPr/>
    </dgm:pt>
    <dgm:pt modelId="{3A2BA0E9-3CC3-4D0F-B624-F49059F6F141}" type="pres">
      <dgm:prSet presAssocID="{2A40E691-B5C7-4D48-BE57-D2B429459416}" presName="vertSpace2b" presStyleCnt="0"/>
      <dgm:spPr/>
    </dgm:pt>
    <dgm:pt modelId="{C3664D4E-F3CC-4BD3-957C-0871A7BC63A5}" type="pres">
      <dgm:prSet presAssocID="{A1CDE022-4931-4957-A420-6B67535214F8}" presName="horz2" presStyleCnt="0"/>
      <dgm:spPr/>
    </dgm:pt>
    <dgm:pt modelId="{7E28026D-9768-4A93-9084-CC232539A6BF}" type="pres">
      <dgm:prSet presAssocID="{A1CDE022-4931-4957-A420-6B67535214F8}" presName="horzSpace2" presStyleCnt="0"/>
      <dgm:spPr/>
    </dgm:pt>
    <dgm:pt modelId="{41D67258-B4DC-4D74-82D0-C6DA9C7AA63B}" type="pres">
      <dgm:prSet presAssocID="{A1CDE022-4931-4957-A420-6B67535214F8}" presName="tx2" presStyleLbl="revTx" presStyleIdx="2" presStyleCnt="6"/>
      <dgm:spPr/>
    </dgm:pt>
    <dgm:pt modelId="{BD9C4CF7-4C09-44F6-98FB-B085DC32CB69}" type="pres">
      <dgm:prSet presAssocID="{A1CDE022-4931-4957-A420-6B67535214F8}" presName="vert2" presStyleCnt="0"/>
      <dgm:spPr/>
    </dgm:pt>
    <dgm:pt modelId="{7E1203C1-D4BE-4083-863C-05C97E545D70}" type="pres">
      <dgm:prSet presAssocID="{A1CDE022-4931-4957-A420-6B67535214F8}" presName="thinLine2b" presStyleLbl="callout" presStyleIdx="1" presStyleCnt="4"/>
      <dgm:spPr/>
    </dgm:pt>
    <dgm:pt modelId="{02C7A80B-6FBC-409A-BE31-DA688BA0E29B}" type="pres">
      <dgm:prSet presAssocID="{A1CDE022-4931-4957-A420-6B67535214F8}" presName="vertSpace2b" presStyleCnt="0"/>
      <dgm:spPr/>
    </dgm:pt>
    <dgm:pt modelId="{C4F2EAAF-E771-4DDC-8C7C-5BDA8F7CEE99}" type="pres">
      <dgm:prSet presAssocID="{82D27BFF-28CD-4F9B-A69C-049459278759}" presName="thickLine" presStyleLbl="alignNode1" presStyleIdx="1" presStyleCnt="2"/>
      <dgm:spPr/>
    </dgm:pt>
    <dgm:pt modelId="{0046921C-9479-44E4-A379-FEF80DD18761}" type="pres">
      <dgm:prSet presAssocID="{82D27BFF-28CD-4F9B-A69C-049459278759}" presName="horz1" presStyleCnt="0"/>
      <dgm:spPr/>
    </dgm:pt>
    <dgm:pt modelId="{53532AA3-DD54-4310-843A-E24E3AF7B125}" type="pres">
      <dgm:prSet presAssocID="{82D27BFF-28CD-4F9B-A69C-049459278759}" presName="tx1" presStyleLbl="revTx" presStyleIdx="3" presStyleCnt="6"/>
      <dgm:spPr/>
    </dgm:pt>
    <dgm:pt modelId="{B0C291B6-220A-409D-916D-569D9C1CB30F}" type="pres">
      <dgm:prSet presAssocID="{82D27BFF-28CD-4F9B-A69C-049459278759}" presName="vert1" presStyleCnt="0"/>
      <dgm:spPr/>
    </dgm:pt>
    <dgm:pt modelId="{543C6B0A-264E-4B84-9EEA-387DF9A54DAB}" type="pres">
      <dgm:prSet presAssocID="{7A31D7D0-EBFA-4546-8DD7-9C16712124D7}" presName="vertSpace2a" presStyleCnt="0"/>
      <dgm:spPr/>
    </dgm:pt>
    <dgm:pt modelId="{DDACA7F8-7C1A-4A2B-A3CA-996BDC5E2C90}" type="pres">
      <dgm:prSet presAssocID="{7A31D7D0-EBFA-4546-8DD7-9C16712124D7}" presName="horz2" presStyleCnt="0"/>
      <dgm:spPr/>
    </dgm:pt>
    <dgm:pt modelId="{AF32684C-6163-409E-8AA9-191DDD0D6A12}" type="pres">
      <dgm:prSet presAssocID="{7A31D7D0-EBFA-4546-8DD7-9C16712124D7}" presName="horzSpace2" presStyleCnt="0"/>
      <dgm:spPr/>
    </dgm:pt>
    <dgm:pt modelId="{B65BDC38-66F8-4B09-B4A1-5D322E3BE786}" type="pres">
      <dgm:prSet presAssocID="{7A31D7D0-EBFA-4546-8DD7-9C16712124D7}" presName="tx2" presStyleLbl="revTx" presStyleIdx="4" presStyleCnt="6"/>
      <dgm:spPr/>
    </dgm:pt>
    <dgm:pt modelId="{CEEC59B7-A58C-441A-909C-8E0F390394E2}" type="pres">
      <dgm:prSet presAssocID="{7A31D7D0-EBFA-4546-8DD7-9C16712124D7}" presName="vert2" presStyleCnt="0"/>
      <dgm:spPr/>
    </dgm:pt>
    <dgm:pt modelId="{99D6012C-7FE0-4290-A755-B4D553C1DA9C}" type="pres">
      <dgm:prSet presAssocID="{7A31D7D0-EBFA-4546-8DD7-9C16712124D7}" presName="thinLine2b" presStyleLbl="callout" presStyleIdx="2" presStyleCnt="4"/>
      <dgm:spPr/>
    </dgm:pt>
    <dgm:pt modelId="{039C1BC8-C3B6-4940-8916-35ED87C76E38}" type="pres">
      <dgm:prSet presAssocID="{7A31D7D0-EBFA-4546-8DD7-9C16712124D7}" presName="vertSpace2b" presStyleCnt="0"/>
      <dgm:spPr/>
    </dgm:pt>
    <dgm:pt modelId="{C4583784-F92A-4D8F-B78A-FEB47B2FA0D9}" type="pres">
      <dgm:prSet presAssocID="{168EE5FA-C74C-4D73-A3A2-AAB43B63AE41}" presName="horz2" presStyleCnt="0"/>
      <dgm:spPr/>
    </dgm:pt>
    <dgm:pt modelId="{14BA4037-01BA-4B58-AFE1-03288BF61F7E}" type="pres">
      <dgm:prSet presAssocID="{168EE5FA-C74C-4D73-A3A2-AAB43B63AE41}" presName="horzSpace2" presStyleCnt="0"/>
      <dgm:spPr/>
    </dgm:pt>
    <dgm:pt modelId="{528457A7-4645-4041-A3D9-862F94EDADF7}" type="pres">
      <dgm:prSet presAssocID="{168EE5FA-C74C-4D73-A3A2-AAB43B63AE41}" presName="tx2" presStyleLbl="revTx" presStyleIdx="5" presStyleCnt="6"/>
      <dgm:spPr/>
    </dgm:pt>
    <dgm:pt modelId="{2386B5AF-86CB-41DC-AB6D-B726E97D7054}" type="pres">
      <dgm:prSet presAssocID="{168EE5FA-C74C-4D73-A3A2-AAB43B63AE41}" presName="vert2" presStyleCnt="0"/>
      <dgm:spPr/>
    </dgm:pt>
    <dgm:pt modelId="{1631432C-8941-4F79-A7F6-379BD8CDFC22}" type="pres">
      <dgm:prSet presAssocID="{168EE5FA-C74C-4D73-A3A2-AAB43B63AE41}" presName="thinLine2b" presStyleLbl="callout" presStyleIdx="3" presStyleCnt="4"/>
      <dgm:spPr/>
    </dgm:pt>
    <dgm:pt modelId="{B8370C10-40A3-44B6-9E19-E9DE6A0DD4D3}" type="pres">
      <dgm:prSet presAssocID="{168EE5FA-C74C-4D73-A3A2-AAB43B63AE41}" presName="vertSpace2b" presStyleCnt="0"/>
      <dgm:spPr/>
    </dgm:pt>
  </dgm:ptLst>
  <dgm:cxnLst>
    <dgm:cxn modelId="{52505E05-CF81-420E-9949-0E09BA3F659A}" srcId="{82D27BFF-28CD-4F9B-A69C-049459278759}" destId="{7A31D7D0-EBFA-4546-8DD7-9C16712124D7}" srcOrd="0" destOrd="0" parTransId="{BFE06A59-B2D4-4BA2-9C09-0F29DE35A0E6}" sibTransId="{5FB51DF2-1EEF-42DD-88F7-AE85F0A73041}"/>
    <dgm:cxn modelId="{3FAEC91B-F7C0-43B2-90E7-3CACC3425BCD}" type="presOf" srcId="{82D27BFF-28CD-4F9B-A69C-049459278759}" destId="{53532AA3-DD54-4310-843A-E24E3AF7B125}" srcOrd="0" destOrd="0" presId="urn:microsoft.com/office/officeart/2008/layout/LinedList"/>
    <dgm:cxn modelId="{ED046F2C-F526-436A-BF44-B75A1006349B}" type="presOf" srcId="{7A31D7D0-EBFA-4546-8DD7-9C16712124D7}" destId="{B65BDC38-66F8-4B09-B4A1-5D322E3BE786}" srcOrd="0" destOrd="0" presId="urn:microsoft.com/office/officeart/2008/layout/LinedList"/>
    <dgm:cxn modelId="{0FBC923A-2E43-4AD3-94DB-BCFE959DDD3C}" srcId="{BED7C9D7-A95C-4667-B576-11079FAE4E45}" destId="{82D27BFF-28CD-4F9B-A69C-049459278759}" srcOrd="1" destOrd="0" parTransId="{243F9D12-E47D-4894-B9F3-50F8BD6F0DAF}" sibTransId="{54D803C0-E297-4923-B027-2D40A8E0A947}"/>
    <dgm:cxn modelId="{4D0BA363-4FAB-4ADC-B800-EBF11A7396AD}" type="presOf" srcId="{100341A5-A327-4CC4-A623-82D7CB9894ED}" destId="{AECE4F14-D5CB-4515-A9D2-EB6F7D29D93A}" srcOrd="0" destOrd="0" presId="urn:microsoft.com/office/officeart/2008/layout/LinedList"/>
    <dgm:cxn modelId="{CB4D7C48-04E7-4513-AF51-80919C178C8D}" type="presOf" srcId="{BED7C9D7-A95C-4667-B576-11079FAE4E45}" destId="{940A391D-19B3-43E4-83DC-2E9D865F6C8C}" srcOrd="0" destOrd="0" presId="urn:microsoft.com/office/officeart/2008/layout/LinedList"/>
    <dgm:cxn modelId="{A74F8B49-B5D5-45F5-8B5A-DA76245E8A5F}" srcId="{BED7C9D7-A95C-4667-B576-11079FAE4E45}" destId="{100341A5-A327-4CC4-A623-82D7CB9894ED}" srcOrd="0" destOrd="0" parTransId="{EDF77E81-FE2D-4013-99EB-4A2DE342A727}" sibTransId="{65D11E6C-77CD-452A-A17A-D7ADE51AF764}"/>
    <dgm:cxn modelId="{EFE1D575-F698-431B-BD62-25F420D752C4}" type="presOf" srcId="{A1CDE022-4931-4957-A420-6B67535214F8}" destId="{41D67258-B4DC-4D74-82D0-C6DA9C7AA63B}" srcOrd="0" destOrd="0" presId="urn:microsoft.com/office/officeart/2008/layout/LinedList"/>
    <dgm:cxn modelId="{2EFBC985-05F9-4803-83C4-4F21895A4A7A}" srcId="{100341A5-A327-4CC4-A623-82D7CB9894ED}" destId="{2A40E691-B5C7-4D48-BE57-D2B429459416}" srcOrd="0" destOrd="0" parTransId="{0E146191-C40A-447E-87C7-2537443817FB}" sibTransId="{55F6DC1E-A355-4F2D-9F6A-0C769EF4D8EE}"/>
    <dgm:cxn modelId="{C9EDAD86-6051-4408-BF26-71F30202ED50}" srcId="{100341A5-A327-4CC4-A623-82D7CB9894ED}" destId="{A1CDE022-4931-4957-A420-6B67535214F8}" srcOrd="1" destOrd="0" parTransId="{D41575B5-951E-4FAD-8FAD-BBEF0C9B9305}" sibTransId="{F82012BB-083E-4B14-87BA-5E2AD2C12DDA}"/>
    <dgm:cxn modelId="{6C90078B-1A2C-4AC0-BD7D-87F96B7519BC}" type="presOf" srcId="{168EE5FA-C74C-4D73-A3A2-AAB43B63AE41}" destId="{528457A7-4645-4041-A3D9-862F94EDADF7}" srcOrd="0" destOrd="0" presId="urn:microsoft.com/office/officeart/2008/layout/LinedList"/>
    <dgm:cxn modelId="{8A724DB1-1F68-4F05-A5F9-F486B4F7AA92}" type="presOf" srcId="{2A40E691-B5C7-4D48-BE57-D2B429459416}" destId="{99C50889-E8FB-4009-8683-1974DC1CD09C}" srcOrd="0" destOrd="0" presId="urn:microsoft.com/office/officeart/2008/layout/LinedList"/>
    <dgm:cxn modelId="{4C2857E2-8FF2-4CA5-A93D-8249F67C2591}" srcId="{82D27BFF-28CD-4F9B-A69C-049459278759}" destId="{168EE5FA-C74C-4D73-A3A2-AAB43B63AE41}" srcOrd="1" destOrd="0" parTransId="{CF9D864F-01D1-4074-AC27-50F485AF0A51}" sibTransId="{D85D92C4-991E-4DC4-9B1C-20F9B7315CC9}"/>
    <dgm:cxn modelId="{48416867-C1BE-45DD-B258-36538B354630}" type="presParOf" srcId="{940A391D-19B3-43E4-83DC-2E9D865F6C8C}" destId="{F816D270-1A8A-477B-8257-3B23609E1A32}" srcOrd="0" destOrd="0" presId="urn:microsoft.com/office/officeart/2008/layout/LinedList"/>
    <dgm:cxn modelId="{65F2934E-C0AE-4A11-A9E5-D78A19BC9B18}" type="presParOf" srcId="{940A391D-19B3-43E4-83DC-2E9D865F6C8C}" destId="{C1093008-AF49-439B-9D4E-3D154B462AA2}" srcOrd="1" destOrd="0" presId="urn:microsoft.com/office/officeart/2008/layout/LinedList"/>
    <dgm:cxn modelId="{6EEFC65C-B500-43B7-B726-2809CE1C24A6}" type="presParOf" srcId="{C1093008-AF49-439B-9D4E-3D154B462AA2}" destId="{AECE4F14-D5CB-4515-A9D2-EB6F7D29D93A}" srcOrd="0" destOrd="0" presId="urn:microsoft.com/office/officeart/2008/layout/LinedList"/>
    <dgm:cxn modelId="{0F582CC3-D8A6-4BBA-9089-06184210C204}" type="presParOf" srcId="{C1093008-AF49-439B-9D4E-3D154B462AA2}" destId="{1D9D9A70-3991-4A50-9AB9-5EFCB20D1ED7}" srcOrd="1" destOrd="0" presId="urn:microsoft.com/office/officeart/2008/layout/LinedList"/>
    <dgm:cxn modelId="{020F33A7-2165-47FA-9066-D8F5A6065830}" type="presParOf" srcId="{1D9D9A70-3991-4A50-9AB9-5EFCB20D1ED7}" destId="{FA1BC448-7B57-42CA-90BF-254BC0D19DF9}" srcOrd="0" destOrd="0" presId="urn:microsoft.com/office/officeart/2008/layout/LinedList"/>
    <dgm:cxn modelId="{504C80EE-9D5C-47E2-8D54-98AA40EDEF6A}" type="presParOf" srcId="{1D9D9A70-3991-4A50-9AB9-5EFCB20D1ED7}" destId="{8CFA6B91-62F4-4AD8-BBA1-67DC2AE2FC31}" srcOrd="1" destOrd="0" presId="urn:microsoft.com/office/officeart/2008/layout/LinedList"/>
    <dgm:cxn modelId="{8FAB3143-FA43-4AE6-AD1C-70EFA5BD4CEA}" type="presParOf" srcId="{8CFA6B91-62F4-4AD8-BBA1-67DC2AE2FC31}" destId="{DAEB2FB0-5841-4355-868E-7B4F2EA8C364}" srcOrd="0" destOrd="0" presId="urn:microsoft.com/office/officeart/2008/layout/LinedList"/>
    <dgm:cxn modelId="{2578FF68-B90E-42BA-B81D-B383D7FAC140}" type="presParOf" srcId="{8CFA6B91-62F4-4AD8-BBA1-67DC2AE2FC31}" destId="{99C50889-E8FB-4009-8683-1974DC1CD09C}" srcOrd="1" destOrd="0" presId="urn:microsoft.com/office/officeart/2008/layout/LinedList"/>
    <dgm:cxn modelId="{A9BD42B3-5A66-4DE4-8915-1170C861F8C1}" type="presParOf" srcId="{8CFA6B91-62F4-4AD8-BBA1-67DC2AE2FC31}" destId="{FBE1A7FE-2A27-4608-972C-B88FBECE57B8}" srcOrd="2" destOrd="0" presId="urn:microsoft.com/office/officeart/2008/layout/LinedList"/>
    <dgm:cxn modelId="{30E6D12E-DCD9-4ABD-AA4C-75450861694A}" type="presParOf" srcId="{1D9D9A70-3991-4A50-9AB9-5EFCB20D1ED7}" destId="{6FB7EFC9-C029-49DA-A0AC-6E0FE299894C}" srcOrd="2" destOrd="0" presId="urn:microsoft.com/office/officeart/2008/layout/LinedList"/>
    <dgm:cxn modelId="{20443145-185C-4F29-8AB6-17D8B4AD6D48}" type="presParOf" srcId="{1D9D9A70-3991-4A50-9AB9-5EFCB20D1ED7}" destId="{3A2BA0E9-3CC3-4D0F-B624-F49059F6F141}" srcOrd="3" destOrd="0" presId="urn:microsoft.com/office/officeart/2008/layout/LinedList"/>
    <dgm:cxn modelId="{731E2B37-DF29-408B-ABED-DCD84AF64B56}" type="presParOf" srcId="{1D9D9A70-3991-4A50-9AB9-5EFCB20D1ED7}" destId="{C3664D4E-F3CC-4BD3-957C-0871A7BC63A5}" srcOrd="4" destOrd="0" presId="urn:microsoft.com/office/officeart/2008/layout/LinedList"/>
    <dgm:cxn modelId="{BABE376A-96F0-40BF-9ABA-1628C6CCEE46}" type="presParOf" srcId="{C3664D4E-F3CC-4BD3-957C-0871A7BC63A5}" destId="{7E28026D-9768-4A93-9084-CC232539A6BF}" srcOrd="0" destOrd="0" presId="urn:microsoft.com/office/officeart/2008/layout/LinedList"/>
    <dgm:cxn modelId="{0A45FADC-9377-4254-BB7B-AD3EC85F13E7}" type="presParOf" srcId="{C3664D4E-F3CC-4BD3-957C-0871A7BC63A5}" destId="{41D67258-B4DC-4D74-82D0-C6DA9C7AA63B}" srcOrd="1" destOrd="0" presId="urn:microsoft.com/office/officeart/2008/layout/LinedList"/>
    <dgm:cxn modelId="{194FDE4C-2105-42EE-AAE6-5F7C00CF81F8}" type="presParOf" srcId="{C3664D4E-F3CC-4BD3-957C-0871A7BC63A5}" destId="{BD9C4CF7-4C09-44F6-98FB-B085DC32CB69}" srcOrd="2" destOrd="0" presId="urn:microsoft.com/office/officeart/2008/layout/LinedList"/>
    <dgm:cxn modelId="{1C1BA6DA-D012-4853-AF2F-057395A939BE}" type="presParOf" srcId="{1D9D9A70-3991-4A50-9AB9-5EFCB20D1ED7}" destId="{7E1203C1-D4BE-4083-863C-05C97E545D70}" srcOrd="5" destOrd="0" presId="urn:microsoft.com/office/officeart/2008/layout/LinedList"/>
    <dgm:cxn modelId="{ECED96AA-A8B3-47C0-B86B-E4B5111F3000}" type="presParOf" srcId="{1D9D9A70-3991-4A50-9AB9-5EFCB20D1ED7}" destId="{02C7A80B-6FBC-409A-BE31-DA688BA0E29B}" srcOrd="6" destOrd="0" presId="urn:microsoft.com/office/officeart/2008/layout/LinedList"/>
    <dgm:cxn modelId="{E3ED923F-073F-4141-BD07-F8617599046E}" type="presParOf" srcId="{940A391D-19B3-43E4-83DC-2E9D865F6C8C}" destId="{C4F2EAAF-E771-4DDC-8C7C-5BDA8F7CEE99}" srcOrd="2" destOrd="0" presId="urn:microsoft.com/office/officeart/2008/layout/LinedList"/>
    <dgm:cxn modelId="{8EBF2185-795D-462F-BE30-5728EB1F3CD5}" type="presParOf" srcId="{940A391D-19B3-43E4-83DC-2E9D865F6C8C}" destId="{0046921C-9479-44E4-A379-FEF80DD18761}" srcOrd="3" destOrd="0" presId="urn:microsoft.com/office/officeart/2008/layout/LinedList"/>
    <dgm:cxn modelId="{AEA56825-A2DC-4EF3-926D-A224AA0BF1DD}" type="presParOf" srcId="{0046921C-9479-44E4-A379-FEF80DD18761}" destId="{53532AA3-DD54-4310-843A-E24E3AF7B125}" srcOrd="0" destOrd="0" presId="urn:microsoft.com/office/officeart/2008/layout/LinedList"/>
    <dgm:cxn modelId="{04B4F9CB-E512-47C4-A46D-49EE56A104E5}" type="presParOf" srcId="{0046921C-9479-44E4-A379-FEF80DD18761}" destId="{B0C291B6-220A-409D-916D-569D9C1CB30F}" srcOrd="1" destOrd="0" presId="urn:microsoft.com/office/officeart/2008/layout/LinedList"/>
    <dgm:cxn modelId="{96A7BD67-4BF3-4BF5-8857-FED613BBE92B}" type="presParOf" srcId="{B0C291B6-220A-409D-916D-569D9C1CB30F}" destId="{543C6B0A-264E-4B84-9EEA-387DF9A54DAB}" srcOrd="0" destOrd="0" presId="urn:microsoft.com/office/officeart/2008/layout/LinedList"/>
    <dgm:cxn modelId="{32820153-DB08-473F-8CB9-7221366DDDA3}" type="presParOf" srcId="{B0C291B6-220A-409D-916D-569D9C1CB30F}" destId="{DDACA7F8-7C1A-4A2B-A3CA-996BDC5E2C90}" srcOrd="1" destOrd="0" presId="urn:microsoft.com/office/officeart/2008/layout/LinedList"/>
    <dgm:cxn modelId="{C18B4948-AAF3-4B25-A61C-4EEA24405EAF}" type="presParOf" srcId="{DDACA7F8-7C1A-4A2B-A3CA-996BDC5E2C90}" destId="{AF32684C-6163-409E-8AA9-191DDD0D6A12}" srcOrd="0" destOrd="0" presId="urn:microsoft.com/office/officeart/2008/layout/LinedList"/>
    <dgm:cxn modelId="{F3F7CE73-B1ED-4005-ADF7-D2204314DE16}" type="presParOf" srcId="{DDACA7F8-7C1A-4A2B-A3CA-996BDC5E2C90}" destId="{B65BDC38-66F8-4B09-B4A1-5D322E3BE786}" srcOrd="1" destOrd="0" presId="urn:microsoft.com/office/officeart/2008/layout/LinedList"/>
    <dgm:cxn modelId="{75271E4E-6056-498E-871C-11BF031FC9F2}" type="presParOf" srcId="{DDACA7F8-7C1A-4A2B-A3CA-996BDC5E2C90}" destId="{CEEC59B7-A58C-441A-909C-8E0F390394E2}" srcOrd="2" destOrd="0" presId="urn:microsoft.com/office/officeart/2008/layout/LinedList"/>
    <dgm:cxn modelId="{23178B08-0855-46C4-B42D-531DDF8EFEFD}" type="presParOf" srcId="{B0C291B6-220A-409D-916D-569D9C1CB30F}" destId="{99D6012C-7FE0-4290-A755-B4D553C1DA9C}" srcOrd="2" destOrd="0" presId="urn:microsoft.com/office/officeart/2008/layout/LinedList"/>
    <dgm:cxn modelId="{5A6F876A-8616-483A-800E-924D3652B9A5}" type="presParOf" srcId="{B0C291B6-220A-409D-916D-569D9C1CB30F}" destId="{039C1BC8-C3B6-4940-8916-35ED87C76E38}" srcOrd="3" destOrd="0" presId="urn:microsoft.com/office/officeart/2008/layout/LinedList"/>
    <dgm:cxn modelId="{A418789F-A0B6-43A9-867C-E4DACB88CDFF}" type="presParOf" srcId="{B0C291B6-220A-409D-916D-569D9C1CB30F}" destId="{C4583784-F92A-4D8F-B78A-FEB47B2FA0D9}" srcOrd="4" destOrd="0" presId="urn:microsoft.com/office/officeart/2008/layout/LinedList"/>
    <dgm:cxn modelId="{1E0D0258-71DD-40F6-822B-6D2A4CF1C92F}" type="presParOf" srcId="{C4583784-F92A-4D8F-B78A-FEB47B2FA0D9}" destId="{14BA4037-01BA-4B58-AFE1-03288BF61F7E}" srcOrd="0" destOrd="0" presId="urn:microsoft.com/office/officeart/2008/layout/LinedList"/>
    <dgm:cxn modelId="{F0E8BAB0-59EA-464D-AEA0-B2F99BE6A7E1}" type="presParOf" srcId="{C4583784-F92A-4D8F-B78A-FEB47B2FA0D9}" destId="{528457A7-4645-4041-A3D9-862F94EDADF7}" srcOrd="1" destOrd="0" presId="urn:microsoft.com/office/officeart/2008/layout/LinedList"/>
    <dgm:cxn modelId="{4445CA68-7797-4E65-B96D-F1BD5A1CF79F}" type="presParOf" srcId="{C4583784-F92A-4D8F-B78A-FEB47B2FA0D9}" destId="{2386B5AF-86CB-41DC-AB6D-B726E97D7054}" srcOrd="2" destOrd="0" presId="urn:microsoft.com/office/officeart/2008/layout/LinedList"/>
    <dgm:cxn modelId="{D15D622F-61D5-43F6-9CE1-BE88A46E6CF4}" type="presParOf" srcId="{B0C291B6-220A-409D-916D-569D9C1CB30F}" destId="{1631432C-8941-4F79-A7F6-379BD8CDFC22}" srcOrd="5" destOrd="0" presId="urn:microsoft.com/office/officeart/2008/layout/LinedList"/>
    <dgm:cxn modelId="{EE86B2EF-9AF6-4BCC-AE8A-45A2DB097542}" type="presParOf" srcId="{B0C291B6-220A-409D-916D-569D9C1CB30F}" destId="{B8370C10-40A3-44B6-9E19-E9DE6A0DD4D3}"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A56A05-DFBF-40EA-BE89-E55F359B68A0}">
      <dsp:nvSpPr>
        <dsp:cNvPr id="0" name=""/>
        <dsp:cNvSpPr/>
      </dsp:nvSpPr>
      <dsp:spPr>
        <a:xfrm>
          <a:off x="0" y="1593"/>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B17A1994-3E71-4081-8C46-51790E4086B9}">
      <dsp:nvSpPr>
        <dsp:cNvPr id="0" name=""/>
        <dsp:cNvSpPr/>
      </dsp:nvSpPr>
      <dsp:spPr>
        <a:xfrm>
          <a:off x="0" y="1593"/>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t>1. Missing Values Analysis</a:t>
          </a:r>
        </a:p>
      </dsp:txBody>
      <dsp:txXfrm>
        <a:off x="0" y="1593"/>
        <a:ext cx="1704120" cy="1087073"/>
      </dsp:txXfrm>
    </dsp:sp>
    <dsp:sp modelId="{AE2E8F77-4F11-45E9-A03D-2485EF8F1C9D}">
      <dsp:nvSpPr>
        <dsp:cNvPr id="0" name=""/>
        <dsp:cNvSpPr/>
      </dsp:nvSpPr>
      <dsp:spPr>
        <a:xfrm>
          <a:off x="1831929" y="18579"/>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Visualized missing values using multiple methods (bar plot, heatmap, matrix, dendrogram)</a:t>
          </a:r>
        </a:p>
      </dsp:txBody>
      <dsp:txXfrm>
        <a:off x="1831929" y="18579"/>
        <a:ext cx="6688671" cy="339710"/>
      </dsp:txXfrm>
    </dsp:sp>
    <dsp:sp modelId="{9655568C-AC4D-47B6-96A9-FD645D97E3A1}">
      <dsp:nvSpPr>
        <dsp:cNvPr id="0" name=""/>
        <dsp:cNvSpPr/>
      </dsp:nvSpPr>
      <dsp:spPr>
        <a:xfrm>
          <a:off x="1704119" y="35828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518547D-61D5-4ED7-9BF9-0FDA07D0E2E2}">
      <dsp:nvSpPr>
        <dsp:cNvPr id="0" name=""/>
        <dsp:cNvSpPr/>
      </dsp:nvSpPr>
      <dsp:spPr>
        <a:xfrm>
          <a:off x="1831929" y="375275"/>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Created comprehensive overview of data completeness</a:t>
          </a:r>
        </a:p>
      </dsp:txBody>
      <dsp:txXfrm>
        <a:off x="1831929" y="375275"/>
        <a:ext cx="6688671" cy="339710"/>
      </dsp:txXfrm>
    </dsp:sp>
    <dsp:sp modelId="{273CBC18-F2F2-400A-8E55-D97435105BA5}">
      <dsp:nvSpPr>
        <dsp:cNvPr id="0" name=""/>
        <dsp:cNvSpPr/>
      </dsp:nvSpPr>
      <dsp:spPr>
        <a:xfrm>
          <a:off x="1704119" y="71498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114A860-CB39-43EF-A791-DF1E738D0731}">
      <dsp:nvSpPr>
        <dsp:cNvPr id="0" name=""/>
        <dsp:cNvSpPr/>
      </dsp:nvSpPr>
      <dsp:spPr>
        <a:xfrm>
          <a:off x="1831929" y="731971"/>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Identified patterns in missing data</a:t>
          </a:r>
        </a:p>
      </dsp:txBody>
      <dsp:txXfrm>
        <a:off x="1831929" y="731971"/>
        <a:ext cx="6688671" cy="339710"/>
      </dsp:txXfrm>
    </dsp:sp>
    <dsp:sp modelId="{F6FB0423-9357-4B7B-98B1-E717A8A72F87}">
      <dsp:nvSpPr>
        <dsp:cNvPr id="0" name=""/>
        <dsp:cNvSpPr/>
      </dsp:nvSpPr>
      <dsp:spPr>
        <a:xfrm>
          <a:off x="1704119" y="107168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83CAE330-EF7F-42B6-AD6C-C112716FE85F}">
      <dsp:nvSpPr>
        <dsp:cNvPr id="0" name=""/>
        <dsp:cNvSpPr/>
      </dsp:nvSpPr>
      <dsp:spPr>
        <a:xfrm>
          <a:off x="0" y="1088667"/>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636B35F2-911D-4528-AFD2-472B916D882D}">
      <dsp:nvSpPr>
        <dsp:cNvPr id="0" name=""/>
        <dsp:cNvSpPr/>
      </dsp:nvSpPr>
      <dsp:spPr>
        <a:xfrm>
          <a:off x="0" y="1088667"/>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2. Data Cleaning</a:t>
          </a:r>
        </a:p>
      </dsp:txBody>
      <dsp:txXfrm>
        <a:off x="0" y="1088667"/>
        <a:ext cx="1704120" cy="1087073"/>
      </dsp:txXfrm>
    </dsp:sp>
    <dsp:sp modelId="{49DB31D6-46DF-43E2-B8B2-516B948E6CFA}">
      <dsp:nvSpPr>
        <dsp:cNvPr id="0" name=""/>
        <dsp:cNvSpPr/>
      </dsp:nvSpPr>
      <dsp:spPr>
        <a:xfrm>
          <a:off x="1831929" y="1101446"/>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Dropped rows with missing SurvivalTime values</a:t>
          </a:r>
        </a:p>
      </dsp:txBody>
      <dsp:txXfrm>
        <a:off x="1831929" y="1101446"/>
        <a:ext cx="6688671" cy="255579"/>
      </dsp:txXfrm>
    </dsp:sp>
    <dsp:sp modelId="{751E30B5-A65A-46C9-89A7-318029B4D130}">
      <dsp:nvSpPr>
        <dsp:cNvPr id="0" name=""/>
        <dsp:cNvSpPr/>
      </dsp:nvSpPr>
      <dsp:spPr>
        <a:xfrm>
          <a:off x="1704119" y="135702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8595431F-6513-473F-8869-4E56C18CF3F9}">
      <dsp:nvSpPr>
        <dsp:cNvPr id="0" name=""/>
        <dsp:cNvSpPr/>
      </dsp:nvSpPr>
      <dsp:spPr>
        <a:xfrm>
          <a:off x="1831929" y="1369804"/>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Removed columns containing missing data (baseline approach)</a:t>
          </a:r>
        </a:p>
      </dsp:txBody>
      <dsp:txXfrm>
        <a:off x="1831929" y="1369804"/>
        <a:ext cx="6688671" cy="255579"/>
      </dsp:txXfrm>
    </dsp:sp>
    <dsp:sp modelId="{B4F32693-A24E-4E68-A4E3-4526D5F36F22}">
      <dsp:nvSpPr>
        <dsp:cNvPr id="0" name=""/>
        <dsp:cNvSpPr/>
      </dsp:nvSpPr>
      <dsp:spPr>
        <a:xfrm>
          <a:off x="1704119" y="1625383"/>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0B108F03-537F-461C-8B34-68E753135776}">
      <dsp:nvSpPr>
        <dsp:cNvPr id="0" name=""/>
        <dsp:cNvSpPr/>
      </dsp:nvSpPr>
      <dsp:spPr>
        <a:xfrm>
          <a:off x="1831929" y="1638162"/>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Excluded censored cases (where Censored == 1)</a:t>
          </a:r>
        </a:p>
      </dsp:txBody>
      <dsp:txXfrm>
        <a:off x="1831929" y="1638162"/>
        <a:ext cx="6688671" cy="255579"/>
      </dsp:txXfrm>
    </dsp:sp>
    <dsp:sp modelId="{2FC9B009-06E9-49E9-8BD7-4CD0E88C929E}">
      <dsp:nvSpPr>
        <dsp:cNvPr id="0" name=""/>
        <dsp:cNvSpPr/>
      </dsp:nvSpPr>
      <dsp:spPr>
        <a:xfrm>
          <a:off x="1704119" y="189374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3D1E01FC-3595-4ACF-B236-E2BB3C35A680}">
      <dsp:nvSpPr>
        <dsp:cNvPr id="0" name=""/>
        <dsp:cNvSpPr/>
      </dsp:nvSpPr>
      <dsp:spPr>
        <a:xfrm>
          <a:off x="1831929" y="1906520"/>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Retained only complete, uncensored observations</a:t>
          </a:r>
        </a:p>
      </dsp:txBody>
      <dsp:txXfrm>
        <a:off x="1831929" y="1906520"/>
        <a:ext cx="6688671" cy="255579"/>
      </dsp:txXfrm>
    </dsp:sp>
    <dsp:sp modelId="{05309BFC-05CF-431E-856A-ED2FF8CB105A}">
      <dsp:nvSpPr>
        <dsp:cNvPr id="0" name=""/>
        <dsp:cNvSpPr/>
      </dsp:nvSpPr>
      <dsp:spPr>
        <a:xfrm>
          <a:off x="1704119" y="216209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2EBF8319-3B90-4EA9-9A69-F4F8EE821076}">
      <dsp:nvSpPr>
        <dsp:cNvPr id="0" name=""/>
        <dsp:cNvSpPr/>
      </dsp:nvSpPr>
      <dsp:spPr>
        <a:xfrm>
          <a:off x="0" y="2175740"/>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72887108-4B62-4C49-BC60-B59B1FECBA00}">
      <dsp:nvSpPr>
        <dsp:cNvPr id="0" name=""/>
        <dsp:cNvSpPr/>
      </dsp:nvSpPr>
      <dsp:spPr>
        <a:xfrm>
          <a:off x="0" y="2175740"/>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t>3. Feature Exploration</a:t>
          </a:r>
        </a:p>
      </dsp:txBody>
      <dsp:txXfrm>
        <a:off x="0" y="2175740"/>
        <a:ext cx="1704120" cy="1087073"/>
      </dsp:txXfrm>
    </dsp:sp>
    <dsp:sp modelId="{BB49E836-833E-46D6-8BE5-6B06C49C4714}">
      <dsp:nvSpPr>
        <dsp:cNvPr id="0" name=""/>
        <dsp:cNvSpPr/>
      </dsp:nvSpPr>
      <dsp:spPr>
        <a:xfrm>
          <a:off x="1831929" y="2192726"/>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Visualized feature relationships using pairplot</a:t>
          </a:r>
        </a:p>
      </dsp:txBody>
      <dsp:txXfrm>
        <a:off x="1831929" y="2192726"/>
        <a:ext cx="6688671" cy="339710"/>
      </dsp:txXfrm>
    </dsp:sp>
    <dsp:sp modelId="{DDA0BC15-1F7E-49A2-BA97-B070A377819E}">
      <dsp:nvSpPr>
        <dsp:cNvPr id="0" name=""/>
        <dsp:cNvSpPr/>
      </dsp:nvSpPr>
      <dsp:spPr>
        <a:xfrm>
          <a:off x="1704119" y="2532436"/>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B37197E3-4F7A-4AEB-B22A-FF6C83E90AE3}">
      <dsp:nvSpPr>
        <dsp:cNvPr id="0" name=""/>
        <dsp:cNvSpPr/>
      </dsp:nvSpPr>
      <dsp:spPr>
        <a:xfrm>
          <a:off x="1831929" y="2549422"/>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Analyzed correlations between Age, Gender, Stage, TreatmentType, and SurvivalTime</a:t>
          </a:r>
        </a:p>
      </dsp:txBody>
      <dsp:txXfrm>
        <a:off x="1831929" y="2549422"/>
        <a:ext cx="6688671" cy="339710"/>
      </dsp:txXfrm>
    </dsp:sp>
    <dsp:sp modelId="{67C60CAC-F26B-461F-9197-25620B496B8C}">
      <dsp:nvSpPr>
        <dsp:cNvPr id="0" name=""/>
        <dsp:cNvSpPr/>
      </dsp:nvSpPr>
      <dsp:spPr>
        <a:xfrm>
          <a:off x="1704119" y="2889132"/>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D8B8638E-1FBA-4B95-A5B7-CEFB50F51B38}">
      <dsp:nvSpPr>
        <dsp:cNvPr id="0" name=""/>
        <dsp:cNvSpPr/>
      </dsp:nvSpPr>
      <dsp:spPr>
        <a:xfrm>
          <a:off x="1831929" y="2906118"/>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Examined distribution patterns across features</a:t>
          </a:r>
        </a:p>
      </dsp:txBody>
      <dsp:txXfrm>
        <a:off x="1831929" y="2906118"/>
        <a:ext cx="6688671" cy="339710"/>
      </dsp:txXfrm>
    </dsp:sp>
    <dsp:sp modelId="{3CB59C8E-A60A-41D1-96B1-AD3D35B986F1}">
      <dsp:nvSpPr>
        <dsp:cNvPr id="0" name=""/>
        <dsp:cNvSpPr/>
      </dsp:nvSpPr>
      <dsp:spPr>
        <a:xfrm>
          <a:off x="1704119" y="3245828"/>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A56A05-DFBF-40EA-BE89-E55F359B68A0}">
      <dsp:nvSpPr>
        <dsp:cNvPr id="0" name=""/>
        <dsp:cNvSpPr/>
      </dsp:nvSpPr>
      <dsp:spPr>
        <a:xfrm>
          <a:off x="0" y="1593"/>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B17A1994-3E71-4081-8C46-51790E4086B9}">
      <dsp:nvSpPr>
        <dsp:cNvPr id="0" name=""/>
        <dsp:cNvSpPr/>
      </dsp:nvSpPr>
      <dsp:spPr>
        <a:xfrm>
          <a:off x="0" y="1593"/>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pt-PT" sz="2000" b="0" kern="1200" dirty="0"/>
            <a:t>4. Data </a:t>
          </a:r>
          <a:r>
            <a:rPr lang="pt-PT" sz="2000" b="0" kern="1200" dirty="0" err="1"/>
            <a:t>Preparation</a:t>
          </a:r>
          <a:endParaRPr lang="en-US" sz="2000" b="0" kern="1200" dirty="0"/>
        </a:p>
      </dsp:txBody>
      <dsp:txXfrm>
        <a:off x="0" y="1593"/>
        <a:ext cx="1704120" cy="1087073"/>
      </dsp:txXfrm>
    </dsp:sp>
    <dsp:sp modelId="{AE2E8F77-4F11-45E9-A03D-2485EF8F1C9D}">
      <dsp:nvSpPr>
        <dsp:cNvPr id="0" name=""/>
        <dsp:cNvSpPr/>
      </dsp:nvSpPr>
      <dsp:spPr>
        <a:xfrm>
          <a:off x="1831929" y="18579"/>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kern="1200" dirty="0"/>
            <a:t>Defined feature matrix (X) by dropping target and identifier columns</a:t>
          </a:r>
          <a:endParaRPr lang="en-US" sz="1200" kern="1200" dirty="0"/>
        </a:p>
      </dsp:txBody>
      <dsp:txXfrm>
        <a:off x="1831929" y="18579"/>
        <a:ext cx="6688671" cy="339710"/>
      </dsp:txXfrm>
    </dsp:sp>
    <dsp:sp modelId="{9655568C-AC4D-47B6-96A9-FD645D97E3A1}">
      <dsp:nvSpPr>
        <dsp:cNvPr id="0" name=""/>
        <dsp:cNvSpPr/>
      </dsp:nvSpPr>
      <dsp:spPr>
        <a:xfrm>
          <a:off x="1704119" y="35828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518547D-61D5-4ED7-9BF9-0FDA07D0E2E2}">
      <dsp:nvSpPr>
        <dsp:cNvPr id="0" name=""/>
        <dsp:cNvSpPr/>
      </dsp:nvSpPr>
      <dsp:spPr>
        <a:xfrm>
          <a:off x="1831929" y="375275"/>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kern="1200" dirty="0"/>
            <a:t>Isolated target variable (y) as </a:t>
          </a:r>
          <a:r>
            <a:rPr lang="en-US" sz="1200" b="0" kern="1200" dirty="0" err="1"/>
            <a:t>SurvivalTime</a:t>
          </a:r>
          <a:endParaRPr lang="en-US" sz="1200" kern="1200" dirty="0"/>
        </a:p>
      </dsp:txBody>
      <dsp:txXfrm>
        <a:off x="1831929" y="375275"/>
        <a:ext cx="6688671" cy="339710"/>
      </dsp:txXfrm>
    </dsp:sp>
    <dsp:sp modelId="{273CBC18-F2F2-400A-8E55-D97435105BA5}">
      <dsp:nvSpPr>
        <dsp:cNvPr id="0" name=""/>
        <dsp:cNvSpPr/>
      </dsp:nvSpPr>
      <dsp:spPr>
        <a:xfrm>
          <a:off x="1704119" y="71498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114A860-CB39-43EF-A791-DF1E738D0731}">
      <dsp:nvSpPr>
        <dsp:cNvPr id="0" name=""/>
        <dsp:cNvSpPr/>
      </dsp:nvSpPr>
      <dsp:spPr>
        <a:xfrm>
          <a:off x="1831929" y="731971"/>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kern="1200" dirty="0"/>
            <a:t>Preserved censoring indicator for potential future use</a:t>
          </a:r>
          <a:endParaRPr lang="en-US" sz="1200" kern="1200" dirty="0"/>
        </a:p>
      </dsp:txBody>
      <dsp:txXfrm>
        <a:off x="1831929" y="731971"/>
        <a:ext cx="6688671" cy="339710"/>
      </dsp:txXfrm>
    </dsp:sp>
    <dsp:sp modelId="{F6FB0423-9357-4B7B-98B1-E717A8A72F87}">
      <dsp:nvSpPr>
        <dsp:cNvPr id="0" name=""/>
        <dsp:cNvSpPr/>
      </dsp:nvSpPr>
      <dsp:spPr>
        <a:xfrm>
          <a:off x="1704119" y="107168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83CAE330-EF7F-42B6-AD6C-C112716FE85F}">
      <dsp:nvSpPr>
        <dsp:cNvPr id="0" name=""/>
        <dsp:cNvSpPr/>
      </dsp:nvSpPr>
      <dsp:spPr>
        <a:xfrm>
          <a:off x="0" y="1088667"/>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636B35F2-911D-4528-AFD2-472B916D882D}">
      <dsp:nvSpPr>
        <dsp:cNvPr id="0" name=""/>
        <dsp:cNvSpPr/>
      </dsp:nvSpPr>
      <dsp:spPr>
        <a:xfrm>
          <a:off x="0" y="1088667"/>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pt-PT" sz="2000" b="0" kern="1200" dirty="0"/>
            <a:t>5. </a:t>
          </a:r>
          <a:r>
            <a:rPr lang="pt-PT" sz="2000" b="0" kern="1200" dirty="0" err="1"/>
            <a:t>Validation</a:t>
          </a:r>
          <a:r>
            <a:rPr lang="pt-PT" sz="2000" b="0" kern="1200" dirty="0"/>
            <a:t> </a:t>
          </a:r>
          <a:r>
            <a:rPr lang="pt-PT" sz="2000" b="0" kern="1200" dirty="0" err="1"/>
            <a:t>Strategy</a:t>
          </a:r>
          <a:r>
            <a:rPr lang="pt-PT" sz="2000" b="0" kern="1200" dirty="0"/>
            <a:t> </a:t>
          </a:r>
          <a:r>
            <a:rPr lang="pt-PT" sz="2000" b="0" kern="1200" dirty="0" err="1"/>
            <a:t>Development</a:t>
          </a:r>
          <a:endParaRPr lang="en-US" sz="2000" b="0" kern="1200" dirty="0"/>
        </a:p>
      </dsp:txBody>
      <dsp:txXfrm>
        <a:off x="0" y="1088667"/>
        <a:ext cx="1704120" cy="1087073"/>
      </dsp:txXfrm>
    </dsp:sp>
    <dsp:sp modelId="{49DB31D6-46DF-43E2-B8B2-516B948E6CFA}">
      <dsp:nvSpPr>
        <dsp:cNvPr id="0" name=""/>
        <dsp:cNvSpPr/>
      </dsp:nvSpPr>
      <dsp:spPr>
        <a:xfrm>
          <a:off x="1831929" y="1101446"/>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b="0" kern="1200" dirty="0" err="1"/>
            <a:t>Implemented</a:t>
          </a:r>
          <a:r>
            <a:rPr lang="pt-PT" sz="1200" b="0" kern="1200" dirty="0"/>
            <a:t> </a:t>
          </a:r>
          <a:r>
            <a:rPr lang="pt-PT" sz="1200" b="0" kern="1200" dirty="0" err="1"/>
            <a:t>train</a:t>
          </a:r>
          <a:r>
            <a:rPr lang="pt-PT" sz="1200" b="0" kern="1200" dirty="0"/>
            <a:t>/</a:t>
          </a:r>
          <a:r>
            <a:rPr lang="pt-PT" sz="1200" b="0" kern="1200" dirty="0" err="1"/>
            <a:t>validation</a:t>
          </a:r>
          <a:r>
            <a:rPr lang="pt-PT" sz="1200" b="0" kern="1200" dirty="0"/>
            <a:t>/</a:t>
          </a:r>
          <a:r>
            <a:rPr lang="pt-PT" sz="1200" b="0" kern="1200" dirty="0" err="1"/>
            <a:t>test</a:t>
          </a:r>
          <a:r>
            <a:rPr lang="pt-PT" sz="1200" b="0" kern="1200" dirty="0"/>
            <a:t> </a:t>
          </a:r>
          <a:r>
            <a:rPr lang="pt-PT" sz="1200" b="0" kern="1200" dirty="0" err="1"/>
            <a:t>split</a:t>
          </a:r>
          <a:r>
            <a:rPr lang="pt-PT" sz="1200" b="0" kern="1200" dirty="0"/>
            <a:t> (64%/16%/20%)</a:t>
          </a:r>
          <a:endParaRPr lang="en-US" sz="1200" kern="1200" dirty="0"/>
        </a:p>
      </dsp:txBody>
      <dsp:txXfrm>
        <a:off x="1831929" y="1101446"/>
        <a:ext cx="6688671" cy="255579"/>
      </dsp:txXfrm>
    </dsp:sp>
    <dsp:sp modelId="{751E30B5-A65A-46C9-89A7-318029B4D130}">
      <dsp:nvSpPr>
        <dsp:cNvPr id="0" name=""/>
        <dsp:cNvSpPr/>
      </dsp:nvSpPr>
      <dsp:spPr>
        <a:xfrm>
          <a:off x="1704119" y="135702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8595431F-6513-473F-8869-4E56C18CF3F9}">
      <dsp:nvSpPr>
        <dsp:cNvPr id="0" name=""/>
        <dsp:cNvSpPr/>
      </dsp:nvSpPr>
      <dsp:spPr>
        <a:xfrm>
          <a:off x="1831929" y="1369804"/>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kern="1200" dirty="0"/>
            <a:t>Tested simple split approach with Linear Regression</a:t>
          </a:r>
          <a:endParaRPr lang="en-US" sz="1200" kern="1200" dirty="0"/>
        </a:p>
      </dsp:txBody>
      <dsp:txXfrm>
        <a:off x="1831929" y="1369804"/>
        <a:ext cx="6688671" cy="255579"/>
      </dsp:txXfrm>
    </dsp:sp>
    <dsp:sp modelId="{B4F32693-A24E-4E68-A4E3-4526D5F36F22}">
      <dsp:nvSpPr>
        <dsp:cNvPr id="0" name=""/>
        <dsp:cNvSpPr/>
      </dsp:nvSpPr>
      <dsp:spPr>
        <a:xfrm>
          <a:off x="1704119" y="1625383"/>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0B108F03-537F-461C-8B34-68E753135776}">
      <dsp:nvSpPr>
        <dsp:cNvPr id="0" name=""/>
        <dsp:cNvSpPr/>
      </dsp:nvSpPr>
      <dsp:spPr>
        <a:xfrm>
          <a:off x="1831929" y="1638162"/>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kern="1200" dirty="0"/>
            <a:t>Implemented 5-fold cross-validation for more robust evaluation</a:t>
          </a:r>
          <a:endParaRPr lang="en-US" sz="1200" kern="1200" dirty="0"/>
        </a:p>
      </dsp:txBody>
      <dsp:txXfrm>
        <a:off x="1831929" y="1638162"/>
        <a:ext cx="6688671" cy="255579"/>
      </dsp:txXfrm>
    </dsp:sp>
    <dsp:sp modelId="{2FC9B009-06E9-49E9-8BD7-4CD0E88C929E}">
      <dsp:nvSpPr>
        <dsp:cNvPr id="0" name=""/>
        <dsp:cNvSpPr/>
      </dsp:nvSpPr>
      <dsp:spPr>
        <a:xfrm>
          <a:off x="1704119" y="189374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3D1E01FC-3595-4ACF-B236-E2BB3C35A680}">
      <dsp:nvSpPr>
        <dsp:cNvPr id="0" name=""/>
        <dsp:cNvSpPr/>
      </dsp:nvSpPr>
      <dsp:spPr>
        <a:xfrm>
          <a:off x="1831929" y="1906520"/>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kern="1200" dirty="0"/>
            <a:t>Compared both validation strategies (simple split vs. cross-validation)</a:t>
          </a:r>
          <a:endParaRPr lang="en-US" sz="1200" kern="1200" dirty="0"/>
        </a:p>
      </dsp:txBody>
      <dsp:txXfrm>
        <a:off x="1831929" y="1906520"/>
        <a:ext cx="6688671" cy="255579"/>
      </dsp:txXfrm>
    </dsp:sp>
    <dsp:sp modelId="{05309BFC-05CF-431E-856A-ED2FF8CB105A}">
      <dsp:nvSpPr>
        <dsp:cNvPr id="0" name=""/>
        <dsp:cNvSpPr/>
      </dsp:nvSpPr>
      <dsp:spPr>
        <a:xfrm>
          <a:off x="1704119" y="216209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2EBF8319-3B90-4EA9-9A69-F4F8EE821076}">
      <dsp:nvSpPr>
        <dsp:cNvPr id="0" name=""/>
        <dsp:cNvSpPr/>
      </dsp:nvSpPr>
      <dsp:spPr>
        <a:xfrm>
          <a:off x="0" y="2175740"/>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72887108-4B62-4C49-BC60-B59B1FECBA00}">
      <dsp:nvSpPr>
        <dsp:cNvPr id="0" name=""/>
        <dsp:cNvSpPr/>
      </dsp:nvSpPr>
      <dsp:spPr>
        <a:xfrm>
          <a:off x="0" y="2175740"/>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pt-PT" sz="2000" b="0" kern="1200" dirty="0"/>
            <a:t>6. Performance </a:t>
          </a:r>
          <a:r>
            <a:rPr lang="pt-PT" sz="2000" b="0" kern="1200" dirty="0" err="1"/>
            <a:t>Evaluation</a:t>
          </a:r>
          <a:endParaRPr lang="en-US" sz="2000" b="0" kern="1200" dirty="0"/>
        </a:p>
      </dsp:txBody>
      <dsp:txXfrm>
        <a:off x="0" y="2175740"/>
        <a:ext cx="1704120" cy="1087073"/>
      </dsp:txXfrm>
    </dsp:sp>
    <dsp:sp modelId="{E0B5E7F5-A998-45A3-BEFA-55AA0A3BE9D4}">
      <dsp:nvSpPr>
        <dsp:cNvPr id="0" name=""/>
        <dsp:cNvSpPr/>
      </dsp:nvSpPr>
      <dsp:spPr>
        <a:xfrm>
          <a:off x="1831929" y="2192726"/>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kern="1200" dirty="0"/>
            <a:t>Calculated MSE (Mean Squared Error) and </a:t>
          </a:r>
          <a:r>
            <a:rPr lang="en-US" sz="1200" b="0" kern="1200" dirty="0" err="1"/>
            <a:t>cMSE</a:t>
          </a:r>
          <a:r>
            <a:rPr lang="en-US" sz="1200" b="0" kern="1200" dirty="0"/>
            <a:t> (Censored MSE)</a:t>
          </a:r>
          <a:endParaRPr lang="en-US" sz="1200" kern="1200" dirty="0"/>
        </a:p>
      </dsp:txBody>
      <dsp:txXfrm>
        <a:off x="1831929" y="2192726"/>
        <a:ext cx="6688671" cy="339710"/>
      </dsp:txXfrm>
    </dsp:sp>
    <dsp:sp modelId="{4BE01B84-3C53-4F7A-92CB-7B81DA36F1F3}">
      <dsp:nvSpPr>
        <dsp:cNvPr id="0" name=""/>
        <dsp:cNvSpPr/>
      </dsp:nvSpPr>
      <dsp:spPr>
        <a:xfrm>
          <a:off x="1704119" y="2532436"/>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B37197E3-4F7A-4AEB-B22A-FF6C83E90AE3}">
      <dsp:nvSpPr>
        <dsp:cNvPr id="0" name=""/>
        <dsp:cNvSpPr/>
      </dsp:nvSpPr>
      <dsp:spPr>
        <a:xfrm>
          <a:off x="1831929" y="2549422"/>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kern="1200" dirty="0"/>
            <a:t>Evaluated model performance on validation and test sets</a:t>
          </a:r>
          <a:endParaRPr lang="en-US" sz="1200" kern="1200" dirty="0"/>
        </a:p>
      </dsp:txBody>
      <dsp:txXfrm>
        <a:off x="1831929" y="2549422"/>
        <a:ext cx="6688671" cy="339710"/>
      </dsp:txXfrm>
    </dsp:sp>
    <dsp:sp modelId="{67C60CAC-F26B-461F-9197-25620B496B8C}">
      <dsp:nvSpPr>
        <dsp:cNvPr id="0" name=""/>
        <dsp:cNvSpPr/>
      </dsp:nvSpPr>
      <dsp:spPr>
        <a:xfrm>
          <a:off x="1704119" y="2889132"/>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D8B8638E-1FBA-4B95-A5B7-CEFB50F51B38}">
      <dsp:nvSpPr>
        <dsp:cNvPr id="0" name=""/>
        <dsp:cNvSpPr/>
      </dsp:nvSpPr>
      <dsp:spPr>
        <a:xfrm>
          <a:off x="1831929" y="2906118"/>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kern="1200" dirty="0"/>
            <a:t>Compared cross-validation results to simple split results</a:t>
          </a:r>
          <a:endParaRPr lang="en-US" sz="1200" kern="1200" dirty="0"/>
        </a:p>
      </dsp:txBody>
      <dsp:txXfrm>
        <a:off x="1831929" y="2906118"/>
        <a:ext cx="6688671" cy="339710"/>
      </dsp:txXfrm>
    </dsp:sp>
    <dsp:sp modelId="{3CB59C8E-A60A-41D1-96B1-AD3D35B986F1}">
      <dsp:nvSpPr>
        <dsp:cNvPr id="0" name=""/>
        <dsp:cNvSpPr/>
      </dsp:nvSpPr>
      <dsp:spPr>
        <a:xfrm>
          <a:off x="1704119" y="3245828"/>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43EE84-EF16-405E-A8E8-A77A49EE31A8}">
      <dsp:nvSpPr>
        <dsp:cNvPr id="0" name=""/>
        <dsp:cNvSpPr/>
      </dsp:nvSpPr>
      <dsp:spPr>
        <a:xfrm>
          <a:off x="0" y="1593"/>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CD0E6FFF-7C56-4BC7-A4F6-17A7398178B1}">
      <dsp:nvSpPr>
        <dsp:cNvPr id="0" name=""/>
        <dsp:cNvSpPr/>
      </dsp:nvSpPr>
      <dsp:spPr>
        <a:xfrm>
          <a:off x="0" y="1593"/>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pt-PT" sz="2100" kern="1200"/>
            <a:t>1. Pipeline Construction</a:t>
          </a:r>
          <a:endParaRPr lang="en-US" sz="2100" kern="1200"/>
        </a:p>
      </dsp:txBody>
      <dsp:txXfrm>
        <a:off x="0" y="1593"/>
        <a:ext cx="1704120" cy="1087073"/>
      </dsp:txXfrm>
    </dsp:sp>
    <dsp:sp modelId="{C3C76A8B-4AC0-41A2-9963-6004B12A491E}">
      <dsp:nvSpPr>
        <dsp:cNvPr id="0" name=""/>
        <dsp:cNvSpPr/>
      </dsp:nvSpPr>
      <dsp:spPr>
        <a:xfrm>
          <a:off x="1831929" y="18579"/>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PT" sz="1500" kern="1200"/>
            <a:t>- Built baseline pipeline combining StandardScaler and Linear Regression</a:t>
          </a:r>
          <a:endParaRPr lang="en-US" sz="1500" kern="1200"/>
        </a:p>
      </dsp:txBody>
      <dsp:txXfrm>
        <a:off x="1831929" y="18579"/>
        <a:ext cx="6688671" cy="339710"/>
      </dsp:txXfrm>
    </dsp:sp>
    <dsp:sp modelId="{0484C9DB-6767-45C1-A902-0E81593A4D0D}">
      <dsp:nvSpPr>
        <dsp:cNvPr id="0" name=""/>
        <dsp:cNvSpPr/>
      </dsp:nvSpPr>
      <dsp:spPr>
        <a:xfrm>
          <a:off x="1704119" y="35828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8CD39396-8BC9-4901-AE65-692A8ACE6DCC}">
      <dsp:nvSpPr>
        <dsp:cNvPr id="0" name=""/>
        <dsp:cNvSpPr/>
      </dsp:nvSpPr>
      <dsp:spPr>
        <a:xfrm>
          <a:off x="1831929" y="375275"/>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PT" sz="1500" kern="1200"/>
            <a:t>- Ensured feature scaling for improved model performance</a:t>
          </a:r>
          <a:endParaRPr lang="en-US" sz="1500" kern="1200"/>
        </a:p>
      </dsp:txBody>
      <dsp:txXfrm>
        <a:off x="1831929" y="375275"/>
        <a:ext cx="6688671" cy="339710"/>
      </dsp:txXfrm>
    </dsp:sp>
    <dsp:sp modelId="{C4BED466-1290-4659-9571-C2690A884557}">
      <dsp:nvSpPr>
        <dsp:cNvPr id="0" name=""/>
        <dsp:cNvSpPr/>
      </dsp:nvSpPr>
      <dsp:spPr>
        <a:xfrm>
          <a:off x="1704119" y="71498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D48CD34D-B515-4E51-A12F-C493B6ED8A4E}">
      <dsp:nvSpPr>
        <dsp:cNvPr id="0" name=""/>
        <dsp:cNvSpPr/>
      </dsp:nvSpPr>
      <dsp:spPr>
        <a:xfrm>
          <a:off x="1831929" y="731971"/>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PT" sz="1500" kern="1200" dirty="0"/>
            <a:t>- </a:t>
          </a:r>
          <a:r>
            <a:rPr lang="pt-PT" sz="1500" kern="1200" dirty="0" err="1"/>
            <a:t>Created</a:t>
          </a:r>
          <a:r>
            <a:rPr lang="pt-PT" sz="1500" kern="1200" dirty="0"/>
            <a:t> modular, </a:t>
          </a:r>
          <a:r>
            <a:rPr lang="pt-PT" sz="1500" kern="1200" dirty="0" err="1"/>
            <a:t>reusable</a:t>
          </a:r>
          <a:r>
            <a:rPr lang="pt-PT" sz="1500" kern="1200" dirty="0"/>
            <a:t> pipeline </a:t>
          </a:r>
          <a:r>
            <a:rPr lang="pt-PT" sz="1500" kern="1200" dirty="0" err="1"/>
            <a:t>structure</a:t>
          </a:r>
          <a:endParaRPr lang="en-US" sz="1500" kern="1200" dirty="0"/>
        </a:p>
      </dsp:txBody>
      <dsp:txXfrm>
        <a:off x="1831929" y="731971"/>
        <a:ext cx="6688671" cy="339710"/>
      </dsp:txXfrm>
    </dsp:sp>
    <dsp:sp modelId="{EC2C07CB-F0CA-4521-971B-9883F5C91BBC}">
      <dsp:nvSpPr>
        <dsp:cNvPr id="0" name=""/>
        <dsp:cNvSpPr/>
      </dsp:nvSpPr>
      <dsp:spPr>
        <a:xfrm>
          <a:off x="1704119" y="107168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45A9601E-A7E9-4591-BBC6-5AB3E632E23B}">
      <dsp:nvSpPr>
        <dsp:cNvPr id="0" name=""/>
        <dsp:cNvSpPr/>
      </dsp:nvSpPr>
      <dsp:spPr>
        <a:xfrm>
          <a:off x="0" y="1088667"/>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16147AF5-051F-4F3A-951E-F751C91635F1}">
      <dsp:nvSpPr>
        <dsp:cNvPr id="0" name=""/>
        <dsp:cNvSpPr/>
      </dsp:nvSpPr>
      <dsp:spPr>
        <a:xfrm>
          <a:off x="0" y="1088667"/>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pt-PT" sz="2100" kern="1200"/>
            <a:t>2. Cross-Validation Training</a:t>
          </a:r>
          <a:endParaRPr lang="en-US" sz="2100" kern="1200"/>
        </a:p>
      </dsp:txBody>
      <dsp:txXfrm>
        <a:off x="0" y="1088667"/>
        <a:ext cx="1704120" cy="1087073"/>
      </dsp:txXfrm>
    </dsp:sp>
    <dsp:sp modelId="{CFD5A03B-E8F2-45CB-98A5-B7CECB83D12F}">
      <dsp:nvSpPr>
        <dsp:cNvPr id="0" name=""/>
        <dsp:cNvSpPr/>
      </dsp:nvSpPr>
      <dsp:spPr>
        <a:xfrm>
          <a:off x="1831929" y="1105652"/>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PT" sz="1500" kern="1200"/>
            <a:t>- Performed 5-fold cross-validation for robust model evaluation</a:t>
          </a:r>
          <a:endParaRPr lang="en-US" sz="1500" kern="1200"/>
        </a:p>
      </dsp:txBody>
      <dsp:txXfrm>
        <a:off x="1831929" y="1105652"/>
        <a:ext cx="6688671" cy="339710"/>
      </dsp:txXfrm>
    </dsp:sp>
    <dsp:sp modelId="{BF1E96DC-783D-430B-880D-FF306849905F}">
      <dsp:nvSpPr>
        <dsp:cNvPr id="0" name=""/>
        <dsp:cNvSpPr/>
      </dsp:nvSpPr>
      <dsp:spPr>
        <a:xfrm>
          <a:off x="1704119" y="1445363"/>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3E96736A-D6E2-41B1-BA87-90C80ACD7489}">
      <dsp:nvSpPr>
        <dsp:cNvPr id="0" name=""/>
        <dsp:cNvSpPr/>
      </dsp:nvSpPr>
      <dsp:spPr>
        <a:xfrm>
          <a:off x="1831929" y="1462348"/>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PT" sz="1500" kern="1200"/>
            <a:t>- Calculated CV MSE scores across all folds</a:t>
          </a:r>
          <a:endParaRPr lang="en-US" sz="1500" kern="1200"/>
        </a:p>
      </dsp:txBody>
      <dsp:txXfrm>
        <a:off x="1831929" y="1462348"/>
        <a:ext cx="6688671" cy="339710"/>
      </dsp:txXfrm>
    </dsp:sp>
    <dsp:sp modelId="{050BBAC4-2EE0-4650-8743-F118F18333F5}">
      <dsp:nvSpPr>
        <dsp:cNvPr id="0" name=""/>
        <dsp:cNvSpPr/>
      </dsp:nvSpPr>
      <dsp:spPr>
        <a:xfrm>
          <a:off x="1704119" y="180205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4906D4E7-957A-47F7-B34A-F3C25CAD7411}">
      <dsp:nvSpPr>
        <dsp:cNvPr id="0" name=""/>
        <dsp:cNvSpPr/>
      </dsp:nvSpPr>
      <dsp:spPr>
        <a:xfrm>
          <a:off x="1831929" y="1819044"/>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PT" sz="1500" kern="1200"/>
            <a:t>- Computed mean and standard deviation of cross-validation performance</a:t>
          </a:r>
          <a:endParaRPr lang="en-US" sz="1500" kern="1200"/>
        </a:p>
      </dsp:txBody>
      <dsp:txXfrm>
        <a:off x="1831929" y="1819044"/>
        <a:ext cx="6688671" cy="339710"/>
      </dsp:txXfrm>
    </dsp:sp>
    <dsp:sp modelId="{799F4F7F-F1DA-48D5-9F54-B16101C18B9A}">
      <dsp:nvSpPr>
        <dsp:cNvPr id="0" name=""/>
        <dsp:cNvSpPr/>
      </dsp:nvSpPr>
      <dsp:spPr>
        <a:xfrm>
          <a:off x="1704119" y="215875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4E0A728C-DA92-4E00-AA6B-5A179513B6B9}">
      <dsp:nvSpPr>
        <dsp:cNvPr id="0" name=""/>
        <dsp:cNvSpPr/>
      </dsp:nvSpPr>
      <dsp:spPr>
        <a:xfrm>
          <a:off x="0" y="2175740"/>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8875992F-B614-4635-86EB-5997EB0D71F5}">
      <dsp:nvSpPr>
        <dsp:cNvPr id="0" name=""/>
        <dsp:cNvSpPr/>
      </dsp:nvSpPr>
      <dsp:spPr>
        <a:xfrm>
          <a:off x="0" y="2175740"/>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pt-PT" sz="2100" kern="1200"/>
            <a:t>3. Final Model Training</a:t>
          </a:r>
          <a:endParaRPr lang="en-US" sz="2100" kern="1200"/>
        </a:p>
      </dsp:txBody>
      <dsp:txXfrm>
        <a:off x="0" y="2175740"/>
        <a:ext cx="1704120" cy="1087073"/>
      </dsp:txXfrm>
    </dsp:sp>
    <dsp:sp modelId="{DE95FAC1-BDF4-41D3-B706-6276AFF92036}">
      <dsp:nvSpPr>
        <dsp:cNvPr id="0" name=""/>
        <dsp:cNvSpPr/>
      </dsp:nvSpPr>
      <dsp:spPr>
        <a:xfrm>
          <a:off x="1831929" y="2192726"/>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PT" sz="1500" kern="1200"/>
            <a:t>- Fitted baseline pipeline on entire training dataset</a:t>
          </a:r>
          <a:endParaRPr lang="en-US" sz="1500" kern="1200"/>
        </a:p>
      </dsp:txBody>
      <dsp:txXfrm>
        <a:off x="1831929" y="2192726"/>
        <a:ext cx="6688671" cy="339710"/>
      </dsp:txXfrm>
    </dsp:sp>
    <dsp:sp modelId="{081228EE-A574-4418-9BF3-A7BE50049193}">
      <dsp:nvSpPr>
        <dsp:cNvPr id="0" name=""/>
        <dsp:cNvSpPr/>
      </dsp:nvSpPr>
      <dsp:spPr>
        <a:xfrm>
          <a:off x="1704119" y="2532436"/>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59B76C3F-383F-4349-9C9F-24C28A00991C}">
      <dsp:nvSpPr>
        <dsp:cNvPr id="0" name=""/>
        <dsp:cNvSpPr/>
      </dsp:nvSpPr>
      <dsp:spPr>
        <a:xfrm>
          <a:off x="1831929" y="2549422"/>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PT" sz="1500" kern="1200"/>
            <a:t>- Generated predictions on training data</a:t>
          </a:r>
          <a:endParaRPr lang="en-US" sz="1500" kern="1200"/>
        </a:p>
      </dsp:txBody>
      <dsp:txXfrm>
        <a:off x="1831929" y="2549422"/>
        <a:ext cx="6688671" cy="339710"/>
      </dsp:txXfrm>
    </dsp:sp>
    <dsp:sp modelId="{5AEAC459-A412-41C8-9A5A-69D728FD53D1}">
      <dsp:nvSpPr>
        <dsp:cNvPr id="0" name=""/>
        <dsp:cNvSpPr/>
      </dsp:nvSpPr>
      <dsp:spPr>
        <a:xfrm>
          <a:off x="1704119" y="2889132"/>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8FA7BEE1-DC55-4DF6-AB6F-DB6F2977AE31}">
      <dsp:nvSpPr>
        <dsp:cNvPr id="0" name=""/>
        <dsp:cNvSpPr/>
      </dsp:nvSpPr>
      <dsp:spPr>
        <a:xfrm>
          <a:off x="1831929" y="2906118"/>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PT" sz="1500" kern="1200"/>
            <a:t>- Maximized use of available data for final model</a:t>
          </a:r>
          <a:endParaRPr lang="en-US" sz="1500" kern="1200"/>
        </a:p>
      </dsp:txBody>
      <dsp:txXfrm>
        <a:off x="1831929" y="2906118"/>
        <a:ext cx="6688671" cy="339710"/>
      </dsp:txXfrm>
    </dsp:sp>
    <dsp:sp modelId="{3BD0BA0D-BD00-4AA1-A054-86AB16E6A08E}">
      <dsp:nvSpPr>
        <dsp:cNvPr id="0" name=""/>
        <dsp:cNvSpPr/>
      </dsp:nvSpPr>
      <dsp:spPr>
        <a:xfrm>
          <a:off x="1704119" y="3245828"/>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8A7102-2DC4-487E-A0D0-27E708AACB1E}">
      <dsp:nvSpPr>
        <dsp:cNvPr id="0" name=""/>
        <dsp:cNvSpPr/>
      </dsp:nvSpPr>
      <dsp:spPr>
        <a:xfrm>
          <a:off x="0" y="1593"/>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9CA34BE6-57A0-462E-9CDC-F35933F86F63}">
      <dsp:nvSpPr>
        <dsp:cNvPr id="0" name=""/>
        <dsp:cNvSpPr/>
      </dsp:nvSpPr>
      <dsp:spPr>
        <a:xfrm>
          <a:off x="0" y="1593"/>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4. Performance Metrics</a:t>
          </a:r>
        </a:p>
      </dsp:txBody>
      <dsp:txXfrm>
        <a:off x="0" y="1593"/>
        <a:ext cx="1704120" cy="1087073"/>
      </dsp:txXfrm>
    </dsp:sp>
    <dsp:sp modelId="{A8F8A547-68BE-4676-B0ED-69ADB42AF6A1}">
      <dsp:nvSpPr>
        <dsp:cNvPr id="0" name=""/>
        <dsp:cNvSpPr/>
      </dsp:nvSpPr>
      <dsp:spPr>
        <a:xfrm>
          <a:off x="1831929" y="18579"/>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Calculated Training MSE (Mean Squared Error)</a:t>
          </a:r>
        </a:p>
      </dsp:txBody>
      <dsp:txXfrm>
        <a:off x="1831929" y="18579"/>
        <a:ext cx="6688671" cy="339710"/>
      </dsp:txXfrm>
    </dsp:sp>
    <dsp:sp modelId="{F0DF6BD5-22AD-4BA5-8934-FA4AF93B99B2}">
      <dsp:nvSpPr>
        <dsp:cNvPr id="0" name=""/>
        <dsp:cNvSpPr/>
      </dsp:nvSpPr>
      <dsp:spPr>
        <a:xfrm>
          <a:off x="1704119" y="35828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22BE26D4-A2BC-42E4-BAF3-F8A6BC778223}">
      <dsp:nvSpPr>
        <dsp:cNvPr id="0" name=""/>
        <dsp:cNvSpPr/>
      </dsp:nvSpPr>
      <dsp:spPr>
        <a:xfrm>
          <a:off x="1831929" y="375275"/>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Calculated Training cMSE (Censored Mean Squared Error)</a:t>
          </a:r>
        </a:p>
      </dsp:txBody>
      <dsp:txXfrm>
        <a:off x="1831929" y="375275"/>
        <a:ext cx="6688671" cy="339710"/>
      </dsp:txXfrm>
    </dsp:sp>
    <dsp:sp modelId="{896F42DE-AFFA-4E10-9A85-41A5FB66DC54}">
      <dsp:nvSpPr>
        <dsp:cNvPr id="0" name=""/>
        <dsp:cNvSpPr/>
      </dsp:nvSpPr>
      <dsp:spPr>
        <a:xfrm>
          <a:off x="1704119" y="71498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13F8BB2B-45A5-4824-AD91-60C08C714F21}">
      <dsp:nvSpPr>
        <dsp:cNvPr id="0" name=""/>
        <dsp:cNvSpPr/>
      </dsp:nvSpPr>
      <dsp:spPr>
        <a:xfrm>
          <a:off x="1831929" y="731971"/>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Established baseline performance benchmarks</a:t>
          </a:r>
        </a:p>
      </dsp:txBody>
      <dsp:txXfrm>
        <a:off x="1831929" y="731971"/>
        <a:ext cx="6688671" cy="339710"/>
      </dsp:txXfrm>
    </dsp:sp>
    <dsp:sp modelId="{E18D9617-0CAD-40E3-A631-959D02AAFB2D}">
      <dsp:nvSpPr>
        <dsp:cNvPr id="0" name=""/>
        <dsp:cNvSpPr/>
      </dsp:nvSpPr>
      <dsp:spPr>
        <a:xfrm>
          <a:off x="1704119" y="107168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D2EA87D9-419B-4577-884E-FC223A7F5D87}">
      <dsp:nvSpPr>
        <dsp:cNvPr id="0" name=""/>
        <dsp:cNvSpPr/>
      </dsp:nvSpPr>
      <dsp:spPr>
        <a:xfrm>
          <a:off x="0" y="1088667"/>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58E8DB4E-F847-4162-8A95-71F6E6D31073}">
      <dsp:nvSpPr>
        <dsp:cNvPr id="0" name=""/>
        <dsp:cNvSpPr/>
      </dsp:nvSpPr>
      <dsp:spPr>
        <a:xfrm>
          <a:off x="0" y="1088667"/>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5. Test Predictions &amp; Submission</a:t>
          </a:r>
        </a:p>
      </dsp:txBody>
      <dsp:txXfrm>
        <a:off x="0" y="1088667"/>
        <a:ext cx="1704120" cy="1087073"/>
      </dsp:txXfrm>
    </dsp:sp>
    <dsp:sp modelId="{4276878E-59B0-4C25-B64C-B76C25DFD473}">
      <dsp:nvSpPr>
        <dsp:cNvPr id="0" name=""/>
        <dsp:cNvSpPr/>
      </dsp:nvSpPr>
      <dsp:spPr>
        <a:xfrm>
          <a:off x="1831929" y="1105652"/>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Loaded test dataset and prepared features</a:t>
          </a:r>
        </a:p>
      </dsp:txBody>
      <dsp:txXfrm>
        <a:off x="1831929" y="1105652"/>
        <a:ext cx="6688671" cy="339710"/>
      </dsp:txXfrm>
    </dsp:sp>
    <dsp:sp modelId="{07F6A5EB-CEB9-495C-918B-FA351959C9AF}">
      <dsp:nvSpPr>
        <dsp:cNvPr id="0" name=""/>
        <dsp:cNvSpPr/>
      </dsp:nvSpPr>
      <dsp:spPr>
        <a:xfrm>
          <a:off x="1704119" y="1445363"/>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5869E7E7-B9A9-4BAD-B8A3-E2E13B56ECDF}">
      <dsp:nvSpPr>
        <dsp:cNvPr id="0" name=""/>
        <dsp:cNvSpPr/>
      </dsp:nvSpPr>
      <dsp:spPr>
        <a:xfrm>
          <a:off x="1831929" y="1462348"/>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dirty="0"/>
            <a:t>- Generated predictions for test samples</a:t>
          </a:r>
        </a:p>
      </dsp:txBody>
      <dsp:txXfrm>
        <a:off x="1831929" y="1462348"/>
        <a:ext cx="6688671" cy="339710"/>
      </dsp:txXfrm>
    </dsp:sp>
    <dsp:sp modelId="{FE0E9E8C-FCEF-4492-963E-0E51FDA983DF}">
      <dsp:nvSpPr>
        <dsp:cNvPr id="0" name=""/>
        <dsp:cNvSpPr/>
      </dsp:nvSpPr>
      <dsp:spPr>
        <a:xfrm>
          <a:off x="1704119" y="180205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041A74D4-F585-4DC4-83E7-7BF745ED759B}">
      <dsp:nvSpPr>
        <dsp:cNvPr id="0" name=""/>
        <dsp:cNvSpPr/>
      </dsp:nvSpPr>
      <dsp:spPr>
        <a:xfrm>
          <a:off x="1831929" y="1819044"/>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Created submission file for competition/evaluation</a:t>
          </a:r>
        </a:p>
      </dsp:txBody>
      <dsp:txXfrm>
        <a:off x="1831929" y="1819044"/>
        <a:ext cx="6688671" cy="339710"/>
      </dsp:txXfrm>
    </dsp:sp>
    <dsp:sp modelId="{9B0E13E2-68C9-4F9D-98B0-DB505B47F2A0}">
      <dsp:nvSpPr>
        <dsp:cNvPr id="0" name=""/>
        <dsp:cNvSpPr/>
      </dsp:nvSpPr>
      <dsp:spPr>
        <a:xfrm>
          <a:off x="1704119" y="215875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52981B55-EC33-4B21-AF29-9989F00DB577}">
      <dsp:nvSpPr>
        <dsp:cNvPr id="0" name=""/>
        <dsp:cNvSpPr/>
      </dsp:nvSpPr>
      <dsp:spPr>
        <a:xfrm>
          <a:off x="0" y="2175740"/>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FFBE23F0-2B41-4BF9-801A-70D1B1988CFC}">
      <dsp:nvSpPr>
        <dsp:cNvPr id="0" name=""/>
        <dsp:cNvSpPr/>
      </dsp:nvSpPr>
      <dsp:spPr>
        <a:xfrm>
          <a:off x="0" y="2175740"/>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6. Model Visualization</a:t>
          </a:r>
        </a:p>
      </dsp:txBody>
      <dsp:txXfrm>
        <a:off x="0" y="2175740"/>
        <a:ext cx="1704120" cy="1087073"/>
      </dsp:txXfrm>
    </dsp:sp>
    <dsp:sp modelId="{6548A16D-E2F0-4A3A-88CA-CD0669423E9B}">
      <dsp:nvSpPr>
        <dsp:cNvPr id="0" name=""/>
        <dsp:cNvSpPr/>
      </dsp:nvSpPr>
      <dsp:spPr>
        <a:xfrm>
          <a:off x="1831929" y="2188519"/>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Created scatter plot comparing true vs predicted survival times</a:t>
          </a:r>
        </a:p>
      </dsp:txBody>
      <dsp:txXfrm>
        <a:off x="1831929" y="2188519"/>
        <a:ext cx="6688671" cy="255579"/>
      </dsp:txXfrm>
    </dsp:sp>
    <dsp:sp modelId="{FE0754B9-6418-4511-89CB-CDC4676BD267}">
      <dsp:nvSpPr>
        <dsp:cNvPr id="0" name=""/>
        <dsp:cNvSpPr/>
      </dsp:nvSpPr>
      <dsp:spPr>
        <a:xfrm>
          <a:off x="1704119" y="2444098"/>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CDEB228E-8E91-4D3B-B1E9-9C0B4D065D73}">
      <dsp:nvSpPr>
        <dsp:cNvPr id="0" name=""/>
        <dsp:cNvSpPr/>
      </dsp:nvSpPr>
      <dsp:spPr>
        <a:xfrm>
          <a:off x="1831929" y="2456877"/>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Generated boxplot for distribution comparison</a:t>
          </a:r>
        </a:p>
      </dsp:txBody>
      <dsp:txXfrm>
        <a:off x="1831929" y="2456877"/>
        <a:ext cx="6688671" cy="255579"/>
      </dsp:txXfrm>
    </dsp:sp>
    <dsp:sp modelId="{5525EB95-6201-42F7-826A-0416CB406439}">
      <dsp:nvSpPr>
        <dsp:cNvPr id="0" name=""/>
        <dsp:cNvSpPr/>
      </dsp:nvSpPr>
      <dsp:spPr>
        <a:xfrm>
          <a:off x="1704119" y="2712456"/>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A2ED7563-B88C-4645-9711-92207609937C}">
      <dsp:nvSpPr>
        <dsp:cNvPr id="0" name=""/>
        <dsp:cNvSpPr/>
      </dsp:nvSpPr>
      <dsp:spPr>
        <a:xfrm>
          <a:off x="1831929" y="2725235"/>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Visualized model fit quality and prediction patterns</a:t>
          </a:r>
        </a:p>
      </dsp:txBody>
      <dsp:txXfrm>
        <a:off x="1831929" y="2725235"/>
        <a:ext cx="6688671" cy="255579"/>
      </dsp:txXfrm>
    </dsp:sp>
    <dsp:sp modelId="{FCA18971-F1E6-4834-B701-1D719F64828A}">
      <dsp:nvSpPr>
        <dsp:cNvPr id="0" name=""/>
        <dsp:cNvSpPr/>
      </dsp:nvSpPr>
      <dsp:spPr>
        <a:xfrm>
          <a:off x="1704119" y="2980814"/>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64CE867C-63D2-4712-8C53-60EAE6EF83D6}">
      <dsp:nvSpPr>
        <dsp:cNvPr id="0" name=""/>
        <dsp:cNvSpPr/>
      </dsp:nvSpPr>
      <dsp:spPr>
        <a:xfrm>
          <a:off x="1831929" y="2993593"/>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Saved individual plots for documentation</a:t>
          </a:r>
        </a:p>
      </dsp:txBody>
      <dsp:txXfrm>
        <a:off x="1831929" y="2993593"/>
        <a:ext cx="6688671" cy="255579"/>
      </dsp:txXfrm>
    </dsp:sp>
    <dsp:sp modelId="{AE91916E-19BC-48F6-8B21-55DD7924BDBB}">
      <dsp:nvSpPr>
        <dsp:cNvPr id="0" name=""/>
        <dsp:cNvSpPr/>
      </dsp:nvSpPr>
      <dsp:spPr>
        <a:xfrm>
          <a:off x="1704119" y="3249172"/>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EC3B43-EB1C-4C00-B0F1-967BCDE2E18A}">
      <dsp:nvSpPr>
        <dsp:cNvPr id="0" name=""/>
        <dsp:cNvSpPr/>
      </dsp:nvSpPr>
      <dsp:spPr>
        <a:xfrm>
          <a:off x="0" y="1593"/>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A086349B-313C-41BC-A50C-9FCD4AEAF9E2}">
      <dsp:nvSpPr>
        <dsp:cNvPr id="0" name=""/>
        <dsp:cNvSpPr/>
      </dsp:nvSpPr>
      <dsp:spPr>
        <a:xfrm>
          <a:off x="0" y="1593"/>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1. Polynomial Regression Function Development</a:t>
          </a:r>
        </a:p>
      </dsp:txBody>
      <dsp:txXfrm>
        <a:off x="0" y="1593"/>
        <a:ext cx="1704120" cy="1087073"/>
      </dsp:txXfrm>
    </dsp:sp>
    <dsp:sp modelId="{A527D7E4-378D-4812-8504-B6B273648127}">
      <dsp:nvSpPr>
        <dsp:cNvPr id="0" name=""/>
        <dsp:cNvSpPr/>
      </dsp:nvSpPr>
      <dsp:spPr>
        <a:xfrm>
          <a:off x="1831929" y="14372"/>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Created `train_polynomial_regression()` function with hyperparameter search</a:t>
          </a:r>
        </a:p>
      </dsp:txBody>
      <dsp:txXfrm>
        <a:off x="1831929" y="14372"/>
        <a:ext cx="6688671" cy="255579"/>
      </dsp:txXfrm>
    </dsp:sp>
    <dsp:sp modelId="{C775FCC1-42A6-4BE1-8DB0-03440D548365}">
      <dsp:nvSpPr>
        <dsp:cNvPr id="0" name=""/>
        <dsp:cNvSpPr/>
      </dsp:nvSpPr>
      <dsp:spPr>
        <a:xfrm>
          <a:off x="1704119" y="26995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873B6E19-C2D3-43B7-88B2-1927734B77DB}">
      <dsp:nvSpPr>
        <dsp:cNvPr id="0" name=""/>
        <dsp:cNvSpPr/>
      </dsp:nvSpPr>
      <dsp:spPr>
        <a:xfrm>
          <a:off x="1831929" y="282730"/>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Implemented cross-validation for degree selection (testing degrees 1 to max_degree)</a:t>
          </a:r>
        </a:p>
      </dsp:txBody>
      <dsp:txXfrm>
        <a:off x="1831929" y="282730"/>
        <a:ext cx="6688671" cy="255579"/>
      </dsp:txXfrm>
    </dsp:sp>
    <dsp:sp modelId="{4FC86DB2-1F73-4724-880C-2D05BB797388}">
      <dsp:nvSpPr>
        <dsp:cNvPr id="0" name=""/>
        <dsp:cNvSpPr/>
      </dsp:nvSpPr>
      <dsp:spPr>
        <a:xfrm>
          <a:off x="1704119" y="53830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DF32B02D-395F-41F7-A7BA-DE013030858A}">
      <dsp:nvSpPr>
        <dsp:cNvPr id="0" name=""/>
        <dsp:cNvSpPr/>
      </dsp:nvSpPr>
      <dsp:spPr>
        <a:xfrm>
          <a:off x="1831929" y="551088"/>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Added early stopping mechanism (stops after 2 consecutive iterations without improvement)</a:t>
          </a:r>
        </a:p>
      </dsp:txBody>
      <dsp:txXfrm>
        <a:off x="1831929" y="551088"/>
        <a:ext cx="6688671" cy="255579"/>
      </dsp:txXfrm>
    </dsp:sp>
    <dsp:sp modelId="{8EF84F10-94AB-4661-8DBE-0A2C19D8E2E4}">
      <dsp:nvSpPr>
        <dsp:cNvPr id="0" name=""/>
        <dsp:cNvSpPr/>
      </dsp:nvSpPr>
      <dsp:spPr>
        <a:xfrm>
          <a:off x="1704119" y="806667"/>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9261C696-F775-47EE-B807-01317118014E}">
      <dsp:nvSpPr>
        <dsp:cNvPr id="0" name=""/>
        <dsp:cNvSpPr/>
      </dsp:nvSpPr>
      <dsp:spPr>
        <a:xfrm>
          <a:off x="1831929" y="819446"/>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Returned best degree, trained model, and complete CV results dictionary</a:t>
          </a:r>
        </a:p>
      </dsp:txBody>
      <dsp:txXfrm>
        <a:off x="1831929" y="819446"/>
        <a:ext cx="6688671" cy="255579"/>
      </dsp:txXfrm>
    </dsp:sp>
    <dsp:sp modelId="{CFFFBF84-84F0-4E6D-804F-B48D222948C2}">
      <dsp:nvSpPr>
        <dsp:cNvPr id="0" name=""/>
        <dsp:cNvSpPr/>
      </dsp:nvSpPr>
      <dsp:spPr>
        <a:xfrm>
          <a:off x="1704119" y="107502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CF72AE15-2E7C-4366-B1EB-CA98AE90701F}">
      <dsp:nvSpPr>
        <dsp:cNvPr id="0" name=""/>
        <dsp:cNvSpPr/>
      </dsp:nvSpPr>
      <dsp:spPr>
        <a:xfrm>
          <a:off x="0" y="1088667"/>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C604C343-2A93-4959-92FE-653D2C8C405C}">
      <dsp:nvSpPr>
        <dsp:cNvPr id="0" name=""/>
        <dsp:cNvSpPr/>
      </dsp:nvSpPr>
      <dsp:spPr>
        <a:xfrm>
          <a:off x="0" y="1088667"/>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2. k-Nearest Neighbors Function Development</a:t>
          </a:r>
        </a:p>
      </dsp:txBody>
      <dsp:txXfrm>
        <a:off x="0" y="1088667"/>
        <a:ext cx="1704120" cy="1087073"/>
      </dsp:txXfrm>
    </dsp:sp>
    <dsp:sp modelId="{3D9BEB07-5B12-4155-9C86-251669B60DF5}">
      <dsp:nvSpPr>
        <dsp:cNvPr id="0" name=""/>
        <dsp:cNvSpPr/>
      </dsp:nvSpPr>
      <dsp:spPr>
        <a:xfrm>
          <a:off x="1831929" y="1101446"/>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Created `train_knn()` function with hyperparameter search</a:t>
          </a:r>
        </a:p>
      </dsp:txBody>
      <dsp:txXfrm>
        <a:off x="1831929" y="1101446"/>
        <a:ext cx="6688671" cy="255579"/>
      </dsp:txXfrm>
    </dsp:sp>
    <dsp:sp modelId="{606EF30B-CC96-419B-B564-421DB641A972}">
      <dsp:nvSpPr>
        <dsp:cNvPr id="0" name=""/>
        <dsp:cNvSpPr/>
      </dsp:nvSpPr>
      <dsp:spPr>
        <a:xfrm>
          <a:off x="1704119" y="135702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A09A877-CBE9-4B91-AF81-5A2E2983E9F2}">
      <dsp:nvSpPr>
        <dsp:cNvPr id="0" name=""/>
        <dsp:cNvSpPr/>
      </dsp:nvSpPr>
      <dsp:spPr>
        <a:xfrm>
          <a:off x="1831929" y="1369804"/>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Implemented cross-validation for k selection (testing k from 1 to max_k)</a:t>
          </a:r>
        </a:p>
      </dsp:txBody>
      <dsp:txXfrm>
        <a:off x="1831929" y="1369804"/>
        <a:ext cx="6688671" cy="255579"/>
      </dsp:txXfrm>
    </dsp:sp>
    <dsp:sp modelId="{B724A8F7-157E-4EA8-B925-109D89F9996B}">
      <dsp:nvSpPr>
        <dsp:cNvPr id="0" name=""/>
        <dsp:cNvSpPr/>
      </dsp:nvSpPr>
      <dsp:spPr>
        <a:xfrm>
          <a:off x="1704119" y="1625383"/>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56682188-38FD-4809-9B06-5188B05A06E1}">
      <dsp:nvSpPr>
        <dsp:cNvPr id="0" name=""/>
        <dsp:cNvSpPr/>
      </dsp:nvSpPr>
      <dsp:spPr>
        <a:xfrm>
          <a:off x="1831929" y="1638162"/>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Added early stopping mechanism for efficiency</a:t>
          </a:r>
        </a:p>
      </dsp:txBody>
      <dsp:txXfrm>
        <a:off x="1831929" y="1638162"/>
        <a:ext cx="6688671" cy="255579"/>
      </dsp:txXfrm>
    </dsp:sp>
    <dsp:sp modelId="{7A3C28DD-E94D-4219-870F-4821B2FFE583}">
      <dsp:nvSpPr>
        <dsp:cNvPr id="0" name=""/>
        <dsp:cNvSpPr/>
      </dsp:nvSpPr>
      <dsp:spPr>
        <a:xfrm>
          <a:off x="1704119" y="189374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D406DAC-D541-483F-AA63-6A53E5FDE386}">
      <dsp:nvSpPr>
        <dsp:cNvPr id="0" name=""/>
        <dsp:cNvSpPr/>
      </dsp:nvSpPr>
      <dsp:spPr>
        <a:xfrm>
          <a:off x="1831929" y="1906520"/>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Returned best k value, trained model, and complete CV results dictionary</a:t>
          </a:r>
        </a:p>
      </dsp:txBody>
      <dsp:txXfrm>
        <a:off x="1831929" y="1906520"/>
        <a:ext cx="6688671" cy="255579"/>
      </dsp:txXfrm>
    </dsp:sp>
    <dsp:sp modelId="{5BEAD5EF-1BAB-45CC-AD30-C682FB2BC477}">
      <dsp:nvSpPr>
        <dsp:cNvPr id="0" name=""/>
        <dsp:cNvSpPr/>
      </dsp:nvSpPr>
      <dsp:spPr>
        <a:xfrm>
          <a:off x="1704119" y="216209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1C5C2C5D-1688-4F07-BC96-FA77406226A4}">
      <dsp:nvSpPr>
        <dsp:cNvPr id="0" name=""/>
        <dsp:cNvSpPr/>
      </dsp:nvSpPr>
      <dsp:spPr>
        <a:xfrm>
          <a:off x="0" y="2175740"/>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9A79F484-6B13-47C5-9E2E-E39C79AF919E}">
      <dsp:nvSpPr>
        <dsp:cNvPr id="0" name=""/>
        <dsp:cNvSpPr/>
      </dsp:nvSpPr>
      <dsp:spPr>
        <a:xfrm>
          <a:off x="0" y="2175740"/>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3. Hyperparameter Selection</a:t>
          </a:r>
        </a:p>
      </dsp:txBody>
      <dsp:txXfrm>
        <a:off x="0" y="2175740"/>
        <a:ext cx="1704120" cy="1087073"/>
      </dsp:txXfrm>
    </dsp:sp>
    <dsp:sp modelId="{A4950704-8129-4080-AC3F-922F60270120}">
      <dsp:nvSpPr>
        <dsp:cNvPr id="0" name=""/>
        <dsp:cNvSpPr/>
      </dsp:nvSpPr>
      <dsp:spPr>
        <a:xfrm>
          <a:off x="1831929" y="2188519"/>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Used 5-fold cross-validation for both models</a:t>
          </a:r>
        </a:p>
      </dsp:txBody>
      <dsp:txXfrm>
        <a:off x="1831929" y="2188519"/>
        <a:ext cx="6688671" cy="255579"/>
      </dsp:txXfrm>
    </dsp:sp>
    <dsp:sp modelId="{19A8B642-AC15-4646-B5D7-B12601AFA5C1}">
      <dsp:nvSpPr>
        <dsp:cNvPr id="0" name=""/>
        <dsp:cNvSpPr/>
      </dsp:nvSpPr>
      <dsp:spPr>
        <a:xfrm>
          <a:off x="1704119" y="2444098"/>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53EA8D32-100D-4EE3-864A-CE002E29D3C3}">
      <dsp:nvSpPr>
        <dsp:cNvPr id="0" name=""/>
        <dsp:cNvSpPr/>
      </dsp:nvSpPr>
      <dsp:spPr>
        <a:xfrm>
          <a:off x="1831929" y="2456877"/>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Searched polynomial degrees from 1 to 10</a:t>
          </a:r>
        </a:p>
      </dsp:txBody>
      <dsp:txXfrm>
        <a:off x="1831929" y="2456877"/>
        <a:ext cx="6688671" cy="255579"/>
      </dsp:txXfrm>
    </dsp:sp>
    <dsp:sp modelId="{5A171AC3-7913-4069-9B64-0E4E59100F26}">
      <dsp:nvSpPr>
        <dsp:cNvPr id="0" name=""/>
        <dsp:cNvSpPr/>
      </dsp:nvSpPr>
      <dsp:spPr>
        <a:xfrm>
          <a:off x="1704119" y="2712456"/>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CDA1868D-23DC-4B1A-BE85-B5551D170689}">
      <dsp:nvSpPr>
        <dsp:cNvPr id="0" name=""/>
        <dsp:cNvSpPr/>
      </dsp:nvSpPr>
      <dsp:spPr>
        <a:xfrm>
          <a:off x="1831929" y="2725235"/>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Searched k values from 1 to 20</a:t>
          </a:r>
        </a:p>
      </dsp:txBody>
      <dsp:txXfrm>
        <a:off x="1831929" y="2725235"/>
        <a:ext cx="6688671" cy="255579"/>
      </dsp:txXfrm>
    </dsp:sp>
    <dsp:sp modelId="{C7D2BC59-B52A-4E0D-8B8B-AFE02F2CD22F}">
      <dsp:nvSpPr>
        <dsp:cNvPr id="0" name=""/>
        <dsp:cNvSpPr/>
      </dsp:nvSpPr>
      <dsp:spPr>
        <a:xfrm>
          <a:off x="1704119" y="2980814"/>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EB0E5990-51A5-4F00-8208-EF6CBA19F942}">
      <dsp:nvSpPr>
        <dsp:cNvPr id="0" name=""/>
        <dsp:cNvSpPr/>
      </dsp:nvSpPr>
      <dsp:spPr>
        <a:xfrm>
          <a:off x="1831929" y="2993593"/>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Tracked MSE scores with standard deviations for each hyperparameter</a:t>
          </a:r>
        </a:p>
      </dsp:txBody>
      <dsp:txXfrm>
        <a:off x="1831929" y="2993593"/>
        <a:ext cx="6688671" cy="255579"/>
      </dsp:txXfrm>
    </dsp:sp>
    <dsp:sp modelId="{2FF161D9-4E97-4ECE-81EA-811B8586F9DA}">
      <dsp:nvSpPr>
        <dsp:cNvPr id="0" name=""/>
        <dsp:cNvSpPr/>
      </dsp:nvSpPr>
      <dsp:spPr>
        <a:xfrm>
          <a:off x="1704119" y="3249172"/>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EB09C3-FE2F-439F-B7F2-8709D88200DC}">
      <dsp:nvSpPr>
        <dsp:cNvPr id="0" name=""/>
        <dsp:cNvSpPr/>
      </dsp:nvSpPr>
      <dsp:spPr>
        <a:xfrm>
          <a:off x="0" y="0"/>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D4E86A6D-0697-4AB4-B474-1C76E7534F7C}">
      <dsp:nvSpPr>
        <dsp:cNvPr id="0" name=""/>
        <dsp:cNvSpPr/>
      </dsp:nvSpPr>
      <dsp:spPr>
        <a:xfrm>
          <a:off x="0" y="0"/>
          <a:ext cx="1704120" cy="1632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pt-PT" sz="2100" kern="1200"/>
            <a:t>4. Model Training</a:t>
          </a:r>
          <a:endParaRPr lang="en-US" sz="2100" kern="1200"/>
        </a:p>
      </dsp:txBody>
      <dsp:txXfrm>
        <a:off x="0" y="0"/>
        <a:ext cx="1704120" cy="1632203"/>
      </dsp:txXfrm>
    </dsp:sp>
    <dsp:sp modelId="{8C3E81D0-D07C-4C37-AEE8-BE656FE95280}">
      <dsp:nvSpPr>
        <dsp:cNvPr id="0" name=""/>
        <dsp:cNvSpPr/>
      </dsp:nvSpPr>
      <dsp:spPr>
        <a:xfrm>
          <a:off x="1831929" y="25503"/>
          <a:ext cx="6688671" cy="510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pt-PT" sz="1700" kern="1200"/>
            <a:t>- Trained Polynomial Regression with optimal degree on full dataset</a:t>
          </a:r>
          <a:endParaRPr lang="en-US" sz="1700" kern="1200"/>
        </a:p>
      </dsp:txBody>
      <dsp:txXfrm>
        <a:off x="1831929" y="25503"/>
        <a:ext cx="6688671" cy="510063"/>
      </dsp:txXfrm>
    </dsp:sp>
    <dsp:sp modelId="{1159D26A-02D6-4834-A424-DA07177F4DD4}">
      <dsp:nvSpPr>
        <dsp:cNvPr id="0" name=""/>
        <dsp:cNvSpPr/>
      </dsp:nvSpPr>
      <dsp:spPr>
        <a:xfrm>
          <a:off x="1704120" y="535566"/>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E818EA44-05D4-4DDB-A0EF-476BD8EA6F05}">
      <dsp:nvSpPr>
        <dsp:cNvPr id="0" name=""/>
        <dsp:cNvSpPr/>
      </dsp:nvSpPr>
      <dsp:spPr>
        <a:xfrm>
          <a:off x="1831929" y="561070"/>
          <a:ext cx="6688671" cy="510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pt-PT" sz="1700" kern="1200"/>
            <a:t>- Trained k-NN Regression with optimal k on full dataset</a:t>
          </a:r>
          <a:endParaRPr lang="en-US" sz="1700" kern="1200"/>
        </a:p>
      </dsp:txBody>
      <dsp:txXfrm>
        <a:off x="1831929" y="561070"/>
        <a:ext cx="6688671" cy="510063"/>
      </dsp:txXfrm>
    </dsp:sp>
    <dsp:sp modelId="{B2EF2030-43A7-4C01-ACF1-5C479514041B}">
      <dsp:nvSpPr>
        <dsp:cNvPr id="0" name=""/>
        <dsp:cNvSpPr/>
      </dsp:nvSpPr>
      <dsp:spPr>
        <a:xfrm>
          <a:off x="1704120" y="1071133"/>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A7EEBAAF-0E75-4680-BD7B-268C2D93621C}">
      <dsp:nvSpPr>
        <dsp:cNvPr id="0" name=""/>
        <dsp:cNvSpPr/>
      </dsp:nvSpPr>
      <dsp:spPr>
        <a:xfrm>
          <a:off x="1831929" y="1096637"/>
          <a:ext cx="6688671" cy="510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pt-PT" sz="1700" kern="1200"/>
            <a:t>- Generated predictions on training data for both models</a:t>
          </a:r>
          <a:endParaRPr lang="en-US" sz="1700" kern="1200"/>
        </a:p>
      </dsp:txBody>
      <dsp:txXfrm>
        <a:off x="1831929" y="1096637"/>
        <a:ext cx="6688671" cy="510063"/>
      </dsp:txXfrm>
    </dsp:sp>
    <dsp:sp modelId="{A8A8E388-E53E-4A1C-AB27-02057E64E0F2}">
      <dsp:nvSpPr>
        <dsp:cNvPr id="0" name=""/>
        <dsp:cNvSpPr/>
      </dsp:nvSpPr>
      <dsp:spPr>
        <a:xfrm>
          <a:off x="1704120" y="1606700"/>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959CB0A0-E72E-4C34-B28C-2B4FC8F13D98}">
      <dsp:nvSpPr>
        <dsp:cNvPr id="0" name=""/>
        <dsp:cNvSpPr/>
      </dsp:nvSpPr>
      <dsp:spPr>
        <a:xfrm>
          <a:off x="0" y="1632203"/>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2B3FCD8B-251D-4D69-B4F7-199CEB9B633F}">
      <dsp:nvSpPr>
        <dsp:cNvPr id="0" name=""/>
        <dsp:cNvSpPr/>
      </dsp:nvSpPr>
      <dsp:spPr>
        <a:xfrm>
          <a:off x="0" y="1632203"/>
          <a:ext cx="1704120" cy="1632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pt-PT" sz="2100" kern="1200"/>
            <a:t>5. Performance Evaluation</a:t>
          </a:r>
          <a:endParaRPr lang="en-US" sz="2100" kern="1200"/>
        </a:p>
      </dsp:txBody>
      <dsp:txXfrm>
        <a:off x="0" y="1632203"/>
        <a:ext cx="1704120" cy="1632203"/>
      </dsp:txXfrm>
    </dsp:sp>
    <dsp:sp modelId="{75ACB5F5-707C-47D7-BDEE-6A9CE09A9F2E}">
      <dsp:nvSpPr>
        <dsp:cNvPr id="0" name=""/>
        <dsp:cNvSpPr/>
      </dsp:nvSpPr>
      <dsp:spPr>
        <a:xfrm>
          <a:off x="1831929" y="1651391"/>
          <a:ext cx="6688671" cy="383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pt-PT" sz="1700" kern="1200"/>
            <a:t>- Calculated training MSE for both models</a:t>
          </a:r>
          <a:endParaRPr lang="en-US" sz="1700" kern="1200"/>
        </a:p>
      </dsp:txBody>
      <dsp:txXfrm>
        <a:off x="1831929" y="1651391"/>
        <a:ext cx="6688671" cy="383743"/>
      </dsp:txXfrm>
    </dsp:sp>
    <dsp:sp modelId="{99BCFAD3-FB11-45C7-A311-3F6B1F066756}">
      <dsp:nvSpPr>
        <dsp:cNvPr id="0" name=""/>
        <dsp:cNvSpPr/>
      </dsp:nvSpPr>
      <dsp:spPr>
        <a:xfrm>
          <a:off x="1704120" y="2035134"/>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8792E3F-E032-466A-9117-146006797D3B}">
      <dsp:nvSpPr>
        <dsp:cNvPr id="0" name=""/>
        <dsp:cNvSpPr/>
      </dsp:nvSpPr>
      <dsp:spPr>
        <a:xfrm>
          <a:off x="1831929" y="2054321"/>
          <a:ext cx="6688671" cy="383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pt-PT" sz="1700" kern="1200"/>
            <a:t>- Calculated training cMSE for both models</a:t>
          </a:r>
          <a:endParaRPr lang="en-US" sz="1700" kern="1200"/>
        </a:p>
      </dsp:txBody>
      <dsp:txXfrm>
        <a:off x="1831929" y="2054321"/>
        <a:ext cx="6688671" cy="383743"/>
      </dsp:txXfrm>
    </dsp:sp>
    <dsp:sp modelId="{702D015E-9AA5-4299-A018-FB5A7772E97C}">
      <dsp:nvSpPr>
        <dsp:cNvPr id="0" name=""/>
        <dsp:cNvSpPr/>
      </dsp:nvSpPr>
      <dsp:spPr>
        <a:xfrm>
          <a:off x="1704120" y="2438064"/>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FD382D1D-38B0-414B-A6BE-1BCB6F1E2F5C}">
      <dsp:nvSpPr>
        <dsp:cNvPr id="0" name=""/>
        <dsp:cNvSpPr/>
      </dsp:nvSpPr>
      <dsp:spPr>
        <a:xfrm>
          <a:off x="1831929" y="2457252"/>
          <a:ext cx="6688671" cy="383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pt-PT" sz="1700" kern="1200"/>
            <a:t>- Compared performance against baseline expectations</a:t>
          </a:r>
          <a:endParaRPr lang="en-US" sz="1700" kern="1200"/>
        </a:p>
      </dsp:txBody>
      <dsp:txXfrm>
        <a:off x="1831929" y="2457252"/>
        <a:ext cx="6688671" cy="383743"/>
      </dsp:txXfrm>
    </dsp:sp>
    <dsp:sp modelId="{8AF82E59-BFFC-40C5-8121-54698DBE2E3D}">
      <dsp:nvSpPr>
        <dsp:cNvPr id="0" name=""/>
        <dsp:cNvSpPr/>
      </dsp:nvSpPr>
      <dsp:spPr>
        <a:xfrm>
          <a:off x="1704120" y="284099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88B03D0F-E6D6-4EAE-AEAE-9A71D3A82D37}">
      <dsp:nvSpPr>
        <dsp:cNvPr id="0" name=""/>
        <dsp:cNvSpPr/>
      </dsp:nvSpPr>
      <dsp:spPr>
        <a:xfrm>
          <a:off x="1831929" y="2860182"/>
          <a:ext cx="6688671" cy="383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pt-PT" sz="1700" kern="1200"/>
            <a:t>- Documented hyperparameter selection results</a:t>
          </a:r>
          <a:endParaRPr lang="en-US" sz="1700" kern="1200"/>
        </a:p>
      </dsp:txBody>
      <dsp:txXfrm>
        <a:off x="1831929" y="2860182"/>
        <a:ext cx="6688671" cy="383743"/>
      </dsp:txXfrm>
    </dsp:sp>
    <dsp:sp modelId="{0FEB086C-8C84-4432-A08A-8C2322ADC45A}">
      <dsp:nvSpPr>
        <dsp:cNvPr id="0" name=""/>
        <dsp:cNvSpPr/>
      </dsp:nvSpPr>
      <dsp:spPr>
        <a:xfrm>
          <a:off x="1704120" y="324392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552C1-72EC-4E07-92B7-4711B6688398}">
      <dsp:nvSpPr>
        <dsp:cNvPr id="0" name=""/>
        <dsp:cNvSpPr/>
      </dsp:nvSpPr>
      <dsp:spPr>
        <a:xfrm>
          <a:off x="0" y="1593"/>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C31D7E9B-41E2-4B89-B9EE-B9C62342E5D2}">
      <dsp:nvSpPr>
        <dsp:cNvPr id="0" name=""/>
        <dsp:cNvSpPr/>
      </dsp:nvSpPr>
      <dsp:spPr>
        <a:xfrm>
          <a:off x="0" y="1593"/>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pt-PT" sz="1700" kern="1200"/>
            <a:t>1. Comprehensive Model Comparison</a:t>
          </a:r>
          <a:endParaRPr lang="en-US" sz="1700" kern="1200"/>
        </a:p>
      </dsp:txBody>
      <dsp:txXfrm>
        <a:off x="0" y="1593"/>
        <a:ext cx="1704120" cy="1087073"/>
      </dsp:txXfrm>
    </dsp:sp>
    <dsp:sp modelId="{E811AD69-C3D1-4278-97B8-F491DF7CB520}">
      <dsp:nvSpPr>
        <dsp:cNvPr id="0" name=""/>
        <dsp:cNvSpPr/>
      </dsp:nvSpPr>
      <dsp:spPr>
        <a:xfrm>
          <a:off x="1831929" y="14372"/>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Created comparison table with baseline, polynomial regression, and k-NN models</a:t>
          </a:r>
          <a:endParaRPr lang="en-US" sz="1200" kern="1200"/>
        </a:p>
      </dsp:txBody>
      <dsp:txXfrm>
        <a:off x="1831929" y="14372"/>
        <a:ext cx="6688671" cy="255579"/>
      </dsp:txXfrm>
    </dsp:sp>
    <dsp:sp modelId="{08A33DE1-0909-475E-BA78-8184BB18A7C9}">
      <dsp:nvSpPr>
        <dsp:cNvPr id="0" name=""/>
        <dsp:cNvSpPr/>
      </dsp:nvSpPr>
      <dsp:spPr>
        <a:xfrm>
          <a:off x="1704119" y="26995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03B96AC-2AC5-44EE-B19E-060E855825AA}">
      <dsp:nvSpPr>
        <dsp:cNvPr id="0" name=""/>
        <dsp:cNvSpPr/>
      </dsp:nvSpPr>
      <dsp:spPr>
        <a:xfrm>
          <a:off x="1831929" y="282730"/>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Included hyperparameter configurations for each model</a:t>
          </a:r>
          <a:endParaRPr lang="en-US" sz="1200" kern="1200"/>
        </a:p>
      </dsp:txBody>
      <dsp:txXfrm>
        <a:off x="1831929" y="282730"/>
        <a:ext cx="6688671" cy="255579"/>
      </dsp:txXfrm>
    </dsp:sp>
    <dsp:sp modelId="{14D5E1E0-9445-4B1F-8224-E33A73E3ACB8}">
      <dsp:nvSpPr>
        <dsp:cNvPr id="0" name=""/>
        <dsp:cNvSpPr/>
      </dsp:nvSpPr>
      <dsp:spPr>
        <a:xfrm>
          <a:off x="1704119" y="53830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369A80C3-28B5-492C-BF39-9A3F876C4A76}">
      <dsp:nvSpPr>
        <dsp:cNvPr id="0" name=""/>
        <dsp:cNvSpPr/>
      </dsp:nvSpPr>
      <dsp:spPr>
        <a:xfrm>
          <a:off x="1831929" y="551088"/>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Displayed min, max, mean, and standard deviation of errors</a:t>
          </a:r>
          <a:endParaRPr lang="en-US" sz="1200" kern="1200"/>
        </a:p>
      </dsp:txBody>
      <dsp:txXfrm>
        <a:off x="1831929" y="551088"/>
        <a:ext cx="6688671" cy="255579"/>
      </dsp:txXfrm>
    </dsp:sp>
    <dsp:sp modelId="{AB745368-893C-4B80-8D7C-6872F45F7359}">
      <dsp:nvSpPr>
        <dsp:cNvPr id="0" name=""/>
        <dsp:cNvSpPr/>
      </dsp:nvSpPr>
      <dsp:spPr>
        <a:xfrm>
          <a:off x="1704119" y="806667"/>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697AA57A-8896-49A9-AF90-9CBF89F0815F}">
      <dsp:nvSpPr>
        <dsp:cNvPr id="0" name=""/>
        <dsp:cNvSpPr/>
      </dsp:nvSpPr>
      <dsp:spPr>
        <a:xfrm>
          <a:off x="1831929" y="819446"/>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Identified best performing model based on mean cross-validation error</a:t>
          </a:r>
          <a:endParaRPr lang="en-US" sz="1200" kern="1200"/>
        </a:p>
      </dsp:txBody>
      <dsp:txXfrm>
        <a:off x="1831929" y="819446"/>
        <a:ext cx="6688671" cy="255579"/>
      </dsp:txXfrm>
    </dsp:sp>
    <dsp:sp modelId="{2CEA7FF1-D9AC-4602-A58F-966D1AA2CD04}">
      <dsp:nvSpPr>
        <dsp:cNvPr id="0" name=""/>
        <dsp:cNvSpPr/>
      </dsp:nvSpPr>
      <dsp:spPr>
        <a:xfrm>
          <a:off x="1704119" y="107502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680727F6-F628-4B6A-AC20-20FE7D214E4D}">
      <dsp:nvSpPr>
        <dsp:cNvPr id="0" name=""/>
        <dsp:cNvSpPr/>
      </dsp:nvSpPr>
      <dsp:spPr>
        <a:xfrm>
          <a:off x="0" y="1088667"/>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1229EB61-BE61-4387-AF41-AE6210D849B4}">
      <dsp:nvSpPr>
        <dsp:cNvPr id="0" name=""/>
        <dsp:cNvSpPr/>
      </dsp:nvSpPr>
      <dsp:spPr>
        <a:xfrm>
          <a:off x="0" y="1088667"/>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pt-PT" sz="1700" kern="1200"/>
            <a:t>2. Hyperparameter Tuning Visualization</a:t>
          </a:r>
          <a:endParaRPr lang="en-US" sz="1700" kern="1200"/>
        </a:p>
      </dsp:txBody>
      <dsp:txXfrm>
        <a:off x="0" y="1088667"/>
        <a:ext cx="1704120" cy="1087073"/>
      </dsp:txXfrm>
    </dsp:sp>
    <dsp:sp modelId="{57E8471E-4605-48BD-8C46-936797E9A602}">
      <dsp:nvSpPr>
        <dsp:cNvPr id="0" name=""/>
        <dsp:cNvSpPr/>
      </dsp:nvSpPr>
      <dsp:spPr>
        <a:xfrm>
          <a:off x="1831929" y="1101446"/>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Plotted polynomial degree vs MSE with confidence intervals</a:t>
          </a:r>
          <a:endParaRPr lang="en-US" sz="1200" kern="1200"/>
        </a:p>
      </dsp:txBody>
      <dsp:txXfrm>
        <a:off x="1831929" y="1101446"/>
        <a:ext cx="6688671" cy="255579"/>
      </dsp:txXfrm>
    </dsp:sp>
    <dsp:sp modelId="{69DBBEC1-AC0F-4ADD-A445-6E72AB29D02A}">
      <dsp:nvSpPr>
        <dsp:cNvPr id="0" name=""/>
        <dsp:cNvSpPr/>
      </dsp:nvSpPr>
      <dsp:spPr>
        <a:xfrm>
          <a:off x="1704119" y="135702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C71805B3-9E07-4519-A140-DB6DE56984CF}">
      <dsp:nvSpPr>
        <dsp:cNvPr id="0" name=""/>
        <dsp:cNvSpPr/>
      </dsp:nvSpPr>
      <dsp:spPr>
        <a:xfrm>
          <a:off x="1831929" y="1369804"/>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Plotted k-value vs MSE with confidence intervals</a:t>
          </a:r>
          <a:endParaRPr lang="en-US" sz="1200" kern="1200"/>
        </a:p>
      </dsp:txBody>
      <dsp:txXfrm>
        <a:off x="1831929" y="1369804"/>
        <a:ext cx="6688671" cy="255579"/>
      </dsp:txXfrm>
    </dsp:sp>
    <dsp:sp modelId="{E54B5557-E910-4797-95D3-164B4B606646}">
      <dsp:nvSpPr>
        <dsp:cNvPr id="0" name=""/>
        <dsp:cNvSpPr/>
      </dsp:nvSpPr>
      <dsp:spPr>
        <a:xfrm>
          <a:off x="1704119" y="1625383"/>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B0136236-6A09-415D-AFB6-4F5F1DF26E96}">
      <dsp:nvSpPr>
        <dsp:cNvPr id="0" name=""/>
        <dsp:cNvSpPr/>
      </dsp:nvSpPr>
      <dsp:spPr>
        <a:xfrm>
          <a:off x="1831929" y="1638162"/>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Marked optimal hyperparameters with vertical lines</a:t>
          </a:r>
          <a:endParaRPr lang="en-US" sz="1200" kern="1200"/>
        </a:p>
      </dsp:txBody>
      <dsp:txXfrm>
        <a:off x="1831929" y="1638162"/>
        <a:ext cx="6688671" cy="255579"/>
      </dsp:txXfrm>
    </dsp:sp>
    <dsp:sp modelId="{0E01B8BE-F935-4A00-8A8C-D52CA80638D8}">
      <dsp:nvSpPr>
        <dsp:cNvPr id="0" name=""/>
        <dsp:cNvSpPr/>
      </dsp:nvSpPr>
      <dsp:spPr>
        <a:xfrm>
          <a:off x="1704119" y="189374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F3338618-03C7-413A-9FE3-2F611A0A971C}">
      <dsp:nvSpPr>
        <dsp:cNvPr id="0" name=""/>
        <dsp:cNvSpPr/>
      </dsp:nvSpPr>
      <dsp:spPr>
        <a:xfrm>
          <a:off x="1831929" y="1906520"/>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Showed performance trends across hyperparameter ranges</a:t>
          </a:r>
          <a:endParaRPr lang="en-US" sz="1200" kern="1200"/>
        </a:p>
      </dsp:txBody>
      <dsp:txXfrm>
        <a:off x="1831929" y="1906520"/>
        <a:ext cx="6688671" cy="255579"/>
      </dsp:txXfrm>
    </dsp:sp>
    <dsp:sp modelId="{4CD18AE8-7060-45EB-A1A5-676650059A24}">
      <dsp:nvSpPr>
        <dsp:cNvPr id="0" name=""/>
        <dsp:cNvSpPr/>
      </dsp:nvSpPr>
      <dsp:spPr>
        <a:xfrm>
          <a:off x="1704119" y="216209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3DCB2ED-F509-4D1E-971E-AD6248A355E1}">
      <dsp:nvSpPr>
        <dsp:cNvPr id="0" name=""/>
        <dsp:cNvSpPr/>
      </dsp:nvSpPr>
      <dsp:spPr>
        <a:xfrm>
          <a:off x="0" y="2175740"/>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991C0457-BDE7-4E50-8B25-C3AE678C4AFF}">
      <dsp:nvSpPr>
        <dsp:cNvPr id="0" name=""/>
        <dsp:cNvSpPr/>
      </dsp:nvSpPr>
      <dsp:spPr>
        <a:xfrm>
          <a:off x="0" y="2175740"/>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pt-PT" sz="1700" kern="1200"/>
            <a:t>3. Model Predictions Comparison</a:t>
          </a:r>
          <a:endParaRPr lang="en-US" sz="1700" kern="1200"/>
        </a:p>
      </dsp:txBody>
      <dsp:txXfrm>
        <a:off x="0" y="2175740"/>
        <a:ext cx="1704120" cy="1087073"/>
      </dsp:txXfrm>
    </dsp:sp>
    <dsp:sp modelId="{697697FA-8E0E-47C9-A3B3-54BF66728ECD}">
      <dsp:nvSpPr>
        <dsp:cNvPr id="0" name=""/>
        <dsp:cNvSpPr/>
      </dsp:nvSpPr>
      <dsp:spPr>
        <a:xfrm>
          <a:off x="1831929" y="2188519"/>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Created scatter plots of true vs predicted values for all three models</a:t>
          </a:r>
          <a:endParaRPr lang="en-US" sz="1200" kern="1200"/>
        </a:p>
      </dsp:txBody>
      <dsp:txXfrm>
        <a:off x="1831929" y="2188519"/>
        <a:ext cx="6688671" cy="255579"/>
      </dsp:txXfrm>
    </dsp:sp>
    <dsp:sp modelId="{110D0667-4248-4189-A305-CA21A48FF5DF}">
      <dsp:nvSpPr>
        <dsp:cNvPr id="0" name=""/>
        <dsp:cNvSpPr/>
      </dsp:nvSpPr>
      <dsp:spPr>
        <a:xfrm>
          <a:off x="1704119" y="2444098"/>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F3D937BF-0DF5-4CD3-AF68-373529CE6434}">
      <dsp:nvSpPr>
        <dsp:cNvPr id="0" name=""/>
        <dsp:cNvSpPr/>
      </dsp:nvSpPr>
      <dsp:spPr>
        <a:xfrm>
          <a:off x="1831929" y="2456877"/>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Displayed MSE on each plot for direct comparison</a:t>
          </a:r>
          <a:endParaRPr lang="en-US" sz="1200" kern="1200"/>
        </a:p>
      </dsp:txBody>
      <dsp:txXfrm>
        <a:off x="1831929" y="2456877"/>
        <a:ext cx="6688671" cy="255579"/>
      </dsp:txXfrm>
    </dsp:sp>
    <dsp:sp modelId="{133CA37B-878F-4ADA-A753-F347F45FF1C9}">
      <dsp:nvSpPr>
        <dsp:cNvPr id="0" name=""/>
        <dsp:cNvSpPr/>
      </dsp:nvSpPr>
      <dsp:spPr>
        <a:xfrm>
          <a:off x="1704119" y="2712456"/>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D7440837-BD29-40D5-AF98-FC4D1B1FE35E}">
      <dsp:nvSpPr>
        <dsp:cNvPr id="0" name=""/>
        <dsp:cNvSpPr/>
      </dsp:nvSpPr>
      <dsp:spPr>
        <a:xfrm>
          <a:off x="1831929" y="2725235"/>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Included ideal prediction line (y=x) as reference</a:t>
          </a:r>
          <a:endParaRPr lang="en-US" sz="1200" kern="1200"/>
        </a:p>
      </dsp:txBody>
      <dsp:txXfrm>
        <a:off x="1831929" y="2725235"/>
        <a:ext cx="6688671" cy="255579"/>
      </dsp:txXfrm>
    </dsp:sp>
    <dsp:sp modelId="{62981458-7949-4A03-A93E-A72E304EC4AB}">
      <dsp:nvSpPr>
        <dsp:cNvPr id="0" name=""/>
        <dsp:cNvSpPr/>
      </dsp:nvSpPr>
      <dsp:spPr>
        <a:xfrm>
          <a:off x="1704119" y="2980814"/>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3AB34924-90C0-46F9-A30C-7DD6FCD09A65}">
      <dsp:nvSpPr>
        <dsp:cNvPr id="0" name=""/>
        <dsp:cNvSpPr/>
      </dsp:nvSpPr>
      <dsp:spPr>
        <a:xfrm>
          <a:off x="1831929" y="2993593"/>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Generated combined and individual visualization plots</a:t>
          </a:r>
          <a:endParaRPr lang="en-US" sz="1200" kern="1200"/>
        </a:p>
      </dsp:txBody>
      <dsp:txXfrm>
        <a:off x="1831929" y="2993593"/>
        <a:ext cx="6688671" cy="255579"/>
      </dsp:txXfrm>
    </dsp:sp>
    <dsp:sp modelId="{B43EDFE1-9B5D-4F29-9717-3FD31DD413B5}">
      <dsp:nvSpPr>
        <dsp:cNvPr id="0" name=""/>
        <dsp:cNvSpPr/>
      </dsp:nvSpPr>
      <dsp:spPr>
        <a:xfrm>
          <a:off x="1704119" y="3249172"/>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554912-EE16-4E8F-BE8C-1C069EF9EC5F}">
      <dsp:nvSpPr>
        <dsp:cNvPr id="0" name=""/>
        <dsp:cNvSpPr/>
      </dsp:nvSpPr>
      <dsp:spPr>
        <a:xfrm>
          <a:off x="0" y="1593"/>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A7CABF73-B29B-490A-8F6E-372EA30CA63C}">
      <dsp:nvSpPr>
        <dsp:cNvPr id="0" name=""/>
        <dsp:cNvSpPr/>
      </dsp:nvSpPr>
      <dsp:spPr>
        <a:xfrm>
          <a:off x="0" y="1593"/>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pt-PT" sz="1800" kern="1200"/>
            <a:t>4. Statistical Analysis</a:t>
          </a:r>
          <a:endParaRPr lang="en-US" sz="1800" kern="1200"/>
        </a:p>
      </dsp:txBody>
      <dsp:txXfrm>
        <a:off x="0" y="1593"/>
        <a:ext cx="1704120" cy="1087073"/>
      </dsp:txXfrm>
    </dsp:sp>
    <dsp:sp modelId="{A2D27893-692F-4E6F-A501-D3243B5DA272}">
      <dsp:nvSpPr>
        <dsp:cNvPr id="0" name=""/>
        <dsp:cNvSpPr/>
      </dsp:nvSpPr>
      <dsp:spPr>
        <a:xfrm>
          <a:off x="1831929" y="14372"/>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Computed cross-validation statistics for each model</a:t>
          </a:r>
          <a:endParaRPr lang="en-US" sz="1200" kern="1200"/>
        </a:p>
      </dsp:txBody>
      <dsp:txXfrm>
        <a:off x="1831929" y="14372"/>
        <a:ext cx="6688671" cy="255579"/>
      </dsp:txXfrm>
    </dsp:sp>
    <dsp:sp modelId="{FA58F80B-A069-4D36-A8FE-8865E8D95EB6}">
      <dsp:nvSpPr>
        <dsp:cNvPr id="0" name=""/>
        <dsp:cNvSpPr/>
      </dsp:nvSpPr>
      <dsp:spPr>
        <a:xfrm>
          <a:off x="1704119" y="26995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103414B5-FFC7-4A29-B592-D2DB97380ECF}">
      <dsp:nvSpPr>
        <dsp:cNvPr id="0" name=""/>
        <dsp:cNvSpPr/>
      </dsp:nvSpPr>
      <dsp:spPr>
        <a:xfrm>
          <a:off x="1831929" y="282730"/>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Analyzed variance in predictions across folds</a:t>
          </a:r>
          <a:endParaRPr lang="en-US" sz="1200" kern="1200"/>
        </a:p>
      </dsp:txBody>
      <dsp:txXfrm>
        <a:off x="1831929" y="282730"/>
        <a:ext cx="6688671" cy="255579"/>
      </dsp:txXfrm>
    </dsp:sp>
    <dsp:sp modelId="{99B21842-2AFA-4A16-8EF1-89BCF4FED3A9}">
      <dsp:nvSpPr>
        <dsp:cNvPr id="0" name=""/>
        <dsp:cNvSpPr/>
      </dsp:nvSpPr>
      <dsp:spPr>
        <a:xfrm>
          <a:off x="1704119" y="53830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21FCB4FC-42F6-48DA-91D9-5C849E56D83F}">
      <dsp:nvSpPr>
        <dsp:cNvPr id="0" name=""/>
        <dsp:cNvSpPr/>
      </dsp:nvSpPr>
      <dsp:spPr>
        <a:xfrm>
          <a:off x="1831929" y="551088"/>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Compared model stability through standard deviation metrics</a:t>
          </a:r>
          <a:endParaRPr lang="en-US" sz="1200" kern="1200"/>
        </a:p>
      </dsp:txBody>
      <dsp:txXfrm>
        <a:off x="1831929" y="551088"/>
        <a:ext cx="6688671" cy="255579"/>
      </dsp:txXfrm>
    </dsp:sp>
    <dsp:sp modelId="{DC3E734D-7478-435B-AC27-FF1BDEE3BDAA}">
      <dsp:nvSpPr>
        <dsp:cNvPr id="0" name=""/>
        <dsp:cNvSpPr/>
      </dsp:nvSpPr>
      <dsp:spPr>
        <a:xfrm>
          <a:off x="1704119" y="806667"/>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47C75B99-3D84-4D87-B38F-ED7019B3A67E}">
      <dsp:nvSpPr>
        <dsp:cNvPr id="0" name=""/>
        <dsp:cNvSpPr/>
      </dsp:nvSpPr>
      <dsp:spPr>
        <a:xfrm>
          <a:off x="1831929" y="819446"/>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Evaluated improvement over baseline model</a:t>
          </a:r>
          <a:endParaRPr lang="en-US" sz="1200" kern="1200"/>
        </a:p>
      </dsp:txBody>
      <dsp:txXfrm>
        <a:off x="1831929" y="819446"/>
        <a:ext cx="6688671" cy="255579"/>
      </dsp:txXfrm>
    </dsp:sp>
    <dsp:sp modelId="{EB8CDA65-0148-4349-AB7A-02FC588B8C29}">
      <dsp:nvSpPr>
        <dsp:cNvPr id="0" name=""/>
        <dsp:cNvSpPr/>
      </dsp:nvSpPr>
      <dsp:spPr>
        <a:xfrm>
          <a:off x="1704119" y="107502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AAD297C-D0B7-4296-8D4C-75709BA5F4F8}">
      <dsp:nvSpPr>
        <dsp:cNvPr id="0" name=""/>
        <dsp:cNvSpPr/>
      </dsp:nvSpPr>
      <dsp:spPr>
        <a:xfrm>
          <a:off x="0" y="1088667"/>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6EE823D3-47A0-4644-B23D-3FDEA96ED200}">
      <dsp:nvSpPr>
        <dsp:cNvPr id="0" name=""/>
        <dsp:cNvSpPr/>
      </dsp:nvSpPr>
      <dsp:spPr>
        <a:xfrm>
          <a:off x="0" y="1088667"/>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pt-PT" sz="1800" kern="1200"/>
            <a:t>5. Test Set Predictions</a:t>
          </a:r>
          <a:endParaRPr lang="en-US" sz="1800" kern="1200"/>
        </a:p>
      </dsp:txBody>
      <dsp:txXfrm>
        <a:off x="0" y="1088667"/>
        <a:ext cx="1704120" cy="1087073"/>
      </dsp:txXfrm>
    </dsp:sp>
    <dsp:sp modelId="{E3498CFF-EF0E-49D4-929E-5620C30CE411}">
      <dsp:nvSpPr>
        <dsp:cNvPr id="0" name=""/>
        <dsp:cNvSpPr/>
      </dsp:nvSpPr>
      <dsp:spPr>
        <a:xfrm>
          <a:off x="1831929" y="1101446"/>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Selected best performing model based on CV results</a:t>
          </a:r>
          <a:endParaRPr lang="en-US" sz="1200" kern="1200"/>
        </a:p>
      </dsp:txBody>
      <dsp:txXfrm>
        <a:off x="1831929" y="1101446"/>
        <a:ext cx="6688671" cy="255579"/>
      </dsp:txXfrm>
    </dsp:sp>
    <dsp:sp modelId="{C43FA7F1-C15D-46C2-85D9-521B951F2F30}">
      <dsp:nvSpPr>
        <dsp:cNvPr id="0" name=""/>
        <dsp:cNvSpPr/>
      </dsp:nvSpPr>
      <dsp:spPr>
        <a:xfrm>
          <a:off x="1704119" y="135702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B48F3077-5517-4F64-A173-94DE51797549}">
      <dsp:nvSpPr>
        <dsp:cNvPr id="0" name=""/>
        <dsp:cNvSpPr/>
      </dsp:nvSpPr>
      <dsp:spPr>
        <a:xfrm>
          <a:off x="1831929" y="1369804"/>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Generated predictions for test dataset</a:t>
          </a:r>
          <a:endParaRPr lang="en-US" sz="1200" kern="1200"/>
        </a:p>
      </dsp:txBody>
      <dsp:txXfrm>
        <a:off x="1831929" y="1369804"/>
        <a:ext cx="6688671" cy="255579"/>
      </dsp:txXfrm>
    </dsp:sp>
    <dsp:sp modelId="{8D69C50E-6D08-4204-817E-B152150ABD81}">
      <dsp:nvSpPr>
        <dsp:cNvPr id="0" name=""/>
        <dsp:cNvSpPr/>
      </dsp:nvSpPr>
      <dsp:spPr>
        <a:xfrm>
          <a:off x="1704119" y="1625383"/>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A3949123-1BBC-4624-A775-C70D4D84348F}">
      <dsp:nvSpPr>
        <dsp:cNvPr id="0" name=""/>
        <dsp:cNvSpPr/>
      </dsp:nvSpPr>
      <dsp:spPr>
        <a:xfrm>
          <a:off x="1831929" y="1638162"/>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Created submission file for evaluation</a:t>
          </a:r>
          <a:endParaRPr lang="en-US" sz="1200" kern="1200"/>
        </a:p>
      </dsp:txBody>
      <dsp:txXfrm>
        <a:off x="1831929" y="1638162"/>
        <a:ext cx="6688671" cy="255579"/>
      </dsp:txXfrm>
    </dsp:sp>
    <dsp:sp modelId="{56A65DDC-D511-42A0-A5F7-B2CB23433245}">
      <dsp:nvSpPr>
        <dsp:cNvPr id="0" name=""/>
        <dsp:cNvSpPr/>
      </dsp:nvSpPr>
      <dsp:spPr>
        <a:xfrm>
          <a:off x="1704119" y="189374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47CA74AB-B463-4033-B87C-387132E89F21}">
      <dsp:nvSpPr>
        <dsp:cNvPr id="0" name=""/>
        <dsp:cNvSpPr/>
      </dsp:nvSpPr>
      <dsp:spPr>
        <a:xfrm>
          <a:off x="1831929" y="1906520"/>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Documented model selection rationale</a:t>
          </a:r>
          <a:endParaRPr lang="en-US" sz="1200" kern="1200"/>
        </a:p>
      </dsp:txBody>
      <dsp:txXfrm>
        <a:off x="1831929" y="1906520"/>
        <a:ext cx="6688671" cy="255579"/>
      </dsp:txXfrm>
    </dsp:sp>
    <dsp:sp modelId="{75102563-6CAA-4226-9E50-3C630ED782E3}">
      <dsp:nvSpPr>
        <dsp:cNvPr id="0" name=""/>
        <dsp:cNvSpPr/>
      </dsp:nvSpPr>
      <dsp:spPr>
        <a:xfrm>
          <a:off x="1704119" y="216209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15965115-0F2D-4CFE-92BD-9FAE1EAEB1BC}">
      <dsp:nvSpPr>
        <dsp:cNvPr id="0" name=""/>
        <dsp:cNvSpPr/>
      </dsp:nvSpPr>
      <dsp:spPr>
        <a:xfrm>
          <a:off x="0" y="2175740"/>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BDBEA1BE-D3CB-4C2A-BD1C-CD5D49AD4843}">
      <dsp:nvSpPr>
        <dsp:cNvPr id="0" name=""/>
        <dsp:cNvSpPr/>
      </dsp:nvSpPr>
      <dsp:spPr>
        <a:xfrm>
          <a:off x="0" y="2175740"/>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pt-PT" sz="1800" kern="1200"/>
            <a:t>6. Results Documentation</a:t>
          </a:r>
          <a:endParaRPr lang="en-US" sz="1800" kern="1200"/>
        </a:p>
      </dsp:txBody>
      <dsp:txXfrm>
        <a:off x="0" y="2175740"/>
        <a:ext cx="1704120" cy="1087073"/>
      </dsp:txXfrm>
    </dsp:sp>
    <dsp:sp modelId="{5B6F1405-49F5-43B7-ACA7-EAF481DAEF73}">
      <dsp:nvSpPr>
        <dsp:cNvPr id="0" name=""/>
        <dsp:cNvSpPr/>
      </dsp:nvSpPr>
      <dsp:spPr>
        <a:xfrm>
          <a:off x="1831929" y="2188519"/>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Saved all comparison plots with task-specific naming</a:t>
          </a:r>
          <a:endParaRPr lang="en-US" sz="1200" kern="1200"/>
        </a:p>
      </dsp:txBody>
      <dsp:txXfrm>
        <a:off x="1831929" y="2188519"/>
        <a:ext cx="6688671" cy="255579"/>
      </dsp:txXfrm>
    </dsp:sp>
    <dsp:sp modelId="{B9400555-2EF5-4FDC-B81B-B1B4257DB896}">
      <dsp:nvSpPr>
        <dsp:cNvPr id="0" name=""/>
        <dsp:cNvSpPr/>
      </dsp:nvSpPr>
      <dsp:spPr>
        <a:xfrm>
          <a:off x="1704119" y="2444098"/>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EC56126C-389D-4021-9284-2FE3B03D0B9C}">
      <dsp:nvSpPr>
        <dsp:cNvPr id="0" name=""/>
        <dsp:cNvSpPr/>
      </dsp:nvSpPr>
      <dsp:spPr>
        <a:xfrm>
          <a:off x="1831929" y="2456877"/>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Generated separate plots for polynomial and k-NN tuning</a:t>
          </a:r>
          <a:endParaRPr lang="en-US" sz="1200" kern="1200"/>
        </a:p>
      </dsp:txBody>
      <dsp:txXfrm>
        <a:off x="1831929" y="2456877"/>
        <a:ext cx="6688671" cy="255579"/>
      </dsp:txXfrm>
    </dsp:sp>
    <dsp:sp modelId="{EB4418C3-EF82-4CC3-8EDF-37DD2444B375}">
      <dsp:nvSpPr>
        <dsp:cNvPr id="0" name=""/>
        <dsp:cNvSpPr/>
      </dsp:nvSpPr>
      <dsp:spPr>
        <a:xfrm>
          <a:off x="1704119" y="2712456"/>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3B81B8B-F919-453E-ABE3-1927101D43E9}">
      <dsp:nvSpPr>
        <dsp:cNvPr id="0" name=""/>
        <dsp:cNvSpPr/>
      </dsp:nvSpPr>
      <dsp:spPr>
        <a:xfrm>
          <a:off x="1831929" y="2725235"/>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Created individual prediction visualizations for each model</a:t>
          </a:r>
          <a:endParaRPr lang="en-US" sz="1200" kern="1200"/>
        </a:p>
      </dsp:txBody>
      <dsp:txXfrm>
        <a:off x="1831929" y="2725235"/>
        <a:ext cx="6688671" cy="255579"/>
      </dsp:txXfrm>
    </dsp:sp>
    <dsp:sp modelId="{8832A3F4-B980-4573-9702-121934FA29BB}">
      <dsp:nvSpPr>
        <dsp:cNvPr id="0" name=""/>
        <dsp:cNvSpPr/>
      </dsp:nvSpPr>
      <dsp:spPr>
        <a:xfrm>
          <a:off x="1704119" y="2980814"/>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06261AE1-45E8-468D-869E-3D979C94DF37}">
      <dsp:nvSpPr>
        <dsp:cNvPr id="0" name=""/>
        <dsp:cNvSpPr/>
      </dsp:nvSpPr>
      <dsp:spPr>
        <a:xfrm>
          <a:off x="1831929" y="2993593"/>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Documented complete evaluation workflow</a:t>
          </a:r>
          <a:endParaRPr lang="en-US" sz="1200" kern="1200"/>
        </a:p>
      </dsp:txBody>
      <dsp:txXfrm>
        <a:off x="1831929" y="2993593"/>
        <a:ext cx="6688671" cy="255579"/>
      </dsp:txXfrm>
    </dsp:sp>
    <dsp:sp modelId="{55C089C9-D86E-44E7-8193-DB090A930E75}">
      <dsp:nvSpPr>
        <dsp:cNvPr id="0" name=""/>
        <dsp:cNvSpPr/>
      </dsp:nvSpPr>
      <dsp:spPr>
        <a:xfrm>
          <a:off x="1704119" y="3249172"/>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6E897A-6E4A-48FC-A0D8-1CED9A730F34}">
      <dsp:nvSpPr>
        <dsp:cNvPr id="0" name=""/>
        <dsp:cNvSpPr/>
      </dsp:nvSpPr>
      <dsp:spPr>
        <a:xfrm>
          <a:off x="0" y="1593"/>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212DA1FB-9497-4C4D-97C2-E967FB7FF414}">
      <dsp:nvSpPr>
        <dsp:cNvPr id="0" name=""/>
        <dsp:cNvSpPr/>
      </dsp:nvSpPr>
      <dsp:spPr>
        <a:xfrm>
          <a:off x="0" y="1593"/>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pt-PT" sz="2300" kern="1200"/>
            <a:t>1. Data Preparation</a:t>
          </a:r>
          <a:endParaRPr lang="en-US" sz="2300" kern="1200"/>
        </a:p>
      </dsp:txBody>
      <dsp:txXfrm>
        <a:off x="0" y="1593"/>
        <a:ext cx="1704120" cy="1087073"/>
      </dsp:txXfrm>
    </dsp:sp>
    <dsp:sp modelId="{1DBF83B1-F240-4DA1-98BF-CAB88A89C527}">
      <dsp:nvSpPr>
        <dsp:cNvPr id="0" name=""/>
        <dsp:cNvSpPr/>
      </dsp:nvSpPr>
      <dsp:spPr>
        <a:xfrm>
          <a:off x="1831929" y="18579"/>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Load original dataset with missing values</a:t>
          </a:r>
          <a:endParaRPr lang="en-US" sz="1200" kern="1200"/>
        </a:p>
      </dsp:txBody>
      <dsp:txXfrm>
        <a:off x="1831929" y="18579"/>
        <a:ext cx="6688671" cy="339710"/>
      </dsp:txXfrm>
    </dsp:sp>
    <dsp:sp modelId="{23B54297-6D5E-4873-A403-4C540D074EA3}">
      <dsp:nvSpPr>
        <dsp:cNvPr id="0" name=""/>
        <dsp:cNvSpPr/>
      </dsp:nvSpPr>
      <dsp:spPr>
        <a:xfrm>
          <a:off x="1704119" y="35828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6A1FC106-5161-495C-A143-825E55DBBB4D}">
      <dsp:nvSpPr>
        <dsp:cNvPr id="0" name=""/>
        <dsp:cNvSpPr/>
      </dsp:nvSpPr>
      <dsp:spPr>
        <a:xfrm>
          <a:off x="1831929" y="375275"/>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Analyze missing value patterns</a:t>
          </a:r>
          <a:endParaRPr lang="en-US" sz="1200" kern="1200"/>
        </a:p>
      </dsp:txBody>
      <dsp:txXfrm>
        <a:off x="1831929" y="375275"/>
        <a:ext cx="6688671" cy="339710"/>
      </dsp:txXfrm>
    </dsp:sp>
    <dsp:sp modelId="{5A94E8F2-AF71-41A6-83E2-CCBC9677CF20}">
      <dsp:nvSpPr>
        <dsp:cNvPr id="0" name=""/>
        <dsp:cNvSpPr/>
      </dsp:nvSpPr>
      <dsp:spPr>
        <a:xfrm>
          <a:off x="1704119" y="71498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B3393928-F1BF-4E88-9A4F-02253C666191}">
      <dsp:nvSpPr>
        <dsp:cNvPr id="0" name=""/>
        <dsp:cNvSpPr/>
      </dsp:nvSpPr>
      <dsp:spPr>
        <a:xfrm>
          <a:off x="1831929" y="731971"/>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Prepare feature matrix (X) and target variable (y) with missing data intact</a:t>
          </a:r>
          <a:endParaRPr lang="en-US" sz="1200" kern="1200"/>
        </a:p>
      </dsp:txBody>
      <dsp:txXfrm>
        <a:off x="1831929" y="731971"/>
        <a:ext cx="6688671" cy="339710"/>
      </dsp:txXfrm>
    </dsp:sp>
    <dsp:sp modelId="{17E04FBC-74A8-4A7D-98B9-D007CF028917}">
      <dsp:nvSpPr>
        <dsp:cNvPr id="0" name=""/>
        <dsp:cNvSpPr/>
      </dsp:nvSpPr>
      <dsp:spPr>
        <a:xfrm>
          <a:off x="1704119" y="107168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7A4F8164-17D6-4ADC-A169-63363AB6CA17}">
      <dsp:nvSpPr>
        <dsp:cNvPr id="0" name=""/>
        <dsp:cNvSpPr/>
      </dsp:nvSpPr>
      <dsp:spPr>
        <a:xfrm>
          <a:off x="0" y="1088667"/>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36B5A8BA-D65D-4A68-BDB2-01A53C0A6F69}">
      <dsp:nvSpPr>
        <dsp:cNvPr id="0" name=""/>
        <dsp:cNvSpPr/>
      </dsp:nvSpPr>
      <dsp:spPr>
        <a:xfrm>
          <a:off x="0" y="1088667"/>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pt-PT" sz="2300" kern="1200"/>
            <a:t>2. Imputation Strategies</a:t>
          </a:r>
          <a:endParaRPr lang="en-US" sz="2300" kern="1200"/>
        </a:p>
      </dsp:txBody>
      <dsp:txXfrm>
        <a:off x="0" y="1088667"/>
        <a:ext cx="1704120" cy="1087073"/>
      </dsp:txXfrm>
    </dsp:sp>
    <dsp:sp modelId="{3EECA7BC-2EB1-45E2-A2B3-BBAC49207B3D}">
      <dsp:nvSpPr>
        <dsp:cNvPr id="0" name=""/>
        <dsp:cNvSpPr/>
      </dsp:nvSpPr>
      <dsp:spPr>
        <a:xfrm>
          <a:off x="1831929" y="1105652"/>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dirty="0"/>
            <a:t>- </a:t>
          </a:r>
          <a:r>
            <a:rPr lang="pt-PT" sz="1200" kern="1200" dirty="0" err="1"/>
            <a:t>Mean</a:t>
          </a:r>
          <a:r>
            <a:rPr lang="pt-PT" sz="1200" kern="1200" dirty="0"/>
            <a:t> </a:t>
          </a:r>
          <a:r>
            <a:rPr lang="pt-PT" sz="1200" kern="1200" dirty="0" err="1"/>
            <a:t>Imputation</a:t>
          </a:r>
          <a:r>
            <a:rPr lang="pt-PT" sz="1200" kern="1200" dirty="0"/>
            <a:t>: </a:t>
          </a:r>
          <a:r>
            <a:rPr lang="pt-PT" sz="1200" kern="1200" dirty="0" err="1"/>
            <a:t>Replace</a:t>
          </a:r>
          <a:r>
            <a:rPr lang="pt-PT" sz="1200" kern="1200" dirty="0"/>
            <a:t> </a:t>
          </a:r>
          <a:r>
            <a:rPr lang="pt-PT" sz="1200" kern="1200" dirty="0" err="1"/>
            <a:t>missing</a:t>
          </a:r>
          <a:r>
            <a:rPr lang="pt-PT" sz="1200" kern="1200" dirty="0"/>
            <a:t> </a:t>
          </a:r>
          <a:r>
            <a:rPr lang="pt-PT" sz="1200" kern="1200" dirty="0" err="1"/>
            <a:t>values</a:t>
          </a:r>
          <a:r>
            <a:rPr lang="pt-PT" sz="1200" kern="1200" dirty="0"/>
            <a:t> </a:t>
          </a:r>
          <a:r>
            <a:rPr lang="pt-PT" sz="1200" kern="1200" dirty="0" err="1"/>
            <a:t>with</a:t>
          </a:r>
          <a:r>
            <a:rPr lang="pt-PT" sz="1200" kern="1200" dirty="0"/>
            <a:t> </a:t>
          </a:r>
          <a:r>
            <a:rPr lang="pt-PT" sz="1200" kern="1200" dirty="0" err="1"/>
            <a:t>column</a:t>
          </a:r>
          <a:r>
            <a:rPr lang="pt-PT" sz="1200" kern="1200" dirty="0"/>
            <a:t> </a:t>
          </a:r>
          <a:r>
            <a:rPr lang="pt-PT" sz="1200" kern="1200" dirty="0" err="1"/>
            <a:t>means</a:t>
          </a:r>
          <a:endParaRPr lang="en-US" sz="1200" kern="1200" dirty="0"/>
        </a:p>
      </dsp:txBody>
      <dsp:txXfrm>
        <a:off x="1831929" y="1105652"/>
        <a:ext cx="6688671" cy="339710"/>
      </dsp:txXfrm>
    </dsp:sp>
    <dsp:sp modelId="{2D488E23-907F-4535-99FC-0206BDD304F3}">
      <dsp:nvSpPr>
        <dsp:cNvPr id="0" name=""/>
        <dsp:cNvSpPr/>
      </dsp:nvSpPr>
      <dsp:spPr>
        <a:xfrm>
          <a:off x="1704119" y="1445363"/>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28FCD878-8CB3-412B-893A-BF3DF01EE9BF}">
      <dsp:nvSpPr>
        <dsp:cNvPr id="0" name=""/>
        <dsp:cNvSpPr/>
      </dsp:nvSpPr>
      <dsp:spPr>
        <a:xfrm>
          <a:off x="1831929" y="1462348"/>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dirty="0"/>
            <a:t>- KNN </a:t>
          </a:r>
          <a:r>
            <a:rPr lang="pt-PT" sz="1200" kern="1200" dirty="0" err="1"/>
            <a:t>Imputation</a:t>
          </a:r>
          <a:r>
            <a:rPr lang="pt-PT" sz="1200" kern="1200" dirty="0"/>
            <a:t>: Use k-</a:t>
          </a:r>
          <a:r>
            <a:rPr lang="pt-PT" sz="1200" kern="1200" dirty="0" err="1"/>
            <a:t>nearest</a:t>
          </a:r>
          <a:r>
            <a:rPr lang="pt-PT" sz="1200" kern="1200" dirty="0"/>
            <a:t> </a:t>
          </a:r>
          <a:r>
            <a:rPr lang="pt-PT" sz="1200" kern="1200" dirty="0" err="1"/>
            <a:t>neighbors</a:t>
          </a:r>
          <a:r>
            <a:rPr lang="pt-PT" sz="1200" kern="1200" dirty="0"/>
            <a:t> to </a:t>
          </a:r>
          <a:r>
            <a:rPr lang="pt-PT" sz="1200" kern="1200" dirty="0" err="1"/>
            <a:t>estimate</a:t>
          </a:r>
          <a:r>
            <a:rPr lang="pt-PT" sz="1200" kern="1200" dirty="0"/>
            <a:t> </a:t>
          </a:r>
          <a:r>
            <a:rPr lang="pt-PT" sz="1200" kern="1200" dirty="0" err="1"/>
            <a:t>missing</a:t>
          </a:r>
          <a:r>
            <a:rPr lang="pt-PT" sz="1200" kern="1200" dirty="0"/>
            <a:t> </a:t>
          </a:r>
          <a:r>
            <a:rPr lang="pt-PT" sz="1200" kern="1200" dirty="0" err="1"/>
            <a:t>values</a:t>
          </a:r>
          <a:endParaRPr lang="en-US" sz="1200" kern="1200" dirty="0"/>
        </a:p>
      </dsp:txBody>
      <dsp:txXfrm>
        <a:off x="1831929" y="1462348"/>
        <a:ext cx="6688671" cy="339710"/>
      </dsp:txXfrm>
    </dsp:sp>
    <dsp:sp modelId="{54B3608B-D04E-49DA-A8F6-4E3BE756A132}">
      <dsp:nvSpPr>
        <dsp:cNvPr id="0" name=""/>
        <dsp:cNvSpPr/>
      </dsp:nvSpPr>
      <dsp:spPr>
        <a:xfrm>
          <a:off x="1704119" y="180205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5FA6EC58-797B-42DD-A51E-EEBDBB2F2303}">
      <dsp:nvSpPr>
        <dsp:cNvPr id="0" name=""/>
        <dsp:cNvSpPr/>
      </dsp:nvSpPr>
      <dsp:spPr>
        <a:xfrm>
          <a:off x="1831929" y="1819044"/>
          <a:ext cx="6688671" cy="33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dirty="0"/>
            <a:t>- </a:t>
          </a:r>
          <a:r>
            <a:rPr lang="pt-PT" sz="1200" kern="1200" dirty="0" err="1"/>
            <a:t>Iterative</a:t>
          </a:r>
          <a:r>
            <a:rPr lang="pt-PT" sz="1200" kern="1200" dirty="0"/>
            <a:t> </a:t>
          </a:r>
          <a:r>
            <a:rPr lang="pt-PT" sz="1200" kern="1200" dirty="0" err="1"/>
            <a:t>Imputation</a:t>
          </a:r>
          <a:r>
            <a:rPr lang="pt-PT" sz="1200" kern="1200" dirty="0"/>
            <a:t>: Use </a:t>
          </a:r>
          <a:r>
            <a:rPr lang="pt-PT" sz="1200" kern="1200" dirty="0" err="1"/>
            <a:t>Bayesian</a:t>
          </a:r>
          <a:r>
            <a:rPr lang="pt-PT" sz="1200" kern="1200" dirty="0"/>
            <a:t> </a:t>
          </a:r>
          <a:r>
            <a:rPr lang="pt-PT" sz="1200" kern="1200" dirty="0" err="1"/>
            <a:t>Ridge</a:t>
          </a:r>
          <a:r>
            <a:rPr lang="pt-PT" sz="1200" kern="1200" dirty="0"/>
            <a:t> </a:t>
          </a:r>
          <a:r>
            <a:rPr lang="pt-PT" sz="1200" kern="1200" dirty="0" err="1"/>
            <a:t>regression</a:t>
          </a:r>
          <a:r>
            <a:rPr lang="pt-PT" sz="1200" kern="1200" dirty="0"/>
            <a:t> for </a:t>
          </a:r>
          <a:r>
            <a:rPr lang="pt-PT" sz="1200" kern="1200" dirty="0" err="1"/>
            <a:t>multivariate</a:t>
          </a:r>
          <a:r>
            <a:rPr lang="pt-PT" sz="1200" kern="1200" dirty="0"/>
            <a:t> </a:t>
          </a:r>
          <a:r>
            <a:rPr lang="pt-PT" sz="1200" kern="1200" dirty="0" err="1"/>
            <a:t>imputation</a:t>
          </a:r>
          <a:endParaRPr lang="en-US" sz="1200" kern="1200" dirty="0"/>
        </a:p>
      </dsp:txBody>
      <dsp:txXfrm>
        <a:off x="1831929" y="1819044"/>
        <a:ext cx="6688671" cy="339710"/>
      </dsp:txXfrm>
    </dsp:sp>
    <dsp:sp modelId="{541E130F-4F0B-483D-A445-394F2854D620}">
      <dsp:nvSpPr>
        <dsp:cNvPr id="0" name=""/>
        <dsp:cNvSpPr/>
      </dsp:nvSpPr>
      <dsp:spPr>
        <a:xfrm>
          <a:off x="1704119" y="215875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9C316B34-4C1E-44D5-90BB-0344790758D6}">
      <dsp:nvSpPr>
        <dsp:cNvPr id="0" name=""/>
        <dsp:cNvSpPr/>
      </dsp:nvSpPr>
      <dsp:spPr>
        <a:xfrm>
          <a:off x="0" y="2175740"/>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E6F75E16-2E8B-4EB0-85E5-F681CF9A3B64}">
      <dsp:nvSpPr>
        <dsp:cNvPr id="0" name=""/>
        <dsp:cNvSpPr/>
      </dsp:nvSpPr>
      <dsp:spPr>
        <a:xfrm>
          <a:off x="0" y="2175740"/>
          <a:ext cx="1704120" cy="108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pt-PT" sz="2300" kern="1200"/>
            <a:t>3. Model Evaluation</a:t>
          </a:r>
          <a:endParaRPr lang="en-US" sz="2300" kern="1200"/>
        </a:p>
      </dsp:txBody>
      <dsp:txXfrm>
        <a:off x="0" y="2175740"/>
        <a:ext cx="1704120" cy="1087073"/>
      </dsp:txXfrm>
    </dsp:sp>
    <dsp:sp modelId="{AE92B10D-88F6-4F6D-B5C9-DE2300F7A36B}">
      <dsp:nvSpPr>
        <dsp:cNvPr id="0" name=""/>
        <dsp:cNvSpPr/>
      </dsp:nvSpPr>
      <dsp:spPr>
        <a:xfrm>
          <a:off x="1831929" y="2188519"/>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Train baseline Linear Regression model on each imputed dataset</a:t>
          </a:r>
          <a:endParaRPr lang="en-US" sz="1200" kern="1200"/>
        </a:p>
      </dsp:txBody>
      <dsp:txXfrm>
        <a:off x="1831929" y="2188519"/>
        <a:ext cx="6688671" cy="255579"/>
      </dsp:txXfrm>
    </dsp:sp>
    <dsp:sp modelId="{6851BF19-073C-47AA-8D90-789C283967B2}">
      <dsp:nvSpPr>
        <dsp:cNvPr id="0" name=""/>
        <dsp:cNvSpPr/>
      </dsp:nvSpPr>
      <dsp:spPr>
        <a:xfrm>
          <a:off x="1704119" y="2444098"/>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FFF8F218-5B56-46CC-B72B-6AD0C287DA1A}">
      <dsp:nvSpPr>
        <dsp:cNvPr id="0" name=""/>
        <dsp:cNvSpPr/>
      </dsp:nvSpPr>
      <dsp:spPr>
        <a:xfrm>
          <a:off x="1831929" y="2456877"/>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Evaluate using both train/test split and cross-validation approaches</a:t>
          </a:r>
          <a:endParaRPr lang="en-US" sz="1200" kern="1200"/>
        </a:p>
      </dsp:txBody>
      <dsp:txXfrm>
        <a:off x="1831929" y="2456877"/>
        <a:ext cx="6688671" cy="255579"/>
      </dsp:txXfrm>
    </dsp:sp>
    <dsp:sp modelId="{9670E561-9038-450C-8748-44178B1AD60D}">
      <dsp:nvSpPr>
        <dsp:cNvPr id="0" name=""/>
        <dsp:cNvSpPr/>
      </dsp:nvSpPr>
      <dsp:spPr>
        <a:xfrm>
          <a:off x="1704119" y="2712456"/>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9610CFB4-6B7E-471F-B34C-BB93BEEDBD85}">
      <dsp:nvSpPr>
        <dsp:cNvPr id="0" name=""/>
        <dsp:cNvSpPr/>
      </dsp:nvSpPr>
      <dsp:spPr>
        <a:xfrm>
          <a:off x="1831929" y="2725235"/>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Compare performance using cMSE (Censored Mean Squared Error)</a:t>
          </a:r>
          <a:endParaRPr lang="en-US" sz="1200" kern="1200"/>
        </a:p>
      </dsp:txBody>
      <dsp:txXfrm>
        <a:off x="1831929" y="2725235"/>
        <a:ext cx="6688671" cy="255579"/>
      </dsp:txXfrm>
    </dsp:sp>
    <dsp:sp modelId="{4A512112-3FAB-4DAB-BE9B-3EF2A5A04A01}">
      <dsp:nvSpPr>
        <dsp:cNvPr id="0" name=""/>
        <dsp:cNvSpPr/>
      </dsp:nvSpPr>
      <dsp:spPr>
        <a:xfrm>
          <a:off x="1704119" y="2980814"/>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6D4FAE74-CD52-437F-9712-CABD8D53CA27}">
      <dsp:nvSpPr>
        <dsp:cNvPr id="0" name=""/>
        <dsp:cNvSpPr/>
      </dsp:nvSpPr>
      <dsp:spPr>
        <a:xfrm>
          <a:off x="1831929" y="2993593"/>
          <a:ext cx="6688671" cy="255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pt-PT" sz="1200" kern="1200"/>
            <a:t>- Test with KNN Regression model for comparison</a:t>
          </a:r>
          <a:endParaRPr lang="en-US" sz="1200" kern="1200"/>
        </a:p>
      </dsp:txBody>
      <dsp:txXfrm>
        <a:off x="1831929" y="2993593"/>
        <a:ext cx="6688671" cy="255579"/>
      </dsp:txXfrm>
    </dsp:sp>
    <dsp:sp modelId="{12DFB566-F227-47D0-861E-F198F3FDA56F}">
      <dsp:nvSpPr>
        <dsp:cNvPr id="0" name=""/>
        <dsp:cNvSpPr/>
      </dsp:nvSpPr>
      <dsp:spPr>
        <a:xfrm>
          <a:off x="1704119" y="3249172"/>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0DC9B3-EEF4-46B8-998A-D11A2892DE76}">
      <dsp:nvSpPr>
        <dsp:cNvPr id="0" name=""/>
        <dsp:cNvSpPr/>
      </dsp:nvSpPr>
      <dsp:spPr>
        <a:xfrm>
          <a:off x="0" y="0"/>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6B85997E-6C33-49E1-8900-619F8D7DC555}">
      <dsp:nvSpPr>
        <dsp:cNvPr id="0" name=""/>
        <dsp:cNvSpPr/>
      </dsp:nvSpPr>
      <dsp:spPr>
        <a:xfrm>
          <a:off x="0" y="0"/>
          <a:ext cx="1704120" cy="1632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1. Comparison Analysis</a:t>
          </a:r>
        </a:p>
      </dsp:txBody>
      <dsp:txXfrm>
        <a:off x="0" y="0"/>
        <a:ext cx="1704120" cy="1632203"/>
      </dsp:txXfrm>
    </dsp:sp>
    <dsp:sp modelId="{70FB11D0-38B6-4D07-82A7-9A1EA48C3086}">
      <dsp:nvSpPr>
        <dsp:cNvPr id="0" name=""/>
        <dsp:cNvSpPr/>
      </dsp:nvSpPr>
      <dsp:spPr>
        <a:xfrm>
          <a:off x="1831929" y="25503"/>
          <a:ext cx="6688671" cy="510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Built comparison table with all strategies: baseline, imputation methods (Mean, KNN, Iterative), and models handling missing data (Decision Tree, HistGradientBoosting, CatBoost AFT)</a:t>
          </a:r>
        </a:p>
      </dsp:txBody>
      <dsp:txXfrm>
        <a:off x="1831929" y="25503"/>
        <a:ext cx="6688671" cy="510063"/>
      </dsp:txXfrm>
    </dsp:sp>
    <dsp:sp modelId="{3B4181D0-AEBF-4EBB-97B5-4AD392DB498F}">
      <dsp:nvSpPr>
        <dsp:cNvPr id="0" name=""/>
        <dsp:cNvSpPr/>
      </dsp:nvSpPr>
      <dsp:spPr>
        <a:xfrm>
          <a:off x="1704120" y="535566"/>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02F97108-DC74-4E2C-8C5F-07BF13B27727}">
      <dsp:nvSpPr>
        <dsp:cNvPr id="0" name=""/>
        <dsp:cNvSpPr/>
      </dsp:nvSpPr>
      <dsp:spPr>
        <a:xfrm>
          <a:off x="1831929" y="561070"/>
          <a:ext cx="6688671" cy="510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Displayed MSE and cMSE metrics for all approaches</a:t>
          </a:r>
        </a:p>
      </dsp:txBody>
      <dsp:txXfrm>
        <a:off x="1831929" y="561070"/>
        <a:ext cx="6688671" cy="510063"/>
      </dsp:txXfrm>
    </dsp:sp>
    <dsp:sp modelId="{F9D77DF6-18BC-47B0-AE53-D1B66DF9F16B}">
      <dsp:nvSpPr>
        <dsp:cNvPr id="0" name=""/>
        <dsp:cNvSpPr/>
      </dsp:nvSpPr>
      <dsp:spPr>
        <a:xfrm>
          <a:off x="1704120" y="1071133"/>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3394D178-1313-4DBA-826C-127C91C55410}">
      <dsp:nvSpPr>
        <dsp:cNvPr id="0" name=""/>
        <dsp:cNvSpPr/>
      </dsp:nvSpPr>
      <dsp:spPr>
        <a:xfrm>
          <a:off x="1831929" y="1096637"/>
          <a:ext cx="6688671" cy="510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Created y vs y-hat scatter plots for visual comparison of model performance</a:t>
          </a:r>
        </a:p>
      </dsp:txBody>
      <dsp:txXfrm>
        <a:off x="1831929" y="1096637"/>
        <a:ext cx="6688671" cy="510063"/>
      </dsp:txXfrm>
    </dsp:sp>
    <dsp:sp modelId="{229BAD5B-7EEB-4B02-8079-BD1E50B7A3F5}">
      <dsp:nvSpPr>
        <dsp:cNvPr id="0" name=""/>
        <dsp:cNvSpPr/>
      </dsp:nvSpPr>
      <dsp:spPr>
        <a:xfrm>
          <a:off x="1704120" y="1606700"/>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BC8D4189-3B92-453C-9DB3-A77CB40AE29C}">
      <dsp:nvSpPr>
        <dsp:cNvPr id="0" name=""/>
        <dsp:cNvSpPr/>
      </dsp:nvSpPr>
      <dsp:spPr>
        <a:xfrm>
          <a:off x="0" y="1632203"/>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E5F5FEC6-EF4E-4F48-A82C-DEB0B909048E}">
      <dsp:nvSpPr>
        <dsp:cNvPr id="0" name=""/>
        <dsp:cNvSpPr/>
      </dsp:nvSpPr>
      <dsp:spPr>
        <a:xfrm>
          <a:off x="0" y="1632203"/>
          <a:ext cx="1704120" cy="1632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2. Combined Approach Testing</a:t>
          </a:r>
        </a:p>
      </dsp:txBody>
      <dsp:txXfrm>
        <a:off x="0" y="1632203"/>
        <a:ext cx="1704120" cy="1632203"/>
      </dsp:txXfrm>
    </dsp:sp>
    <dsp:sp modelId="{32BDA854-2CBB-431F-8110-0A2B61837F0F}">
      <dsp:nvSpPr>
        <dsp:cNvPr id="0" name=""/>
        <dsp:cNvSpPr/>
      </dsp:nvSpPr>
      <dsp:spPr>
        <a:xfrm>
          <a:off x="1831929" y="1651391"/>
          <a:ext cx="6688671" cy="383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Selected best imputation strategy from Task 3.1: Mean Imputation (cMSE: 1.7645)</a:t>
          </a:r>
        </a:p>
      </dsp:txBody>
      <dsp:txXfrm>
        <a:off x="1831929" y="1651391"/>
        <a:ext cx="6688671" cy="383743"/>
      </dsp:txXfrm>
    </dsp:sp>
    <dsp:sp modelId="{DD9B1526-CD60-4D9D-AFFE-5491C51D9FA8}">
      <dsp:nvSpPr>
        <dsp:cNvPr id="0" name=""/>
        <dsp:cNvSpPr/>
      </dsp:nvSpPr>
      <dsp:spPr>
        <a:xfrm>
          <a:off x="1704120" y="2035134"/>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9C010D5D-28B6-4CA5-B74B-859C8154D02E}">
      <dsp:nvSpPr>
        <dsp:cNvPr id="0" name=""/>
        <dsp:cNvSpPr/>
      </dsp:nvSpPr>
      <dsp:spPr>
        <a:xfrm>
          <a:off x="1831929" y="2054321"/>
          <a:ext cx="6688671" cy="383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Combined with best model from Task 3.2: CatBoost AFT</a:t>
          </a:r>
        </a:p>
      </dsp:txBody>
      <dsp:txXfrm>
        <a:off x="1831929" y="2054321"/>
        <a:ext cx="6688671" cy="383743"/>
      </dsp:txXfrm>
    </dsp:sp>
    <dsp:sp modelId="{FAF7D4B2-A59D-4F3E-B6BC-9FD9242CFFC6}">
      <dsp:nvSpPr>
        <dsp:cNvPr id="0" name=""/>
        <dsp:cNvSpPr/>
      </dsp:nvSpPr>
      <dsp:spPr>
        <a:xfrm>
          <a:off x="1704120" y="2438064"/>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1B1B93B7-4760-413D-A7CE-85EC645D7FDA}">
      <dsp:nvSpPr>
        <dsp:cNvPr id="0" name=""/>
        <dsp:cNvSpPr/>
      </dsp:nvSpPr>
      <dsp:spPr>
        <a:xfrm>
          <a:off x="1831929" y="2457252"/>
          <a:ext cx="6688671" cy="383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Trained CatBoost AFT on mean-imputed data</a:t>
          </a:r>
        </a:p>
      </dsp:txBody>
      <dsp:txXfrm>
        <a:off x="1831929" y="2457252"/>
        <a:ext cx="6688671" cy="383743"/>
      </dsp:txXfrm>
    </dsp:sp>
    <dsp:sp modelId="{203779F5-AE3A-44EC-88F2-6432BCE2C850}">
      <dsp:nvSpPr>
        <dsp:cNvPr id="0" name=""/>
        <dsp:cNvSpPr/>
      </dsp:nvSpPr>
      <dsp:spPr>
        <a:xfrm>
          <a:off x="1704120" y="284099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34F06974-D777-4AE0-A778-BC3CEA34D31F}">
      <dsp:nvSpPr>
        <dsp:cNvPr id="0" name=""/>
        <dsp:cNvSpPr/>
      </dsp:nvSpPr>
      <dsp:spPr>
        <a:xfrm>
          <a:off x="1831929" y="2860182"/>
          <a:ext cx="6688671" cy="383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 Evaluated performance: cMSE of 3.1236 (worse than native missing handling)</a:t>
          </a:r>
        </a:p>
      </dsp:txBody>
      <dsp:txXfrm>
        <a:off x="1831929" y="2860182"/>
        <a:ext cx="6688671" cy="383743"/>
      </dsp:txXfrm>
    </dsp:sp>
    <dsp:sp modelId="{EA544809-88C8-40CA-8BA4-D99B7976AF37}">
      <dsp:nvSpPr>
        <dsp:cNvPr id="0" name=""/>
        <dsp:cNvSpPr/>
      </dsp:nvSpPr>
      <dsp:spPr>
        <a:xfrm>
          <a:off x="1704120" y="324392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16D270-1A8A-477B-8257-3B23609E1A32}">
      <dsp:nvSpPr>
        <dsp:cNvPr id="0" name=""/>
        <dsp:cNvSpPr/>
      </dsp:nvSpPr>
      <dsp:spPr>
        <a:xfrm>
          <a:off x="0" y="0"/>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AECE4F14-D5CB-4515-A9D2-EB6F7D29D93A}">
      <dsp:nvSpPr>
        <dsp:cNvPr id="0" name=""/>
        <dsp:cNvSpPr/>
      </dsp:nvSpPr>
      <dsp:spPr>
        <a:xfrm>
          <a:off x="0" y="0"/>
          <a:ext cx="1704120" cy="1632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3. Best Model Selection</a:t>
          </a:r>
        </a:p>
      </dsp:txBody>
      <dsp:txXfrm>
        <a:off x="0" y="0"/>
        <a:ext cx="1704120" cy="1632203"/>
      </dsp:txXfrm>
    </dsp:sp>
    <dsp:sp modelId="{99C50889-E8FB-4009-8683-1974DC1CD09C}">
      <dsp:nvSpPr>
        <dsp:cNvPr id="0" name=""/>
        <dsp:cNvSpPr/>
      </dsp:nvSpPr>
      <dsp:spPr>
        <a:xfrm>
          <a:off x="1831929" y="37935"/>
          <a:ext cx="6688671" cy="758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 Compared all strategies including combined approach</a:t>
          </a:r>
        </a:p>
      </dsp:txBody>
      <dsp:txXfrm>
        <a:off x="1831929" y="37935"/>
        <a:ext cx="6688671" cy="758719"/>
      </dsp:txXfrm>
    </dsp:sp>
    <dsp:sp modelId="{6FB7EFC9-C029-49DA-A0AC-6E0FE299894C}">
      <dsp:nvSpPr>
        <dsp:cNvPr id="0" name=""/>
        <dsp:cNvSpPr/>
      </dsp:nvSpPr>
      <dsp:spPr>
        <a:xfrm>
          <a:off x="1704120" y="79665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41D67258-B4DC-4D74-82D0-C6DA9C7AA63B}">
      <dsp:nvSpPr>
        <dsp:cNvPr id="0" name=""/>
        <dsp:cNvSpPr/>
      </dsp:nvSpPr>
      <dsp:spPr>
        <a:xfrm>
          <a:off x="1831929" y="834591"/>
          <a:ext cx="6688671" cy="758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 Identified CatBoost AFT with native missing support as best performer (cMSE: 1.7339)</a:t>
          </a:r>
        </a:p>
      </dsp:txBody>
      <dsp:txXfrm>
        <a:off x="1831929" y="834591"/>
        <a:ext cx="6688671" cy="758719"/>
      </dsp:txXfrm>
    </dsp:sp>
    <dsp:sp modelId="{7E1203C1-D4BE-4083-863C-05C97E545D70}">
      <dsp:nvSpPr>
        <dsp:cNvPr id="0" name=""/>
        <dsp:cNvSpPr/>
      </dsp:nvSpPr>
      <dsp:spPr>
        <a:xfrm>
          <a:off x="1704120" y="1593311"/>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C4F2EAAF-E771-4DDC-8C7C-5BDA8F7CEE99}">
      <dsp:nvSpPr>
        <dsp:cNvPr id="0" name=""/>
        <dsp:cNvSpPr/>
      </dsp:nvSpPr>
      <dsp:spPr>
        <a:xfrm>
          <a:off x="0" y="1632203"/>
          <a:ext cx="85206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53532AA3-DD54-4310-843A-E24E3AF7B125}">
      <dsp:nvSpPr>
        <dsp:cNvPr id="0" name=""/>
        <dsp:cNvSpPr/>
      </dsp:nvSpPr>
      <dsp:spPr>
        <a:xfrm>
          <a:off x="0" y="1632203"/>
          <a:ext cx="1704120" cy="1632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4. Test Predictions &amp; Submission</a:t>
          </a:r>
        </a:p>
      </dsp:txBody>
      <dsp:txXfrm>
        <a:off x="0" y="1632203"/>
        <a:ext cx="1704120" cy="1632203"/>
      </dsp:txXfrm>
    </dsp:sp>
    <dsp:sp modelId="{B65BDC38-66F8-4B09-B4A1-5D322E3BE786}">
      <dsp:nvSpPr>
        <dsp:cNvPr id="0" name=""/>
        <dsp:cNvSpPr/>
      </dsp:nvSpPr>
      <dsp:spPr>
        <a:xfrm>
          <a:off x="1831929" y="1670139"/>
          <a:ext cx="6688671" cy="758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 Generated predictions on test data using best model (CatBoost AFT)</a:t>
          </a:r>
        </a:p>
      </dsp:txBody>
      <dsp:txXfrm>
        <a:off x="1831929" y="1670139"/>
        <a:ext cx="6688671" cy="758719"/>
      </dsp:txXfrm>
    </dsp:sp>
    <dsp:sp modelId="{99D6012C-7FE0-4290-A755-B4D553C1DA9C}">
      <dsp:nvSpPr>
        <dsp:cNvPr id="0" name=""/>
        <dsp:cNvSpPr/>
      </dsp:nvSpPr>
      <dsp:spPr>
        <a:xfrm>
          <a:off x="1704120" y="2428859"/>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528457A7-4645-4041-A3D9-862F94EDADF7}">
      <dsp:nvSpPr>
        <dsp:cNvPr id="0" name=""/>
        <dsp:cNvSpPr/>
      </dsp:nvSpPr>
      <dsp:spPr>
        <a:xfrm>
          <a:off x="1831929" y="2466795"/>
          <a:ext cx="6688671" cy="758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 Created Kaggle submission file: `handle-missing-submission-xx.csv`</a:t>
          </a:r>
        </a:p>
      </dsp:txBody>
      <dsp:txXfrm>
        <a:off x="1831929" y="2466795"/>
        <a:ext cx="6688671" cy="758719"/>
      </dsp:txXfrm>
    </dsp:sp>
    <dsp:sp modelId="{1631432C-8941-4F79-A7F6-379BD8CDFC22}">
      <dsp:nvSpPr>
        <dsp:cNvPr id="0" name=""/>
        <dsp:cNvSpPr/>
      </dsp:nvSpPr>
      <dsp:spPr>
        <a:xfrm>
          <a:off x="1704120" y="3225515"/>
          <a:ext cx="681648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8b32707bc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8b32707bc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8b32707bc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8b32707b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Replicate this section for every task. Add slides as needed</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8b32707bc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8b32707b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Replicate this section for every task. Add slides as needed</a:t>
            </a:r>
            <a:endParaRPr dirty="0"/>
          </a:p>
        </p:txBody>
      </p:sp>
    </p:spTree>
    <p:extLst>
      <p:ext uri="{BB962C8B-B14F-4D97-AF65-F5344CB8AC3E}">
        <p14:creationId xmlns:p14="http://schemas.microsoft.com/office/powerpoint/2010/main" val="3628607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8b32707bc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8b32707b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Replicate this section for every task. Add slides as needed</a:t>
            </a:r>
            <a:endParaRPr dirty="0"/>
          </a:p>
        </p:txBody>
      </p:sp>
    </p:spTree>
    <p:extLst>
      <p:ext uri="{BB962C8B-B14F-4D97-AF65-F5344CB8AC3E}">
        <p14:creationId xmlns:p14="http://schemas.microsoft.com/office/powerpoint/2010/main" val="3754080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8b32707bc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8b32707b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Replicate this section for every task. Add slides as needed</a:t>
            </a:r>
            <a:endParaRPr dirty="0"/>
          </a:p>
        </p:txBody>
      </p:sp>
    </p:spTree>
    <p:extLst>
      <p:ext uri="{BB962C8B-B14F-4D97-AF65-F5344CB8AC3E}">
        <p14:creationId xmlns:p14="http://schemas.microsoft.com/office/powerpoint/2010/main" val="3915495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FB3C8618-C924-13D7-80D4-9846B29CB461}"/>
            </a:ext>
          </a:extLst>
        </p:cNvPr>
        <p:cNvGrpSpPr/>
        <p:nvPr/>
      </p:nvGrpSpPr>
      <p:grpSpPr>
        <a:xfrm>
          <a:off x="0" y="0"/>
          <a:ext cx="0" cy="0"/>
          <a:chOff x="0" y="0"/>
          <a:chExt cx="0" cy="0"/>
        </a:xfrm>
      </p:grpSpPr>
      <p:sp>
        <p:nvSpPr>
          <p:cNvPr id="63" name="Google Shape;63;g28b32707bc8_0_0:notes">
            <a:extLst>
              <a:ext uri="{FF2B5EF4-FFF2-40B4-BE49-F238E27FC236}">
                <a16:creationId xmlns:a16="http://schemas.microsoft.com/office/drawing/2014/main" id="{C253068B-ABB4-A50C-3D05-80160D116A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8b32707bc8_0_0:notes">
            <a:extLst>
              <a:ext uri="{FF2B5EF4-FFF2-40B4-BE49-F238E27FC236}">
                <a16:creationId xmlns:a16="http://schemas.microsoft.com/office/drawing/2014/main" id="{3675A2FA-E3D6-347C-A5C7-5C15354B0B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Replicate this section for every task. Add slides as needed</a:t>
            </a:r>
            <a:endParaRPr dirty="0"/>
          </a:p>
        </p:txBody>
      </p:sp>
    </p:spTree>
    <p:extLst>
      <p:ext uri="{BB962C8B-B14F-4D97-AF65-F5344CB8AC3E}">
        <p14:creationId xmlns:p14="http://schemas.microsoft.com/office/powerpoint/2010/main" val="2245768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56719F64-10F0-8A39-DBD7-6BDB97DBE508}"/>
            </a:ext>
          </a:extLst>
        </p:cNvPr>
        <p:cNvGrpSpPr/>
        <p:nvPr/>
      </p:nvGrpSpPr>
      <p:grpSpPr>
        <a:xfrm>
          <a:off x="0" y="0"/>
          <a:ext cx="0" cy="0"/>
          <a:chOff x="0" y="0"/>
          <a:chExt cx="0" cy="0"/>
        </a:xfrm>
      </p:grpSpPr>
      <p:sp>
        <p:nvSpPr>
          <p:cNvPr id="63" name="Google Shape;63;g28b32707bc8_0_0:notes">
            <a:extLst>
              <a:ext uri="{FF2B5EF4-FFF2-40B4-BE49-F238E27FC236}">
                <a16:creationId xmlns:a16="http://schemas.microsoft.com/office/drawing/2014/main" id="{E1899DEC-4DD8-C578-99E0-D070BD6AAC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8b32707bc8_0_0:notes">
            <a:extLst>
              <a:ext uri="{FF2B5EF4-FFF2-40B4-BE49-F238E27FC236}">
                <a16:creationId xmlns:a16="http://schemas.microsoft.com/office/drawing/2014/main" id="{853BAC00-E73A-5C95-166A-44CCF8D28E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Replicate this section for every task. Add slides as needed</a:t>
            </a:r>
            <a:endParaRPr dirty="0"/>
          </a:p>
        </p:txBody>
      </p:sp>
    </p:spTree>
    <p:extLst>
      <p:ext uri="{BB962C8B-B14F-4D97-AF65-F5344CB8AC3E}">
        <p14:creationId xmlns:p14="http://schemas.microsoft.com/office/powerpoint/2010/main" val="3763480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42EEB7E1-7F75-5336-0C94-84A9B0A94D95}"/>
            </a:ext>
          </a:extLst>
        </p:cNvPr>
        <p:cNvGrpSpPr/>
        <p:nvPr/>
      </p:nvGrpSpPr>
      <p:grpSpPr>
        <a:xfrm>
          <a:off x="0" y="0"/>
          <a:ext cx="0" cy="0"/>
          <a:chOff x="0" y="0"/>
          <a:chExt cx="0" cy="0"/>
        </a:xfrm>
      </p:grpSpPr>
      <p:sp>
        <p:nvSpPr>
          <p:cNvPr id="63" name="Google Shape;63;g28b32707bc8_0_0:notes">
            <a:extLst>
              <a:ext uri="{FF2B5EF4-FFF2-40B4-BE49-F238E27FC236}">
                <a16:creationId xmlns:a16="http://schemas.microsoft.com/office/drawing/2014/main" id="{8CAF06DC-A590-0083-CE6F-CF2EAD4A83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8b32707bc8_0_0:notes">
            <a:extLst>
              <a:ext uri="{FF2B5EF4-FFF2-40B4-BE49-F238E27FC236}">
                <a16:creationId xmlns:a16="http://schemas.microsoft.com/office/drawing/2014/main" id="{DF0F3559-37F8-5AB0-C7BC-C92312F017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Replicate this section for every task. Add slides as needed</a:t>
            </a:r>
            <a:endParaRPr dirty="0"/>
          </a:p>
        </p:txBody>
      </p:sp>
    </p:spTree>
    <p:extLst>
      <p:ext uri="{BB962C8B-B14F-4D97-AF65-F5344CB8AC3E}">
        <p14:creationId xmlns:p14="http://schemas.microsoft.com/office/powerpoint/2010/main" val="673055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8b32707bc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8b32707bc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8b32707bc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8b32707bc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5.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dirty="0"/>
              <a:t>ML@NOVA </a:t>
            </a:r>
            <a:br>
              <a:rPr lang="en" dirty="0"/>
            </a:br>
            <a:r>
              <a:rPr lang="en" dirty="0"/>
              <a:t>DFJ</a:t>
            </a:r>
            <a:endParaRPr dirty="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lvl="0" indent="0"/>
            <a:r>
              <a:rPr lang="en-US" dirty="0"/>
              <a:t>Predicting Survival Time in Multiple Myeloma Patients</a:t>
            </a:r>
            <a:br>
              <a:rPr lang="en" dirty="0"/>
            </a:b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Team identification</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dirty="0"/>
              <a:t>Name 1: José Costa</a:t>
            </a:r>
            <a:endParaRPr dirty="0"/>
          </a:p>
          <a:p>
            <a:pPr marL="0" lvl="0" indent="0" algn="l" rtl="0">
              <a:spcBef>
                <a:spcPts val="1200"/>
              </a:spcBef>
              <a:spcAft>
                <a:spcPts val="0"/>
              </a:spcAft>
              <a:buNone/>
            </a:pPr>
            <a:r>
              <a:rPr lang="en" dirty="0"/>
              <a:t>Number 1: 72899</a:t>
            </a:r>
            <a:endParaRPr dirty="0"/>
          </a:p>
          <a:p>
            <a:pPr marL="0" lvl="0" indent="0" algn="l" rtl="0">
              <a:spcBef>
                <a:spcPts val="1200"/>
              </a:spcBef>
              <a:spcAft>
                <a:spcPts val="0"/>
              </a:spcAft>
              <a:buClr>
                <a:schemeClr val="dk1"/>
              </a:buClr>
              <a:buSzPts val="1100"/>
              <a:buFont typeface="Arial"/>
              <a:buNone/>
            </a:pPr>
            <a:r>
              <a:rPr lang="en" dirty="0"/>
              <a:t>Name 2: Dinis Santos</a:t>
            </a:r>
            <a:endParaRPr dirty="0"/>
          </a:p>
          <a:p>
            <a:pPr marL="0" lvl="0" indent="0">
              <a:spcBef>
                <a:spcPts val="1200"/>
              </a:spcBef>
              <a:buClr>
                <a:schemeClr val="dk1"/>
              </a:buClr>
              <a:buSzPts val="1100"/>
              <a:buNone/>
            </a:pPr>
            <a:r>
              <a:rPr lang="en" dirty="0"/>
              <a:t>Number 2: </a:t>
            </a:r>
            <a:r>
              <a:rPr lang="pt-PT" dirty="0"/>
              <a:t>72815</a:t>
            </a:r>
            <a:endParaRPr dirty="0"/>
          </a:p>
          <a:p>
            <a:pPr marL="0" lvl="0" indent="0" algn="l" rtl="0">
              <a:spcBef>
                <a:spcPts val="1200"/>
              </a:spcBef>
              <a:spcAft>
                <a:spcPts val="0"/>
              </a:spcAft>
              <a:buClr>
                <a:schemeClr val="dk1"/>
              </a:buClr>
              <a:buSzPts val="1100"/>
              <a:buFont typeface="Arial"/>
              <a:buNone/>
            </a:pPr>
            <a:r>
              <a:rPr lang="en" dirty="0"/>
              <a:t>Name 3: Francisco Jorge</a:t>
            </a:r>
            <a:endParaRPr dirty="0"/>
          </a:p>
          <a:p>
            <a:pPr marL="0" lvl="0" indent="0">
              <a:spcBef>
                <a:spcPts val="1200"/>
              </a:spcBef>
              <a:buClr>
                <a:schemeClr val="dk1"/>
              </a:buClr>
              <a:buSzPts val="1100"/>
              <a:buNone/>
            </a:pPr>
            <a:r>
              <a:rPr lang="en" dirty="0"/>
              <a:t>Number 3: </a:t>
            </a:r>
            <a:r>
              <a:rPr lang="pt-PT" dirty="0"/>
              <a:t>70293</a:t>
            </a:r>
            <a:endParaRPr dirty="0"/>
          </a:p>
          <a:p>
            <a:pPr marL="0" lvl="0" indent="0" algn="l" rtl="0">
              <a:spcBef>
                <a:spcPts val="1200"/>
              </a:spcBef>
              <a:spcAft>
                <a:spcPts val="0"/>
              </a:spcAft>
              <a:buNone/>
            </a:pPr>
            <a:r>
              <a:rPr lang="en" dirty="0"/>
              <a:t>Final score on the private leaderboard: 2.58777 </a:t>
            </a:r>
          </a:p>
          <a:p>
            <a:pPr marL="0" lvl="0" indent="0" algn="l" rtl="0">
              <a:spcBef>
                <a:spcPts val="1200"/>
              </a:spcBef>
              <a:spcAft>
                <a:spcPts val="0"/>
              </a:spcAft>
              <a:buNone/>
            </a:pPr>
            <a:r>
              <a:rPr lang="en" dirty="0"/>
              <a:t>Leaderboard</a:t>
            </a:r>
            <a:r>
              <a:rPr lang="en-US" dirty="0"/>
              <a:t> private</a:t>
            </a:r>
            <a:r>
              <a:rPr lang="en" dirty="0"/>
              <a:t> ranking: 30                                                       </a:t>
            </a:r>
            <a:endParaRPr dirty="0"/>
          </a:p>
        </p:txBody>
      </p:sp>
      <p:sp>
        <p:nvSpPr>
          <p:cNvPr id="2" name="Slide Number Placeholder 1">
            <a:extLst>
              <a:ext uri="{FF2B5EF4-FFF2-40B4-BE49-F238E27FC236}">
                <a16:creationId xmlns:a16="http://schemas.microsoft.com/office/drawing/2014/main" id="{1797AD86-1EE3-98DE-C448-0481D73F3A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PT" dirty="0" err="1"/>
              <a:t>Task</a:t>
            </a:r>
            <a:r>
              <a:rPr lang="pt-PT" dirty="0"/>
              <a:t> [1.1] - </a:t>
            </a:r>
            <a:r>
              <a:rPr lang="en-US" dirty="0"/>
              <a:t>Data preparation and validation pipeline</a:t>
            </a:r>
            <a:endParaRPr lang="pt-PT" dirty="0"/>
          </a:p>
        </p:txBody>
      </p:sp>
      <p:sp>
        <p:nvSpPr>
          <p:cNvPr id="2" name="Slide Number Placeholder 1">
            <a:extLst>
              <a:ext uri="{FF2B5EF4-FFF2-40B4-BE49-F238E27FC236}">
                <a16:creationId xmlns:a16="http://schemas.microsoft.com/office/drawing/2014/main" id="{2F02ADCD-40A6-0FDE-3F7E-7E3EFE9B86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950B8-3572-2171-184D-7CB447F81866}"/>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a:t>What was done in task [1.1]</a:t>
            </a:r>
            <a:endParaRPr lang="pt-PT"/>
          </a:p>
        </p:txBody>
      </p:sp>
      <p:sp>
        <p:nvSpPr>
          <p:cNvPr id="4" name="Slide Number Placeholder 3">
            <a:extLst>
              <a:ext uri="{FF2B5EF4-FFF2-40B4-BE49-F238E27FC236}">
                <a16:creationId xmlns:a16="http://schemas.microsoft.com/office/drawing/2014/main" id="{EF6583C8-87CC-4DDC-5CE6-18034C27EBE7}"/>
              </a:ext>
            </a:extLst>
          </p:cNvPr>
          <p:cNvSpPr>
            <a:spLocks noGrp="1"/>
          </p:cNvSpPr>
          <p:nvPr>
            <p:ph type="sldNum" idx="12"/>
          </p:nvPr>
        </p:nvSpPr>
        <p:spPr>
          <a:xfrm>
            <a:off x="8472458" y="4663217"/>
            <a:ext cx="548700" cy="3936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4</a:t>
            </a:fld>
            <a:endParaRPr lang="en" sz="900"/>
          </a:p>
        </p:txBody>
      </p:sp>
      <p:graphicFrame>
        <p:nvGraphicFramePr>
          <p:cNvPr id="6" name="Marcador de Posição do Texto 2">
            <a:extLst>
              <a:ext uri="{FF2B5EF4-FFF2-40B4-BE49-F238E27FC236}">
                <a16:creationId xmlns:a16="http://schemas.microsoft.com/office/drawing/2014/main" id="{C345E0D0-A852-8E1B-CB01-8A8B8802760C}"/>
              </a:ext>
            </a:extLst>
          </p:cNvPr>
          <p:cNvGraphicFramePr/>
          <p:nvPr>
            <p:extLst>
              <p:ext uri="{D42A27DB-BD31-4B8C-83A1-F6EECF244321}">
                <p14:modId xmlns:p14="http://schemas.microsoft.com/office/powerpoint/2010/main" val="1752264358"/>
              </p:ext>
            </p:extLst>
          </p:nvPr>
        </p:nvGraphicFramePr>
        <p:xfrm>
          <a:off x="311700" y="1208225"/>
          <a:ext cx="85206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7754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950B8-3572-2171-184D-7CB447F81866}"/>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a:t>What was done in task [1.1]</a:t>
            </a:r>
            <a:endParaRPr lang="pt-PT"/>
          </a:p>
        </p:txBody>
      </p:sp>
      <p:sp>
        <p:nvSpPr>
          <p:cNvPr id="4" name="Slide Number Placeholder 3">
            <a:extLst>
              <a:ext uri="{FF2B5EF4-FFF2-40B4-BE49-F238E27FC236}">
                <a16:creationId xmlns:a16="http://schemas.microsoft.com/office/drawing/2014/main" id="{EF6583C8-87CC-4DDC-5CE6-18034C27EBE7}"/>
              </a:ext>
            </a:extLst>
          </p:cNvPr>
          <p:cNvSpPr>
            <a:spLocks noGrp="1"/>
          </p:cNvSpPr>
          <p:nvPr>
            <p:ph type="sldNum" idx="12"/>
          </p:nvPr>
        </p:nvSpPr>
        <p:spPr>
          <a:xfrm>
            <a:off x="8472458" y="4663217"/>
            <a:ext cx="548700" cy="3936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5</a:t>
            </a:fld>
            <a:endParaRPr lang="en" sz="900"/>
          </a:p>
        </p:txBody>
      </p:sp>
      <p:graphicFrame>
        <p:nvGraphicFramePr>
          <p:cNvPr id="6" name="Marcador de Posição do Texto 2">
            <a:extLst>
              <a:ext uri="{FF2B5EF4-FFF2-40B4-BE49-F238E27FC236}">
                <a16:creationId xmlns:a16="http://schemas.microsoft.com/office/drawing/2014/main" id="{C345E0D0-A852-8E1B-CB01-8A8B8802760C}"/>
              </a:ext>
            </a:extLst>
          </p:cNvPr>
          <p:cNvGraphicFramePr/>
          <p:nvPr>
            <p:extLst>
              <p:ext uri="{D42A27DB-BD31-4B8C-83A1-F6EECF244321}">
                <p14:modId xmlns:p14="http://schemas.microsoft.com/office/powerpoint/2010/main" val="4155374939"/>
              </p:ext>
            </p:extLst>
          </p:nvPr>
        </p:nvGraphicFramePr>
        <p:xfrm>
          <a:off x="311700" y="1208225"/>
          <a:ext cx="85206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2394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46085-88AC-EABE-5CDC-69B96B691E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A311B9C-2AB9-ABAA-675D-FC156CCAEF3A}"/>
              </a:ext>
            </a:extLst>
          </p:cNvPr>
          <p:cNvSpPr>
            <a:spLocks noGrp="1"/>
          </p:cNvSpPr>
          <p:nvPr>
            <p:ph type="title"/>
          </p:nvPr>
        </p:nvSpPr>
        <p:spPr/>
        <p:txBody>
          <a:bodyPr>
            <a:normAutofit fontScale="90000"/>
          </a:bodyPr>
          <a:lstStyle/>
          <a:p>
            <a:r>
              <a:rPr lang="en-US" dirty="0"/>
              <a:t>Results and Analysis from task [1.1]</a:t>
            </a:r>
            <a:endParaRPr lang="pt-PT" dirty="0"/>
          </a:p>
        </p:txBody>
      </p:sp>
      <p:sp>
        <p:nvSpPr>
          <p:cNvPr id="3" name="Marcador de Posição do Texto 2">
            <a:extLst>
              <a:ext uri="{FF2B5EF4-FFF2-40B4-BE49-F238E27FC236}">
                <a16:creationId xmlns:a16="http://schemas.microsoft.com/office/drawing/2014/main" id="{87461F57-3821-549D-1BB2-1D72395B058D}"/>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2BC66AB1-AA82-0A70-D519-B5475214E7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pic>
        <p:nvPicPr>
          <p:cNvPr id="6" name="Imagem 5" descr="Uma imagem com texto, captura de ecrã, Tipo de letra, file&#10;&#10;Os conteúdos gerados por IA podem estar incorretos.">
            <a:extLst>
              <a:ext uri="{FF2B5EF4-FFF2-40B4-BE49-F238E27FC236}">
                <a16:creationId xmlns:a16="http://schemas.microsoft.com/office/drawing/2014/main" id="{40E35B5E-5C32-3E89-092B-A68FB52B395C}"/>
              </a:ext>
            </a:extLst>
          </p:cNvPr>
          <p:cNvPicPr>
            <a:picLocks noChangeAspect="1"/>
          </p:cNvPicPr>
          <p:nvPr/>
        </p:nvPicPr>
        <p:blipFill>
          <a:blip r:embed="rId2"/>
          <a:stretch>
            <a:fillRect/>
          </a:stretch>
        </p:blipFill>
        <p:spPr>
          <a:xfrm>
            <a:off x="311700" y="1564105"/>
            <a:ext cx="4626621" cy="2761324"/>
          </a:xfrm>
          <a:prstGeom prst="rect">
            <a:avLst/>
          </a:prstGeom>
        </p:spPr>
      </p:pic>
    </p:spTree>
    <p:extLst>
      <p:ext uri="{BB962C8B-B14F-4D97-AF65-F5344CB8AC3E}">
        <p14:creationId xmlns:p14="http://schemas.microsoft.com/office/powerpoint/2010/main" val="2926091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61B6A-344B-35E3-3F42-0EB9D63698C5}"/>
              </a:ext>
            </a:extLst>
          </p:cNvPr>
          <p:cNvSpPr>
            <a:spLocks noGrp="1"/>
          </p:cNvSpPr>
          <p:nvPr>
            <p:ph type="title"/>
          </p:nvPr>
        </p:nvSpPr>
        <p:spPr/>
        <p:txBody>
          <a:bodyPr>
            <a:normAutofit fontScale="90000"/>
          </a:bodyPr>
          <a:lstStyle/>
          <a:p>
            <a:r>
              <a:rPr lang="en-US" dirty="0"/>
              <a:t>Results and Analysis from task [1.1]</a:t>
            </a:r>
            <a:endParaRPr lang="pt-PT" dirty="0"/>
          </a:p>
        </p:txBody>
      </p:sp>
      <p:sp>
        <p:nvSpPr>
          <p:cNvPr id="3" name="Marcador de Posição do Texto 2">
            <a:extLst>
              <a:ext uri="{FF2B5EF4-FFF2-40B4-BE49-F238E27FC236}">
                <a16:creationId xmlns:a16="http://schemas.microsoft.com/office/drawing/2014/main" id="{A5BD8CCC-C62C-448E-5E03-7432197F63FB}"/>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11770F1A-57B0-9DBE-C4C9-21E2A31A69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pic>
        <p:nvPicPr>
          <p:cNvPr id="6" name="Imagem 5" descr="Uma imagem com texto, captura de ecrã, diagrama, número&#10;&#10;Os conteúdos gerados por IA podem estar incorretos.">
            <a:extLst>
              <a:ext uri="{FF2B5EF4-FFF2-40B4-BE49-F238E27FC236}">
                <a16:creationId xmlns:a16="http://schemas.microsoft.com/office/drawing/2014/main" id="{11DDDB60-A0D3-BBAD-41BD-983921AA7EA5}"/>
              </a:ext>
            </a:extLst>
          </p:cNvPr>
          <p:cNvPicPr>
            <a:picLocks noChangeAspect="1"/>
          </p:cNvPicPr>
          <p:nvPr/>
        </p:nvPicPr>
        <p:blipFill>
          <a:blip r:embed="rId2"/>
          <a:stretch>
            <a:fillRect/>
          </a:stretch>
        </p:blipFill>
        <p:spPr>
          <a:xfrm>
            <a:off x="311700" y="1152475"/>
            <a:ext cx="5499476" cy="3416400"/>
          </a:xfrm>
          <a:prstGeom prst="rect">
            <a:avLst/>
          </a:prstGeom>
        </p:spPr>
      </p:pic>
    </p:spTree>
    <p:extLst>
      <p:ext uri="{BB962C8B-B14F-4D97-AF65-F5344CB8AC3E}">
        <p14:creationId xmlns:p14="http://schemas.microsoft.com/office/powerpoint/2010/main" val="3013217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F7034-EDE2-860F-CB64-1BB55530BC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5A70EF-DDC4-C226-C2C4-BB16DD9E25CD}"/>
              </a:ext>
            </a:extLst>
          </p:cNvPr>
          <p:cNvSpPr>
            <a:spLocks noGrp="1"/>
          </p:cNvSpPr>
          <p:nvPr>
            <p:ph type="title"/>
          </p:nvPr>
        </p:nvSpPr>
        <p:spPr/>
        <p:txBody>
          <a:bodyPr>
            <a:normAutofit fontScale="90000"/>
          </a:bodyPr>
          <a:lstStyle/>
          <a:p>
            <a:r>
              <a:rPr lang="en-US" dirty="0"/>
              <a:t>Results and Analysis from task [1.1]</a:t>
            </a:r>
            <a:endParaRPr lang="pt-PT" dirty="0"/>
          </a:p>
        </p:txBody>
      </p:sp>
      <p:sp>
        <p:nvSpPr>
          <p:cNvPr id="3" name="Marcador de Posição do Texto 2">
            <a:extLst>
              <a:ext uri="{FF2B5EF4-FFF2-40B4-BE49-F238E27FC236}">
                <a16:creationId xmlns:a16="http://schemas.microsoft.com/office/drawing/2014/main" id="{653F793E-1C71-EC3A-953C-B5E1CB5A85A2}"/>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923875D1-4B3C-0E9A-394A-6BCE4F04AF5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pic>
        <p:nvPicPr>
          <p:cNvPr id="6" name="Imagem 5" descr="Uma imagem com texto, captura de ecrã, file, Retângulo&#10;&#10;Os conteúdos gerados por IA podem estar incorretos.">
            <a:extLst>
              <a:ext uri="{FF2B5EF4-FFF2-40B4-BE49-F238E27FC236}">
                <a16:creationId xmlns:a16="http://schemas.microsoft.com/office/drawing/2014/main" id="{A547CE73-1A1E-3358-CA04-06D6593E022C}"/>
              </a:ext>
            </a:extLst>
          </p:cNvPr>
          <p:cNvPicPr>
            <a:picLocks noChangeAspect="1"/>
          </p:cNvPicPr>
          <p:nvPr/>
        </p:nvPicPr>
        <p:blipFill>
          <a:blip r:embed="rId2"/>
          <a:stretch>
            <a:fillRect/>
          </a:stretch>
        </p:blipFill>
        <p:spPr>
          <a:xfrm>
            <a:off x="311700" y="1325744"/>
            <a:ext cx="5142497" cy="3069862"/>
          </a:xfrm>
          <a:prstGeom prst="rect">
            <a:avLst/>
          </a:prstGeom>
        </p:spPr>
      </p:pic>
    </p:spTree>
    <p:extLst>
      <p:ext uri="{BB962C8B-B14F-4D97-AF65-F5344CB8AC3E}">
        <p14:creationId xmlns:p14="http://schemas.microsoft.com/office/powerpoint/2010/main" val="4176173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0AA20-8C1D-C96F-D7E9-501BFFF3D9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B72F8BA-91A2-06FB-8D65-E61523CC1BF8}"/>
              </a:ext>
            </a:extLst>
          </p:cNvPr>
          <p:cNvSpPr>
            <a:spLocks noGrp="1"/>
          </p:cNvSpPr>
          <p:nvPr>
            <p:ph type="title"/>
          </p:nvPr>
        </p:nvSpPr>
        <p:spPr/>
        <p:txBody>
          <a:bodyPr>
            <a:normAutofit fontScale="90000"/>
          </a:bodyPr>
          <a:lstStyle/>
          <a:p>
            <a:r>
              <a:rPr lang="en-US" dirty="0"/>
              <a:t>Results and Analysis from task [1.1]</a:t>
            </a:r>
            <a:endParaRPr lang="pt-PT" dirty="0"/>
          </a:p>
        </p:txBody>
      </p:sp>
      <p:sp>
        <p:nvSpPr>
          <p:cNvPr id="3" name="Marcador de Posição do Texto 2">
            <a:extLst>
              <a:ext uri="{FF2B5EF4-FFF2-40B4-BE49-F238E27FC236}">
                <a16:creationId xmlns:a16="http://schemas.microsoft.com/office/drawing/2014/main" id="{707A05FE-F07E-44F8-A0FA-930DED93DD2E}"/>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8DDD8356-95FB-F47A-D53F-41057F61237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pic>
        <p:nvPicPr>
          <p:cNvPr id="6" name="Imagem 5" descr="Uma imagem com texto, diagrama, file, Desenho técnico&#10;&#10;Os conteúdos gerados por IA podem estar incorretos.">
            <a:extLst>
              <a:ext uri="{FF2B5EF4-FFF2-40B4-BE49-F238E27FC236}">
                <a16:creationId xmlns:a16="http://schemas.microsoft.com/office/drawing/2014/main" id="{6251582D-1F5D-547E-C3AB-234266A37E2A}"/>
              </a:ext>
            </a:extLst>
          </p:cNvPr>
          <p:cNvPicPr>
            <a:picLocks noChangeAspect="1"/>
          </p:cNvPicPr>
          <p:nvPr/>
        </p:nvPicPr>
        <p:blipFill>
          <a:blip r:embed="rId2"/>
          <a:stretch>
            <a:fillRect/>
          </a:stretch>
        </p:blipFill>
        <p:spPr>
          <a:xfrm>
            <a:off x="311700" y="1282074"/>
            <a:ext cx="5876287" cy="3416401"/>
          </a:xfrm>
          <a:prstGeom prst="rect">
            <a:avLst/>
          </a:prstGeom>
        </p:spPr>
      </p:pic>
    </p:spTree>
    <p:extLst>
      <p:ext uri="{BB962C8B-B14F-4D97-AF65-F5344CB8AC3E}">
        <p14:creationId xmlns:p14="http://schemas.microsoft.com/office/powerpoint/2010/main" val="4255953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17A07-E38E-965E-1DD7-2D0400D9406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E2ACEA-5345-9396-7992-9F867262E58E}"/>
              </a:ext>
            </a:extLst>
          </p:cNvPr>
          <p:cNvSpPr>
            <a:spLocks noGrp="1"/>
          </p:cNvSpPr>
          <p:nvPr>
            <p:ph type="title"/>
          </p:nvPr>
        </p:nvSpPr>
        <p:spPr/>
        <p:txBody>
          <a:bodyPr>
            <a:normAutofit fontScale="90000"/>
          </a:bodyPr>
          <a:lstStyle/>
          <a:p>
            <a:r>
              <a:rPr lang="en-US" dirty="0"/>
              <a:t>Results and Analysis from task [1.1]</a:t>
            </a:r>
            <a:endParaRPr lang="pt-PT" dirty="0"/>
          </a:p>
        </p:txBody>
      </p:sp>
      <p:sp>
        <p:nvSpPr>
          <p:cNvPr id="3" name="Marcador de Posição do Texto 2">
            <a:extLst>
              <a:ext uri="{FF2B5EF4-FFF2-40B4-BE49-F238E27FC236}">
                <a16:creationId xmlns:a16="http://schemas.microsoft.com/office/drawing/2014/main" id="{DC4E4F00-EAC3-92F9-DF56-7917EC495F02}"/>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EE29963B-10B7-7993-1DA9-B2BD6E93AC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pic>
        <p:nvPicPr>
          <p:cNvPr id="7" name="Imagem 6" descr="Uma imagem com texto, captura de ecrã, diagrama, design&#10;&#10;Os conteúdos gerados por IA podem estar incorretos.">
            <a:extLst>
              <a:ext uri="{FF2B5EF4-FFF2-40B4-BE49-F238E27FC236}">
                <a16:creationId xmlns:a16="http://schemas.microsoft.com/office/drawing/2014/main" id="{CD7063AD-D9BC-8DD6-5E19-AE5890AE7FA2}"/>
              </a:ext>
            </a:extLst>
          </p:cNvPr>
          <p:cNvPicPr>
            <a:picLocks noChangeAspect="1"/>
          </p:cNvPicPr>
          <p:nvPr/>
        </p:nvPicPr>
        <p:blipFill>
          <a:blip r:embed="rId2"/>
          <a:stretch>
            <a:fillRect/>
          </a:stretch>
        </p:blipFill>
        <p:spPr>
          <a:xfrm>
            <a:off x="268636" y="1152475"/>
            <a:ext cx="6693797" cy="3181145"/>
          </a:xfrm>
          <a:prstGeom prst="rect">
            <a:avLst/>
          </a:prstGeom>
        </p:spPr>
      </p:pic>
    </p:spTree>
    <p:extLst>
      <p:ext uri="{BB962C8B-B14F-4D97-AF65-F5344CB8AC3E}">
        <p14:creationId xmlns:p14="http://schemas.microsoft.com/office/powerpoint/2010/main" val="4006165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8FB9C-7CF7-6FB0-C773-88E5D7BAE76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4430FB-70E1-257A-CD41-BFE2AC185FA0}"/>
              </a:ext>
            </a:extLst>
          </p:cNvPr>
          <p:cNvSpPr>
            <a:spLocks noGrp="1"/>
          </p:cNvSpPr>
          <p:nvPr>
            <p:ph type="title"/>
          </p:nvPr>
        </p:nvSpPr>
        <p:spPr/>
        <p:txBody>
          <a:bodyPr>
            <a:normAutofit fontScale="90000"/>
          </a:bodyPr>
          <a:lstStyle/>
          <a:p>
            <a:r>
              <a:rPr lang="en-US" dirty="0"/>
              <a:t>Results and Analysis from task [1.1]</a:t>
            </a:r>
            <a:endParaRPr lang="pt-PT" dirty="0"/>
          </a:p>
        </p:txBody>
      </p:sp>
      <p:sp>
        <p:nvSpPr>
          <p:cNvPr id="3" name="Marcador de Posição do Texto 2">
            <a:extLst>
              <a:ext uri="{FF2B5EF4-FFF2-40B4-BE49-F238E27FC236}">
                <a16:creationId xmlns:a16="http://schemas.microsoft.com/office/drawing/2014/main" id="{D27DF919-9964-E561-62BC-7A35B38555CC}"/>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97DC3CB3-433D-53A1-D9F8-129C73D7642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pic>
        <p:nvPicPr>
          <p:cNvPr id="7" name="Imagem 6" descr="Uma imagem com texto, diagrama, file, Paralelo&#10;&#10;Os conteúdos gerados por IA podem estar incorretos.">
            <a:extLst>
              <a:ext uri="{FF2B5EF4-FFF2-40B4-BE49-F238E27FC236}">
                <a16:creationId xmlns:a16="http://schemas.microsoft.com/office/drawing/2014/main" id="{BEA1B7FE-235E-0097-9F18-BA2C3731A6D8}"/>
              </a:ext>
            </a:extLst>
          </p:cNvPr>
          <p:cNvPicPr>
            <a:picLocks noChangeAspect="1"/>
          </p:cNvPicPr>
          <p:nvPr/>
        </p:nvPicPr>
        <p:blipFill>
          <a:blip r:embed="rId2"/>
          <a:stretch>
            <a:fillRect/>
          </a:stretch>
        </p:blipFill>
        <p:spPr>
          <a:xfrm>
            <a:off x="497680" y="1017725"/>
            <a:ext cx="3677593" cy="3773192"/>
          </a:xfrm>
          <a:prstGeom prst="rect">
            <a:avLst/>
          </a:prstGeom>
        </p:spPr>
      </p:pic>
    </p:spTree>
    <p:extLst>
      <p:ext uri="{BB962C8B-B14F-4D97-AF65-F5344CB8AC3E}">
        <p14:creationId xmlns:p14="http://schemas.microsoft.com/office/powerpoint/2010/main" val="603348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t-PT" dirty="0" err="1"/>
              <a:t>Task</a:t>
            </a:r>
            <a:r>
              <a:rPr lang="pt-PT" dirty="0"/>
              <a:t> [1.2] - </a:t>
            </a:r>
            <a:r>
              <a:rPr lang="pt-PT" dirty="0" err="1"/>
              <a:t>Learn</a:t>
            </a:r>
            <a:r>
              <a:rPr lang="pt-PT" dirty="0"/>
              <a:t> </a:t>
            </a:r>
            <a:r>
              <a:rPr lang="pt-PT" dirty="0" err="1"/>
              <a:t>the</a:t>
            </a:r>
            <a:r>
              <a:rPr lang="pt-PT" dirty="0"/>
              <a:t> </a:t>
            </a:r>
            <a:r>
              <a:rPr lang="pt-PT" dirty="0" err="1"/>
              <a:t>baseline</a:t>
            </a:r>
            <a:r>
              <a:rPr lang="pt-PT" dirty="0"/>
              <a:t> </a:t>
            </a:r>
            <a:r>
              <a:rPr lang="pt-PT" dirty="0" err="1"/>
              <a:t>model</a:t>
            </a:r>
            <a:endParaRPr lang="pt-PT" dirty="0"/>
          </a:p>
        </p:txBody>
      </p:sp>
      <p:sp>
        <p:nvSpPr>
          <p:cNvPr id="2" name="Slide Number Placeholder 1">
            <a:extLst>
              <a:ext uri="{FF2B5EF4-FFF2-40B4-BE49-F238E27FC236}">
                <a16:creationId xmlns:a16="http://schemas.microsoft.com/office/drawing/2014/main" id="{2F02ADCD-40A6-0FDE-3F7E-7E3EFE9B86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774767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950B8-3572-2171-184D-7CB447F81866}"/>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sz="2600"/>
              <a:t>What was done in task [1.2]</a:t>
            </a:r>
            <a:endParaRPr lang="pt-PT" sz="2600"/>
          </a:p>
        </p:txBody>
      </p:sp>
      <p:sp>
        <p:nvSpPr>
          <p:cNvPr id="4" name="Slide Number Placeholder 3">
            <a:extLst>
              <a:ext uri="{FF2B5EF4-FFF2-40B4-BE49-F238E27FC236}">
                <a16:creationId xmlns:a16="http://schemas.microsoft.com/office/drawing/2014/main" id="{EF6583C8-87CC-4DDC-5CE6-18034C27EBE7}"/>
              </a:ext>
            </a:extLst>
          </p:cNvPr>
          <p:cNvSpPr>
            <a:spLocks noGrp="1"/>
          </p:cNvSpPr>
          <p:nvPr>
            <p:ph type="sldNum" idx="12"/>
          </p:nvPr>
        </p:nvSpPr>
        <p:spPr>
          <a:xfrm>
            <a:off x="8472458" y="4663217"/>
            <a:ext cx="548700" cy="3936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13</a:t>
            </a:fld>
            <a:endParaRPr lang="en" sz="900"/>
          </a:p>
        </p:txBody>
      </p:sp>
      <p:graphicFrame>
        <p:nvGraphicFramePr>
          <p:cNvPr id="9" name="Marcador de Posição do Texto 6">
            <a:extLst>
              <a:ext uri="{FF2B5EF4-FFF2-40B4-BE49-F238E27FC236}">
                <a16:creationId xmlns:a16="http://schemas.microsoft.com/office/drawing/2014/main" id="{CC3716AE-7CAA-1B30-9DEA-AA12FA1F18F6}"/>
              </a:ext>
            </a:extLst>
          </p:cNvPr>
          <p:cNvGraphicFramePr/>
          <p:nvPr>
            <p:extLst>
              <p:ext uri="{D42A27DB-BD31-4B8C-83A1-F6EECF244321}">
                <p14:modId xmlns:p14="http://schemas.microsoft.com/office/powerpoint/2010/main" val="3233458579"/>
              </p:ext>
            </p:extLst>
          </p:nvPr>
        </p:nvGraphicFramePr>
        <p:xfrm>
          <a:off x="311700" y="1208225"/>
          <a:ext cx="85206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5735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950B8-3572-2171-184D-7CB447F81866}"/>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sz="2600"/>
              <a:t>What was done in task [1.2]</a:t>
            </a:r>
            <a:endParaRPr lang="pt-PT" sz="2600"/>
          </a:p>
        </p:txBody>
      </p:sp>
      <p:sp>
        <p:nvSpPr>
          <p:cNvPr id="4" name="Slide Number Placeholder 3">
            <a:extLst>
              <a:ext uri="{FF2B5EF4-FFF2-40B4-BE49-F238E27FC236}">
                <a16:creationId xmlns:a16="http://schemas.microsoft.com/office/drawing/2014/main" id="{EF6583C8-87CC-4DDC-5CE6-18034C27EBE7}"/>
              </a:ext>
            </a:extLst>
          </p:cNvPr>
          <p:cNvSpPr>
            <a:spLocks noGrp="1"/>
          </p:cNvSpPr>
          <p:nvPr>
            <p:ph type="sldNum" idx="12"/>
          </p:nvPr>
        </p:nvSpPr>
        <p:spPr>
          <a:xfrm>
            <a:off x="8472458" y="4663217"/>
            <a:ext cx="548700" cy="3936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14</a:t>
            </a:fld>
            <a:endParaRPr lang="en" sz="900"/>
          </a:p>
        </p:txBody>
      </p:sp>
      <p:graphicFrame>
        <p:nvGraphicFramePr>
          <p:cNvPr id="9" name="Marcador de Posição do Texto 6">
            <a:extLst>
              <a:ext uri="{FF2B5EF4-FFF2-40B4-BE49-F238E27FC236}">
                <a16:creationId xmlns:a16="http://schemas.microsoft.com/office/drawing/2014/main" id="{5B5FDDFE-C925-F69E-4B7B-77EA7771CBB3}"/>
              </a:ext>
            </a:extLst>
          </p:cNvPr>
          <p:cNvGraphicFramePr/>
          <p:nvPr>
            <p:extLst>
              <p:ext uri="{D42A27DB-BD31-4B8C-83A1-F6EECF244321}">
                <p14:modId xmlns:p14="http://schemas.microsoft.com/office/powerpoint/2010/main" val="2096224779"/>
              </p:ext>
            </p:extLst>
          </p:nvPr>
        </p:nvGraphicFramePr>
        <p:xfrm>
          <a:off x="311700" y="1208225"/>
          <a:ext cx="85206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7707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61B6A-344B-35E3-3F42-0EB9D63698C5}"/>
              </a:ext>
            </a:extLst>
          </p:cNvPr>
          <p:cNvSpPr>
            <a:spLocks noGrp="1"/>
          </p:cNvSpPr>
          <p:nvPr>
            <p:ph type="title"/>
          </p:nvPr>
        </p:nvSpPr>
        <p:spPr/>
        <p:txBody>
          <a:bodyPr>
            <a:normAutofit fontScale="90000"/>
          </a:bodyPr>
          <a:lstStyle/>
          <a:p>
            <a:r>
              <a:rPr lang="en-US" dirty="0"/>
              <a:t>Results and Analysis from task [1.2]</a:t>
            </a:r>
            <a:endParaRPr lang="pt-PT" dirty="0"/>
          </a:p>
        </p:txBody>
      </p:sp>
      <p:sp>
        <p:nvSpPr>
          <p:cNvPr id="3" name="Marcador de Posição do Texto 2">
            <a:extLst>
              <a:ext uri="{FF2B5EF4-FFF2-40B4-BE49-F238E27FC236}">
                <a16:creationId xmlns:a16="http://schemas.microsoft.com/office/drawing/2014/main" id="{A5BD8CCC-C62C-448E-5E03-7432197F63FB}"/>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11770F1A-57B0-9DBE-C4C9-21E2A31A69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pic>
        <p:nvPicPr>
          <p:cNvPr id="6" name="Imagem 5" descr="Uma imagem com texto, file, Gráfico, diagrama&#10;&#10;Os conteúdos gerados por IA podem estar incorretos.">
            <a:extLst>
              <a:ext uri="{FF2B5EF4-FFF2-40B4-BE49-F238E27FC236}">
                <a16:creationId xmlns:a16="http://schemas.microsoft.com/office/drawing/2014/main" id="{41EE0C64-99C0-2953-49E3-C879261CFC43}"/>
              </a:ext>
            </a:extLst>
          </p:cNvPr>
          <p:cNvPicPr>
            <a:picLocks noChangeAspect="1"/>
          </p:cNvPicPr>
          <p:nvPr/>
        </p:nvPicPr>
        <p:blipFill>
          <a:blip r:embed="rId2"/>
          <a:stretch>
            <a:fillRect/>
          </a:stretch>
        </p:blipFill>
        <p:spPr>
          <a:xfrm>
            <a:off x="645761" y="974754"/>
            <a:ext cx="7759485" cy="2727915"/>
          </a:xfrm>
          <a:prstGeom prst="rect">
            <a:avLst/>
          </a:prstGeom>
        </p:spPr>
      </p:pic>
    </p:spTree>
    <p:extLst>
      <p:ext uri="{BB962C8B-B14F-4D97-AF65-F5344CB8AC3E}">
        <p14:creationId xmlns:p14="http://schemas.microsoft.com/office/powerpoint/2010/main" val="2656561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t-PT" dirty="0" err="1"/>
              <a:t>Task</a:t>
            </a:r>
            <a:r>
              <a:rPr lang="pt-PT" dirty="0"/>
              <a:t> [2.1] - </a:t>
            </a:r>
            <a:r>
              <a:rPr lang="pt-PT" dirty="0" err="1"/>
              <a:t>Development</a:t>
            </a:r>
            <a:endParaRPr lang="pt-PT" dirty="0"/>
          </a:p>
        </p:txBody>
      </p:sp>
      <p:sp>
        <p:nvSpPr>
          <p:cNvPr id="2" name="Slide Number Placeholder 1">
            <a:extLst>
              <a:ext uri="{FF2B5EF4-FFF2-40B4-BE49-F238E27FC236}">
                <a16:creationId xmlns:a16="http://schemas.microsoft.com/office/drawing/2014/main" id="{2F02ADCD-40A6-0FDE-3F7E-7E3EFE9B86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extLst>
      <p:ext uri="{BB962C8B-B14F-4D97-AF65-F5344CB8AC3E}">
        <p14:creationId xmlns:p14="http://schemas.microsoft.com/office/powerpoint/2010/main" val="2533110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950B8-3572-2171-184D-7CB447F81866}"/>
              </a:ext>
            </a:extLst>
          </p:cNvPr>
          <p:cNvSpPr>
            <a:spLocks noGrp="1"/>
          </p:cNvSpPr>
          <p:nvPr>
            <p:ph type="title"/>
          </p:nvPr>
        </p:nvSpPr>
        <p:spPr>
          <a:xfrm>
            <a:off x="311700" y="445025"/>
            <a:ext cx="8520600" cy="572700"/>
          </a:xfrm>
        </p:spPr>
        <p:txBody>
          <a:bodyPr wrap="square" anchor="ctr">
            <a:normAutofit/>
          </a:bodyPr>
          <a:lstStyle/>
          <a:p>
            <a:pPr algn="l">
              <a:lnSpc>
                <a:spcPct val="90000"/>
              </a:lnSpc>
            </a:pPr>
            <a:r>
              <a:rPr lang="en-US" sz="2800" dirty="0"/>
              <a:t>What was done in task [2.1]</a:t>
            </a:r>
            <a:endParaRPr lang="pt-PT" sz="2800" dirty="0"/>
          </a:p>
        </p:txBody>
      </p:sp>
      <p:sp>
        <p:nvSpPr>
          <p:cNvPr id="4" name="Slide Number Placeholder 3">
            <a:extLst>
              <a:ext uri="{FF2B5EF4-FFF2-40B4-BE49-F238E27FC236}">
                <a16:creationId xmlns:a16="http://schemas.microsoft.com/office/drawing/2014/main" id="{EF6583C8-87CC-4DDC-5CE6-18034C27EBE7}"/>
              </a:ext>
            </a:extLst>
          </p:cNvPr>
          <p:cNvSpPr>
            <a:spLocks noGrp="1"/>
          </p:cNvSpPr>
          <p:nvPr>
            <p:ph type="sldNum" idx="12"/>
          </p:nvPr>
        </p:nvSpPr>
        <p:spPr>
          <a:xfrm>
            <a:off x="8472458" y="4663217"/>
            <a:ext cx="548700" cy="3936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17</a:t>
            </a:fld>
            <a:endParaRPr lang="en" sz="900"/>
          </a:p>
        </p:txBody>
      </p:sp>
      <p:graphicFrame>
        <p:nvGraphicFramePr>
          <p:cNvPr id="9" name="Marcador de Posição do Texto 6">
            <a:extLst>
              <a:ext uri="{FF2B5EF4-FFF2-40B4-BE49-F238E27FC236}">
                <a16:creationId xmlns:a16="http://schemas.microsoft.com/office/drawing/2014/main" id="{F1B11DA9-AB29-7EFC-937F-F9DA4931A52E}"/>
              </a:ext>
            </a:extLst>
          </p:cNvPr>
          <p:cNvGraphicFramePr/>
          <p:nvPr>
            <p:extLst>
              <p:ext uri="{D42A27DB-BD31-4B8C-83A1-F6EECF244321}">
                <p14:modId xmlns:p14="http://schemas.microsoft.com/office/powerpoint/2010/main" val="1814062493"/>
              </p:ext>
            </p:extLst>
          </p:nvPr>
        </p:nvGraphicFramePr>
        <p:xfrm>
          <a:off x="311700" y="1208225"/>
          <a:ext cx="85206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9627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950B8-3572-2171-184D-7CB447F81866}"/>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sz="2600"/>
              <a:t>What was done in task [2.1]</a:t>
            </a:r>
            <a:endParaRPr lang="pt-PT" sz="2600"/>
          </a:p>
        </p:txBody>
      </p:sp>
      <p:sp>
        <p:nvSpPr>
          <p:cNvPr id="4" name="Slide Number Placeholder 3">
            <a:extLst>
              <a:ext uri="{FF2B5EF4-FFF2-40B4-BE49-F238E27FC236}">
                <a16:creationId xmlns:a16="http://schemas.microsoft.com/office/drawing/2014/main" id="{EF6583C8-87CC-4DDC-5CE6-18034C27EBE7}"/>
              </a:ext>
            </a:extLst>
          </p:cNvPr>
          <p:cNvSpPr>
            <a:spLocks noGrp="1"/>
          </p:cNvSpPr>
          <p:nvPr>
            <p:ph type="sldNum" idx="12"/>
          </p:nvPr>
        </p:nvSpPr>
        <p:spPr>
          <a:xfrm>
            <a:off x="8472458" y="4663217"/>
            <a:ext cx="548700" cy="3936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18</a:t>
            </a:fld>
            <a:endParaRPr lang="en" sz="900"/>
          </a:p>
        </p:txBody>
      </p:sp>
      <p:graphicFrame>
        <p:nvGraphicFramePr>
          <p:cNvPr id="9" name="Marcador de Posição do Texto 6">
            <a:extLst>
              <a:ext uri="{FF2B5EF4-FFF2-40B4-BE49-F238E27FC236}">
                <a16:creationId xmlns:a16="http://schemas.microsoft.com/office/drawing/2014/main" id="{E72B078B-0D95-7FC9-1B50-E846747BF5B1}"/>
              </a:ext>
            </a:extLst>
          </p:cNvPr>
          <p:cNvGraphicFramePr/>
          <p:nvPr>
            <p:extLst>
              <p:ext uri="{D42A27DB-BD31-4B8C-83A1-F6EECF244321}">
                <p14:modId xmlns:p14="http://schemas.microsoft.com/office/powerpoint/2010/main" val="4208031396"/>
              </p:ext>
            </p:extLst>
          </p:nvPr>
        </p:nvGraphicFramePr>
        <p:xfrm>
          <a:off x="311700" y="1208225"/>
          <a:ext cx="85206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1608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61B6A-344B-35E3-3F42-0EB9D63698C5}"/>
              </a:ext>
            </a:extLst>
          </p:cNvPr>
          <p:cNvSpPr>
            <a:spLocks noGrp="1"/>
          </p:cNvSpPr>
          <p:nvPr>
            <p:ph type="title"/>
          </p:nvPr>
        </p:nvSpPr>
        <p:spPr/>
        <p:txBody>
          <a:bodyPr>
            <a:normAutofit fontScale="90000"/>
          </a:bodyPr>
          <a:lstStyle/>
          <a:p>
            <a:r>
              <a:rPr lang="en-US" dirty="0"/>
              <a:t>Results and Analysis from task [2.1]</a:t>
            </a:r>
            <a:endParaRPr lang="pt-PT" dirty="0"/>
          </a:p>
        </p:txBody>
      </p:sp>
      <p:sp>
        <p:nvSpPr>
          <p:cNvPr id="3" name="Marcador de Posição do Texto 2">
            <a:extLst>
              <a:ext uri="{FF2B5EF4-FFF2-40B4-BE49-F238E27FC236}">
                <a16:creationId xmlns:a16="http://schemas.microsoft.com/office/drawing/2014/main" id="{A5BD8CCC-C62C-448E-5E03-7432197F63FB}"/>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11770F1A-57B0-9DBE-C4C9-21E2A31A69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4136294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t-PT" dirty="0" err="1"/>
              <a:t>Task</a:t>
            </a:r>
            <a:r>
              <a:rPr lang="pt-PT" dirty="0"/>
              <a:t> [2.2] - </a:t>
            </a:r>
            <a:r>
              <a:rPr lang="pt-PT"/>
              <a:t>Evaluation</a:t>
            </a:r>
            <a:endParaRPr lang="pt-PT" dirty="0"/>
          </a:p>
        </p:txBody>
      </p:sp>
      <p:sp>
        <p:nvSpPr>
          <p:cNvPr id="2" name="Slide Number Placeholder 1">
            <a:extLst>
              <a:ext uri="{FF2B5EF4-FFF2-40B4-BE49-F238E27FC236}">
                <a16:creationId xmlns:a16="http://schemas.microsoft.com/office/drawing/2014/main" id="{2F02ADCD-40A6-0FDE-3F7E-7E3EFE9B86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extLst>
      <p:ext uri="{BB962C8B-B14F-4D97-AF65-F5344CB8AC3E}">
        <p14:creationId xmlns:p14="http://schemas.microsoft.com/office/powerpoint/2010/main" val="359010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950B8-3572-2171-184D-7CB447F81866}"/>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sz="2600" dirty="0"/>
              <a:t>What was done in task [2.2]</a:t>
            </a:r>
            <a:endParaRPr lang="pt-PT" sz="2600" dirty="0"/>
          </a:p>
        </p:txBody>
      </p:sp>
      <p:sp>
        <p:nvSpPr>
          <p:cNvPr id="4" name="Slide Number Placeholder 3">
            <a:extLst>
              <a:ext uri="{FF2B5EF4-FFF2-40B4-BE49-F238E27FC236}">
                <a16:creationId xmlns:a16="http://schemas.microsoft.com/office/drawing/2014/main" id="{EF6583C8-87CC-4DDC-5CE6-18034C27EBE7}"/>
              </a:ext>
            </a:extLst>
          </p:cNvPr>
          <p:cNvSpPr>
            <a:spLocks noGrp="1"/>
          </p:cNvSpPr>
          <p:nvPr>
            <p:ph type="sldNum" idx="12"/>
          </p:nvPr>
        </p:nvSpPr>
        <p:spPr>
          <a:xfrm>
            <a:off x="8472458" y="4663217"/>
            <a:ext cx="548700" cy="3936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21</a:t>
            </a:fld>
            <a:endParaRPr lang="en" sz="900"/>
          </a:p>
        </p:txBody>
      </p:sp>
      <p:graphicFrame>
        <p:nvGraphicFramePr>
          <p:cNvPr id="9" name="Marcador de Posição do Texto 6">
            <a:extLst>
              <a:ext uri="{FF2B5EF4-FFF2-40B4-BE49-F238E27FC236}">
                <a16:creationId xmlns:a16="http://schemas.microsoft.com/office/drawing/2014/main" id="{E2B6C4B8-F8C0-E9B5-3A6C-7B2C6AE4899D}"/>
              </a:ext>
            </a:extLst>
          </p:cNvPr>
          <p:cNvGraphicFramePr/>
          <p:nvPr>
            <p:extLst>
              <p:ext uri="{D42A27DB-BD31-4B8C-83A1-F6EECF244321}">
                <p14:modId xmlns:p14="http://schemas.microsoft.com/office/powerpoint/2010/main" val="1237431737"/>
              </p:ext>
            </p:extLst>
          </p:nvPr>
        </p:nvGraphicFramePr>
        <p:xfrm>
          <a:off x="311700" y="1208225"/>
          <a:ext cx="85206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8520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61B6A-344B-35E3-3F42-0EB9D63698C5}"/>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sz="2600" dirty="0"/>
              <a:t>What was done in task [2.2]</a:t>
            </a:r>
            <a:endParaRPr lang="pt-PT" sz="2600" dirty="0"/>
          </a:p>
        </p:txBody>
      </p:sp>
      <p:sp>
        <p:nvSpPr>
          <p:cNvPr id="4" name="Slide Number Placeholder 3">
            <a:extLst>
              <a:ext uri="{FF2B5EF4-FFF2-40B4-BE49-F238E27FC236}">
                <a16:creationId xmlns:a16="http://schemas.microsoft.com/office/drawing/2014/main" id="{11770F1A-57B0-9DBE-C4C9-21E2A31A698E}"/>
              </a:ext>
            </a:extLst>
          </p:cNvPr>
          <p:cNvSpPr>
            <a:spLocks noGrp="1"/>
          </p:cNvSpPr>
          <p:nvPr>
            <p:ph type="sldNum" idx="12"/>
          </p:nvPr>
        </p:nvSpPr>
        <p:spPr>
          <a:xfrm>
            <a:off x="8472458" y="4663217"/>
            <a:ext cx="548700" cy="3936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22</a:t>
            </a:fld>
            <a:endParaRPr lang="en" sz="900"/>
          </a:p>
        </p:txBody>
      </p:sp>
      <p:graphicFrame>
        <p:nvGraphicFramePr>
          <p:cNvPr id="6" name="Marcador de Posição do Texto 2">
            <a:extLst>
              <a:ext uri="{FF2B5EF4-FFF2-40B4-BE49-F238E27FC236}">
                <a16:creationId xmlns:a16="http://schemas.microsoft.com/office/drawing/2014/main" id="{174D7F8E-0400-296E-1442-1558F0A4E179}"/>
              </a:ext>
            </a:extLst>
          </p:cNvPr>
          <p:cNvGraphicFramePr/>
          <p:nvPr>
            <p:extLst>
              <p:ext uri="{D42A27DB-BD31-4B8C-83A1-F6EECF244321}">
                <p14:modId xmlns:p14="http://schemas.microsoft.com/office/powerpoint/2010/main" val="1107985695"/>
              </p:ext>
            </p:extLst>
          </p:nvPr>
        </p:nvGraphicFramePr>
        <p:xfrm>
          <a:off x="311700" y="1208225"/>
          <a:ext cx="85206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5955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61B6A-344B-35E3-3F42-0EB9D63698C5}"/>
              </a:ext>
            </a:extLst>
          </p:cNvPr>
          <p:cNvSpPr>
            <a:spLocks noGrp="1"/>
          </p:cNvSpPr>
          <p:nvPr>
            <p:ph type="title"/>
          </p:nvPr>
        </p:nvSpPr>
        <p:spPr/>
        <p:txBody>
          <a:bodyPr>
            <a:normAutofit fontScale="90000"/>
          </a:bodyPr>
          <a:lstStyle/>
          <a:p>
            <a:r>
              <a:rPr lang="en-US" dirty="0"/>
              <a:t>Results and Analysis from task [2.2]</a:t>
            </a:r>
            <a:endParaRPr lang="pt-PT" dirty="0"/>
          </a:p>
        </p:txBody>
      </p:sp>
      <p:sp>
        <p:nvSpPr>
          <p:cNvPr id="3" name="Marcador de Posição do Texto 2">
            <a:extLst>
              <a:ext uri="{FF2B5EF4-FFF2-40B4-BE49-F238E27FC236}">
                <a16:creationId xmlns:a16="http://schemas.microsoft.com/office/drawing/2014/main" id="{A5BD8CCC-C62C-448E-5E03-7432197F63FB}"/>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11770F1A-57B0-9DBE-C4C9-21E2A31A69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pic>
        <p:nvPicPr>
          <p:cNvPr id="6" name="Imagem 5" descr="Uma imagem com Gráfico, file, texto, diagrama&#10;&#10;Os conteúdos gerados por IA podem estar incorretos.">
            <a:extLst>
              <a:ext uri="{FF2B5EF4-FFF2-40B4-BE49-F238E27FC236}">
                <a16:creationId xmlns:a16="http://schemas.microsoft.com/office/drawing/2014/main" id="{B6E4AD41-0CE5-75EC-7747-9BD003896DBF}"/>
              </a:ext>
            </a:extLst>
          </p:cNvPr>
          <p:cNvPicPr>
            <a:picLocks noChangeAspect="1"/>
          </p:cNvPicPr>
          <p:nvPr/>
        </p:nvPicPr>
        <p:blipFill>
          <a:blip r:embed="rId2"/>
          <a:stretch>
            <a:fillRect/>
          </a:stretch>
        </p:blipFill>
        <p:spPr>
          <a:xfrm>
            <a:off x="616016" y="1195206"/>
            <a:ext cx="7719461" cy="2531707"/>
          </a:xfrm>
          <a:prstGeom prst="rect">
            <a:avLst/>
          </a:prstGeom>
        </p:spPr>
      </p:pic>
    </p:spTree>
    <p:extLst>
      <p:ext uri="{BB962C8B-B14F-4D97-AF65-F5344CB8AC3E}">
        <p14:creationId xmlns:p14="http://schemas.microsoft.com/office/powerpoint/2010/main" val="588330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92A7E-20B1-5855-1A97-3B3D4E7B2B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F55ED8-63BA-75DA-A065-40F5381C64C0}"/>
              </a:ext>
            </a:extLst>
          </p:cNvPr>
          <p:cNvSpPr>
            <a:spLocks noGrp="1"/>
          </p:cNvSpPr>
          <p:nvPr>
            <p:ph type="title"/>
          </p:nvPr>
        </p:nvSpPr>
        <p:spPr/>
        <p:txBody>
          <a:bodyPr>
            <a:normAutofit fontScale="90000"/>
          </a:bodyPr>
          <a:lstStyle/>
          <a:p>
            <a:r>
              <a:rPr lang="en-US" dirty="0"/>
              <a:t>Results and Analysis from task [2.2]</a:t>
            </a:r>
            <a:endParaRPr lang="pt-PT" dirty="0"/>
          </a:p>
        </p:txBody>
      </p:sp>
      <p:sp>
        <p:nvSpPr>
          <p:cNvPr id="3" name="Marcador de Posição do Texto 2">
            <a:extLst>
              <a:ext uri="{FF2B5EF4-FFF2-40B4-BE49-F238E27FC236}">
                <a16:creationId xmlns:a16="http://schemas.microsoft.com/office/drawing/2014/main" id="{64B26AC2-46B1-50C8-C0EA-73B5A9812CA7}"/>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D0DF76B7-FD20-A223-51A3-FBAFD90A7D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pic>
        <p:nvPicPr>
          <p:cNvPr id="6" name="Imagem 5" descr="Uma imagem com texto, Gráfico, file, diagrama&#10;&#10;Os conteúdos gerados por IA podem estar incorretos.">
            <a:extLst>
              <a:ext uri="{FF2B5EF4-FFF2-40B4-BE49-F238E27FC236}">
                <a16:creationId xmlns:a16="http://schemas.microsoft.com/office/drawing/2014/main" id="{BD8B902B-4B03-84AC-475E-B9BCA3AFE4DF}"/>
              </a:ext>
            </a:extLst>
          </p:cNvPr>
          <p:cNvPicPr>
            <a:picLocks noChangeAspect="1"/>
          </p:cNvPicPr>
          <p:nvPr/>
        </p:nvPicPr>
        <p:blipFill>
          <a:blip r:embed="rId2"/>
          <a:stretch>
            <a:fillRect/>
          </a:stretch>
        </p:blipFill>
        <p:spPr>
          <a:xfrm>
            <a:off x="2417152" y="1152475"/>
            <a:ext cx="4309695" cy="3198630"/>
          </a:xfrm>
          <a:prstGeom prst="rect">
            <a:avLst/>
          </a:prstGeom>
        </p:spPr>
      </p:pic>
    </p:spTree>
    <p:extLst>
      <p:ext uri="{BB962C8B-B14F-4D97-AF65-F5344CB8AC3E}">
        <p14:creationId xmlns:p14="http://schemas.microsoft.com/office/powerpoint/2010/main" val="1085061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88D94-C361-44B0-2CCB-18151430764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23A635D-16DA-2112-FC22-CA8CE027835E}"/>
              </a:ext>
            </a:extLst>
          </p:cNvPr>
          <p:cNvSpPr>
            <a:spLocks noGrp="1"/>
          </p:cNvSpPr>
          <p:nvPr>
            <p:ph type="title"/>
          </p:nvPr>
        </p:nvSpPr>
        <p:spPr/>
        <p:txBody>
          <a:bodyPr>
            <a:normAutofit fontScale="90000"/>
          </a:bodyPr>
          <a:lstStyle/>
          <a:p>
            <a:r>
              <a:rPr lang="en-US" dirty="0"/>
              <a:t>Results and Analysis from task [2.2]</a:t>
            </a:r>
            <a:endParaRPr lang="pt-PT" dirty="0"/>
          </a:p>
        </p:txBody>
      </p:sp>
      <p:sp>
        <p:nvSpPr>
          <p:cNvPr id="3" name="Marcador de Posição do Texto 2">
            <a:extLst>
              <a:ext uri="{FF2B5EF4-FFF2-40B4-BE49-F238E27FC236}">
                <a16:creationId xmlns:a16="http://schemas.microsoft.com/office/drawing/2014/main" id="{7FE5A4F9-5578-342C-0029-9BD85600D0FE}"/>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3578F6BB-BD57-7D81-56F0-9EEE0D5B3B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pic>
        <p:nvPicPr>
          <p:cNvPr id="6" name="Imagem 5" descr="Uma imagem com texto, Gráfico, file, diagrama&#10;&#10;Os conteúdos gerados por IA podem estar incorretos.">
            <a:extLst>
              <a:ext uri="{FF2B5EF4-FFF2-40B4-BE49-F238E27FC236}">
                <a16:creationId xmlns:a16="http://schemas.microsoft.com/office/drawing/2014/main" id="{170F8F18-AF7F-D862-55F9-C9630787A9B4}"/>
              </a:ext>
            </a:extLst>
          </p:cNvPr>
          <p:cNvPicPr>
            <a:picLocks noChangeAspect="1"/>
          </p:cNvPicPr>
          <p:nvPr/>
        </p:nvPicPr>
        <p:blipFill>
          <a:blip r:embed="rId2"/>
          <a:stretch>
            <a:fillRect/>
          </a:stretch>
        </p:blipFill>
        <p:spPr>
          <a:xfrm>
            <a:off x="2310078" y="1017725"/>
            <a:ext cx="4523843" cy="3357570"/>
          </a:xfrm>
          <a:prstGeom prst="rect">
            <a:avLst/>
          </a:prstGeom>
        </p:spPr>
      </p:pic>
    </p:spTree>
    <p:extLst>
      <p:ext uri="{BB962C8B-B14F-4D97-AF65-F5344CB8AC3E}">
        <p14:creationId xmlns:p14="http://schemas.microsoft.com/office/powerpoint/2010/main" val="20991483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78616-5317-8D90-36D3-3E1F13FF30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38BD29-29BB-85EE-9627-20B540EBE392}"/>
              </a:ext>
            </a:extLst>
          </p:cNvPr>
          <p:cNvSpPr>
            <a:spLocks noGrp="1"/>
          </p:cNvSpPr>
          <p:nvPr>
            <p:ph type="title"/>
          </p:nvPr>
        </p:nvSpPr>
        <p:spPr/>
        <p:txBody>
          <a:bodyPr>
            <a:normAutofit fontScale="90000"/>
          </a:bodyPr>
          <a:lstStyle/>
          <a:p>
            <a:r>
              <a:rPr lang="en-US" dirty="0"/>
              <a:t>Results and Analysis from task [2.2]</a:t>
            </a:r>
            <a:endParaRPr lang="pt-PT" dirty="0"/>
          </a:p>
        </p:txBody>
      </p:sp>
      <p:sp>
        <p:nvSpPr>
          <p:cNvPr id="3" name="Marcador de Posição do Texto 2">
            <a:extLst>
              <a:ext uri="{FF2B5EF4-FFF2-40B4-BE49-F238E27FC236}">
                <a16:creationId xmlns:a16="http://schemas.microsoft.com/office/drawing/2014/main" id="{A8CAA558-BDC8-081D-8370-BD5B8B02484C}"/>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71EE8298-D914-8CBF-20FB-5C818E45B01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pic>
        <p:nvPicPr>
          <p:cNvPr id="6" name="Imagem 5" descr="Uma imagem com texto, file, Gráfico, Tipo de letra&#10;&#10;Os conteúdos gerados por IA podem estar incorretos.">
            <a:extLst>
              <a:ext uri="{FF2B5EF4-FFF2-40B4-BE49-F238E27FC236}">
                <a16:creationId xmlns:a16="http://schemas.microsoft.com/office/drawing/2014/main" id="{48E1BDF3-D4D2-003F-5DA4-3438CEE63321}"/>
              </a:ext>
            </a:extLst>
          </p:cNvPr>
          <p:cNvPicPr>
            <a:picLocks noChangeAspect="1"/>
          </p:cNvPicPr>
          <p:nvPr/>
        </p:nvPicPr>
        <p:blipFill>
          <a:blip r:embed="rId2"/>
          <a:stretch>
            <a:fillRect/>
          </a:stretch>
        </p:blipFill>
        <p:spPr>
          <a:xfrm>
            <a:off x="1155031" y="1194808"/>
            <a:ext cx="6833937" cy="1856743"/>
          </a:xfrm>
          <a:prstGeom prst="rect">
            <a:avLst/>
          </a:prstGeom>
        </p:spPr>
      </p:pic>
    </p:spTree>
    <p:extLst>
      <p:ext uri="{BB962C8B-B14F-4D97-AF65-F5344CB8AC3E}">
        <p14:creationId xmlns:p14="http://schemas.microsoft.com/office/powerpoint/2010/main" val="15999853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358FA298-6210-E8AB-3761-839BD96A7E5E}"/>
            </a:ext>
          </a:extLst>
        </p:cNvPr>
        <p:cNvGrpSpPr/>
        <p:nvPr/>
      </p:nvGrpSpPr>
      <p:grpSpPr>
        <a:xfrm>
          <a:off x="0" y="0"/>
          <a:ext cx="0" cy="0"/>
          <a:chOff x="0" y="0"/>
          <a:chExt cx="0" cy="0"/>
        </a:xfrm>
      </p:grpSpPr>
      <p:sp>
        <p:nvSpPr>
          <p:cNvPr id="66" name="Google Shape;66;p15">
            <a:extLst>
              <a:ext uri="{FF2B5EF4-FFF2-40B4-BE49-F238E27FC236}">
                <a16:creationId xmlns:a16="http://schemas.microsoft.com/office/drawing/2014/main" id="{06BD0513-AE09-5262-6079-D4B6B1C93A4F}"/>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pPr algn="l"/>
            <a:r>
              <a:rPr lang="pt-PT" dirty="0" err="1"/>
              <a:t>Task</a:t>
            </a:r>
            <a:r>
              <a:rPr lang="pt-PT" dirty="0"/>
              <a:t> [3.1] - </a:t>
            </a:r>
            <a:r>
              <a:rPr lang="pt-PT" dirty="0" err="1"/>
              <a:t>Missing</a:t>
            </a:r>
            <a:r>
              <a:rPr lang="pt-PT" dirty="0"/>
              <a:t> data </a:t>
            </a:r>
            <a:r>
              <a:rPr lang="pt-PT" dirty="0" err="1"/>
              <a:t>imputation</a:t>
            </a:r>
            <a:endParaRPr lang="pt-PT" dirty="0"/>
          </a:p>
        </p:txBody>
      </p:sp>
      <p:sp>
        <p:nvSpPr>
          <p:cNvPr id="2" name="Slide Number Placeholder 1">
            <a:extLst>
              <a:ext uri="{FF2B5EF4-FFF2-40B4-BE49-F238E27FC236}">
                <a16:creationId xmlns:a16="http://schemas.microsoft.com/office/drawing/2014/main" id="{81697F7F-8850-0BDA-AF73-F8D8079953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extLst>
      <p:ext uri="{BB962C8B-B14F-4D97-AF65-F5344CB8AC3E}">
        <p14:creationId xmlns:p14="http://schemas.microsoft.com/office/powerpoint/2010/main" val="2174992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E0C30-90F4-487F-C4FB-13D07A4858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4A647A-C443-635E-D692-5C73BC3B6ECF}"/>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dirty="0"/>
              <a:t>What was done in task [3.1]</a:t>
            </a:r>
            <a:endParaRPr lang="pt-PT" dirty="0"/>
          </a:p>
        </p:txBody>
      </p:sp>
      <p:sp>
        <p:nvSpPr>
          <p:cNvPr id="4" name="Slide Number Placeholder 3">
            <a:extLst>
              <a:ext uri="{FF2B5EF4-FFF2-40B4-BE49-F238E27FC236}">
                <a16:creationId xmlns:a16="http://schemas.microsoft.com/office/drawing/2014/main" id="{57E2E9B2-4C2A-2A76-ABA6-A023292D7EDA}"/>
              </a:ext>
            </a:extLst>
          </p:cNvPr>
          <p:cNvSpPr>
            <a:spLocks noGrp="1"/>
          </p:cNvSpPr>
          <p:nvPr>
            <p:ph type="sldNum" idx="12"/>
          </p:nvPr>
        </p:nvSpPr>
        <p:spPr>
          <a:xfrm>
            <a:off x="8472458" y="4663217"/>
            <a:ext cx="548700" cy="3936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28</a:t>
            </a:fld>
            <a:endParaRPr lang="en" sz="900"/>
          </a:p>
        </p:txBody>
      </p:sp>
      <p:graphicFrame>
        <p:nvGraphicFramePr>
          <p:cNvPr id="6" name="Marcador de Posição do Texto 2">
            <a:extLst>
              <a:ext uri="{FF2B5EF4-FFF2-40B4-BE49-F238E27FC236}">
                <a16:creationId xmlns:a16="http://schemas.microsoft.com/office/drawing/2014/main" id="{AFA64280-60EE-6642-F408-671DDE8842A7}"/>
              </a:ext>
            </a:extLst>
          </p:cNvPr>
          <p:cNvGraphicFramePr/>
          <p:nvPr>
            <p:extLst>
              <p:ext uri="{D42A27DB-BD31-4B8C-83A1-F6EECF244321}">
                <p14:modId xmlns:p14="http://schemas.microsoft.com/office/powerpoint/2010/main" val="2887587688"/>
              </p:ext>
            </p:extLst>
          </p:nvPr>
        </p:nvGraphicFramePr>
        <p:xfrm>
          <a:off x="311700" y="1208225"/>
          <a:ext cx="85206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7546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0CBC2-70A6-8A51-3F62-608B5E20A9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8C47A1A-FFC1-4D92-BA15-D93573A70EA6}"/>
              </a:ext>
            </a:extLst>
          </p:cNvPr>
          <p:cNvSpPr>
            <a:spLocks noGrp="1"/>
          </p:cNvSpPr>
          <p:nvPr>
            <p:ph type="title"/>
          </p:nvPr>
        </p:nvSpPr>
        <p:spPr/>
        <p:txBody>
          <a:bodyPr>
            <a:normAutofit fontScale="90000"/>
          </a:bodyPr>
          <a:lstStyle/>
          <a:p>
            <a:r>
              <a:rPr lang="en-US" dirty="0"/>
              <a:t>Results and Analysis from task [3.1]</a:t>
            </a:r>
            <a:endParaRPr lang="pt-PT" dirty="0"/>
          </a:p>
        </p:txBody>
      </p:sp>
      <p:sp>
        <p:nvSpPr>
          <p:cNvPr id="3" name="Marcador de Posição do Texto 2">
            <a:extLst>
              <a:ext uri="{FF2B5EF4-FFF2-40B4-BE49-F238E27FC236}">
                <a16:creationId xmlns:a16="http://schemas.microsoft.com/office/drawing/2014/main" id="{D6E55347-ABA5-4216-8EB3-C0E37C80BD99}"/>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2B40AFD1-7B73-C7D5-B828-D9712659B9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pic>
        <p:nvPicPr>
          <p:cNvPr id="6" name="Imagem 5" descr="Uma imagem com Gráfico, file, texto, diagrama&#10;&#10;Os conteúdos gerados por IA podem estar incorretos.">
            <a:extLst>
              <a:ext uri="{FF2B5EF4-FFF2-40B4-BE49-F238E27FC236}">
                <a16:creationId xmlns:a16="http://schemas.microsoft.com/office/drawing/2014/main" id="{D1B9338D-CEDE-5AB7-CA39-9A68C978E1BD}"/>
              </a:ext>
            </a:extLst>
          </p:cNvPr>
          <p:cNvPicPr>
            <a:picLocks noChangeAspect="1"/>
          </p:cNvPicPr>
          <p:nvPr/>
        </p:nvPicPr>
        <p:blipFill>
          <a:blip r:embed="rId2"/>
          <a:stretch>
            <a:fillRect/>
          </a:stretch>
        </p:blipFill>
        <p:spPr>
          <a:xfrm>
            <a:off x="616016" y="1195206"/>
            <a:ext cx="7719461" cy="2531707"/>
          </a:xfrm>
          <a:prstGeom prst="rect">
            <a:avLst/>
          </a:prstGeom>
        </p:spPr>
      </p:pic>
    </p:spTree>
    <p:extLst>
      <p:ext uri="{BB962C8B-B14F-4D97-AF65-F5344CB8AC3E}">
        <p14:creationId xmlns:p14="http://schemas.microsoft.com/office/powerpoint/2010/main" val="56218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91A2A4B4-BC49-23DE-A5C8-B77AAD4DB1BE}"/>
            </a:ext>
          </a:extLst>
        </p:cNvPr>
        <p:cNvGrpSpPr/>
        <p:nvPr/>
      </p:nvGrpSpPr>
      <p:grpSpPr>
        <a:xfrm>
          <a:off x="0" y="0"/>
          <a:ext cx="0" cy="0"/>
          <a:chOff x="0" y="0"/>
          <a:chExt cx="0" cy="0"/>
        </a:xfrm>
      </p:grpSpPr>
      <p:sp>
        <p:nvSpPr>
          <p:cNvPr id="66" name="Google Shape;66;p15">
            <a:extLst>
              <a:ext uri="{FF2B5EF4-FFF2-40B4-BE49-F238E27FC236}">
                <a16:creationId xmlns:a16="http://schemas.microsoft.com/office/drawing/2014/main" id="{AFE4A7C5-6543-6CE8-4381-25EAA17AB526}"/>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algn="l"/>
            <a:r>
              <a:rPr lang="pt-PT" dirty="0" err="1"/>
              <a:t>Task</a:t>
            </a:r>
            <a:r>
              <a:rPr lang="pt-PT" dirty="0"/>
              <a:t> [3.2] - </a:t>
            </a:r>
            <a:r>
              <a:rPr lang="pt-PT" dirty="0" err="1"/>
              <a:t>Train</a:t>
            </a:r>
            <a:r>
              <a:rPr lang="pt-PT" dirty="0"/>
              <a:t> </a:t>
            </a:r>
            <a:r>
              <a:rPr lang="pt-PT" dirty="0" err="1"/>
              <a:t>models</a:t>
            </a:r>
            <a:r>
              <a:rPr lang="pt-PT" dirty="0"/>
              <a:t> </a:t>
            </a:r>
            <a:r>
              <a:rPr lang="pt-PT" dirty="0" err="1"/>
              <a:t>that</a:t>
            </a:r>
            <a:r>
              <a:rPr lang="pt-PT" dirty="0"/>
              <a:t> do </a:t>
            </a:r>
            <a:r>
              <a:rPr lang="pt-PT" dirty="0" err="1"/>
              <a:t>not</a:t>
            </a:r>
            <a:r>
              <a:rPr lang="pt-PT" dirty="0"/>
              <a:t> </a:t>
            </a:r>
            <a:r>
              <a:rPr lang="pt-PT" dirty="0" err="1"/>
              <a:t>require</a:t>
            </a:r>
            <a:r>
              <a:rPr lang="pt-PT" dirty="0"/>
              <a:t> </a:t>
            </a:r>
            <a:r>
              <a:rPr lang="pt-PT" dirty="0" err="1"/>
              <a:t>imputation</a:t>
            </a:r>
            <a:endParaRPr lang="pt-PT" dirty="0"/>
          </a:p>
        </p:txBody>
      </p:sp>
      <p:sp>
        <p:nvSpPr>
          <p:cNvPr id="2" name="Slide Number Placeholder 1">
            <a:extLst>
              <a:ext uri="{FF2B5EF4-FFF2-40B4-BE49-F238E27FC236}">
                <a16:creationId xmlns:a16="http://schemas.microsoft.com/office/drawing/2014/main" id="{0FEA535C-C27C-E41A-CBBA-9DBB35A7FE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Tree>
    <p:extLst>
      <p:ext uri="{BB962C8B-B14F-4D97-AF65-F5344CB8AC3E}">
        <p14:creationId xmlns:p14="http://schemas.microsoft.com/office/powerpoint/2010/main" val="3484721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5F19C-C8E8-38F7-1860-6FBC8F55397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8D7E71-A541-8A9E-E65C-2029014BFA78}"/>
              </a:ext>
            </a:extLst>
          </p:cNvPr>
          <p:cNvSpPr>
            <a:spLocks noGrp="1"/>
          </p:cNvSpPr>
          <p:nvPr>
            <p:ph type="title"/>
          </p:nvPr>
        </p:nvSpPr>
        <p:spPr/>
        <p:txBody>
          <a:bodyPr wrap="square" anchor="ctr">
            <a:normAutofit/>
          </a:bodyPr>
          <a:lstStyle/>
          <a:p>
            <a:pPr>
              <a:lnSpc>
                <a:spcPct val="90000"/>
              </a:lnSpc>
            </a:pPr>
            <a:r>
              <a:rPr lang="en-US" dirty="0"/>
              <a:t>What was done in task [3.2]</a:t>
            </a:r>
            <a:endParaRPr lang="pt-PT" dirty="0"/>
          </a:p>
        </p:txBody>
      </p:sp>
      <p:sp>
        <p:nvSpPr>
          <p:cNvPr id="3" name="Marcador de Posição do Texto 2">
            <a:extLst>
              <a:ext uri="{FF2B5EF4-FFF2-40B4-BE49-F238E27FC236}">
                <a16:creationId xmlns:a16="http://schemas.microsoft.com/office/drawing/2014/main" id="{356DE278-5D21-1432-719C-978BD86BDDDF}"/>
              </a:ext>
            </a:extLst>
          </p:cNvPr>
          <p:cNvSpPr>
            <a:spLocks noGrp="1"/>
          </p:cNvSpPr>
          <p:nvPr>
            <p:ph type="body" idx="1"/>
          </p:nvPr>
        </p:nvSpPr>
        <p:spPr/>
        <p:txBody>
          <a:bodyPr/>
          <a:lstStyle/>
          <a:p>
            <a:endParaRPr lang="pt-PT"/>
          </a:p>
        </p:txBody>
      </p:sp>
      <p:sp>
        <p:nvSpPr>
          <p:cNvPr id="4" name="Slide Number Placeholder 3">
            <a:extLst>
              <a:ext uri="{FF2B5EF4-FFF2-40B4-BE49-F238E27FC236}">
                <a16:creationId xmlns:a16="http://schemas.microsoft.com/office/drawing/2014/main" id="{2E1AE0DB-55FF-253B-4AEC-F08BF09D0B0A}"/>
              </a:ext>
            </a:extLst>
          </p:cNvPr>
          <p:cNvSpPr>
            <a:spLocks noGrp="1"/>
          </p:cNvSpPr>
          <p:nvPr>
            <p:ph type="sldNum" idx="12"/>
          </p:nvPr>
        </p:nvSpPr>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31</a:t>
            </a:fld>
            <a:endParaRPr lang="en" sz="900"/>
          </a:p>
        </p:txBody>
      </p:sp>
    </p:spTree>
    <p:extLst>
      <p:ext uri="{BB962C8B-B14F-4D97-AF65-F5344CB8AC3E}">
        <p14:creationId xmlns:p14="http://schemas.microsoft.com/office/powerpoint/2010/main" val="1840973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CD829-ADE9-26D2-8F47-08301DDE772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BA4DE9-FF86-C80B-D2F5-11C55A25B7EA}"/>
              </a:ext>
            </a:extLst>
          </p:cNvPr>
          <p:cNvSpPr>
            <a:spLocks noGrp="1"/>
          </p:cNvSpPr>
          <p:nvPr>
            <p:ph type="title"/>
          </p:nvPr>
        </p:nvSpPr>
        <p:spPr/>
        <p:txBody>
          <a:bodyPr>
            <a:normAutofit fontScale="90000"/>
          </a:bodyPr>
          <a:lstStyle/>
          <a:p>
            <a:r>
              <a:rPr lang="en-US" dirty="0"/>
              <a:t>Results and Analysis from task [3.2]</a:t>
            </a:r>
            <a:endParaRPr lang="pt-PT" dirty="0"/>
          </a:p>
        </p:txBody>
      </p:sp>
      <p:sp>
        <p:nvSpPr>
          <p:cNvPr id="3" name="Marcador de Posição do Texto 2">
            <a:extLst>
              <a:ext uri="{FF2B5EF4-FFF2-40B4-BE49-F238E27FC236}">
                <a16:creationId xmlns:a16="http://schemas.microsoft.com/office/drawing/2014/main" id="{25E449D1-FD4D-E044-CD31-4D00B23E8187}"/>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FA46D540-CC44-EF47-95FF-C308422EBF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Tree>
    <p:extLst>
      <p:ext uri="{BB962C8B-B14F-4D97-AF65-F5344CB8AC3E}">
        <p14:creationId xmlns:p14="http://schemas.microsoft.com/office/powerpoint/2010/main" val="478897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E15C6640-CC16-5311-1197-15FF547C05CA}"/>
            </a:ext>
          </a:extLst>
        </p:cNvPr>
        <p:cNvGrpSpPr/>
        <p:nvPr/>
      </p:nvGrpSpPr>
      <p:grpSpPr>
        <a:xfrm>
          <a:off x="0" y="0"/>
          <a:ext cx="0" cy="0"/>
          <a:chOff x="0" y="0"/>
          <a:chExt cx="0" cy="0"/>
        </a:xfrm>
      </p:grpSpPr>
      <p:sp>
        <p:nvSpPr>
          <p:cNvPr id="66" name="Google Shape;66;p15">
            <a:extLst>
              <a:ext uri="{FF2B5EF4-FFF2-40B4-BE49-F238E27FC236}">
                <a16:creationId xmlns:a16="http://schemas.microsoft.com/office/drawing/2014/main" id="{A67F9905-43B0-BED8-3B0B-5D11DC22CDC7}"/>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pPr algn="l"/>
            <a:r>
              <a:rPr lang="pt-PT" dirty="0" err="1"/>
              <a:t>Task</a:t>
            </a:r>
            <a:r>
              <a:rPr lang="pt-PT" dirty="0"/>
              <a:t> [3.3] - </a:t>
            </a:r>
            <a:r>
              <a:rPr lang="pt-PT" dirty="0" err="1"/>
              <a:t>Evaluation</a:t>
            </a:r>
            <a:endParaRPr lang="pt-PT" dirty="0"/>
          </a:p>
        </p:txBody>
      </p:sp>
      <p:sp>
        <p:nvSpPr>
          <p:cNvPr id="2" name="Slide Number Placeholder 1">
            <a:extLst>
              <a:ext uri="{FF2B5EF4-FFF2-40B4-BE49-F238E27FC236}">
                <a16:creationId xmlns:a16="http://schemas.microsoft.com/office/drawing/2014/main" id="{CFAFDFBB-4906-AB04-885E-44A0916E3F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Tree>
    <p:extLst>
      <p:ext uri="{BB962C8B-B14F-4D97-AF65-F5344CB8AC3E}">
        <p14:creationId xmlns:p14="http://schemas.microsoft.com/office/powerpoint/2010/main" val="23076711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A06C4-DAEB-A075-23CC-9014FE1E94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0473A8D-90FD-43AA-23F1-CC24CB275C56}"/>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sz="2600"/>
              <a:t>What was done in task [3.3]</a:t>
            </a:r>
            <a:endParaRPr lang="pt-PT" sz="2600"/>
          </a:p>
        </p:txBody>
      </p:sp>
      <p:sp>
        <p:nvSpPr>
          <p:cNvPr id="4" name="Slide Number Placeholder 3">
            <a:extLst>
              <a:ext uri="{FF2B5EF4-FFF2-40B4-BE49-F238E27FC236}">
                <a16:creationId xmlns:a16="http://schemas.microsoft.com/office/drawing/2014/main" id="{C4189F52-6E19-4316-2E9D-144D5CBC144C}"/>
              </a:ext>
            </a:extLst>
          </p:cNvPr>
          <p:cNvSpPr>
            <a:spLocks noGrp="1"/>
          </p:cNvSpPr>
          <p:nvPr>
            <p:ph type="sldNum" idx="12"/>
          </p:nvPr>
        </p:nvSpPr>
        <p:spPr>
          <a:xfrm>
            <a:off x="8472458" y="4663217"/>
            <a:ext cx="548700" cy="3936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34</a:t>
            </a:fld>
            <a:endParaRPr lang="en" sz="900"/>
          </a:p>
        </p:txBody>
      </p:sp>
      <p:graphicFrame>
        <p:nvGraphicFramePr>
          <p:cNvPr id="6" name="Marcador de Posição do Texto 2">
            <a:extLst>
              <a:ext uri="{FF2B5EF4-FFF2-40B4-BE49-F238E27FC236}">
                <a16:creationId xmlns:a16="http://schemas.microsoft.com/office/drawing/2014/main" id="{F8608B2D-9269-E055-3645-E812C60F97C1}"/>
              </a:ext>
            </a:extLst>
          </p:cNvPr>
          <p:cNvGraphicFramePr/>
          <p:nvPr>
            <p:extLst>
              <p:ext uri="{D42A27DB-BD31-4B8C-83A1-F6EECF244321}">
                <p14:modId xmlns:p14="http://schemas.microsoft.com/office/powerpoint/2010/main" val="1272657365"/>
              </p:ext>
            </p:extLst>
          </p:nvPr>
        </p:nvGraphicFramePr>
        <p:xfrm>
          <a:off x="311700" y="1208225"/>
          <a:ext cx="85206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1176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4E0DD-9D80-D8AA-F771-6FBE4AD5B2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093340-6396-D0AD-C5DE-0A5D07A571D6}"/>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sz="2600"/>
              <a:t>What was done in task [3.3]</a:t>
            </a:r>
            <a:endParaRPr lang="pt-PT" sz="2600"/>
          </a:p>
        </p:txBody>
      </p:sp>
      <p:sp>
        <p:nvSpPr>
          <p:cNvPr id="4" name="Slide Number Placeholder 3">
            <a:extLst>
              <a:ext uri="{FF2B5EF4-FFF2-40B4-BE49-F238E27FC236}">
                <a16:creationId xmlns:a16="http://schemas.microsoft.com/office/drawing/2014/main" id="{B0A69E0F-CE70-D9B9-09D5-57D5C9D08659}"/>
              </a:ext>
            </a:extLst>
          </p:cNvPr>
          <p:cNvSpPr>
            <a:spLocks noGrp="1"/>
          </p:cNvSpPr>
          <p:nvPr>
            <p:ph type="sldNum" idx="12"/>
          </p:nvPr>
        </p:nvSpPr>
        <p:spPr>
          <a:xfrm>
            <a:off x="8472458" y="4663217"/>
            <a:ext cx="548700" cy="3936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35</a:t>
            </a:fld>
            <a:endParaRPr lang="en" sz="900"/>
          </a:p>
        </p:txBody>
      </p:sp>
      <p:graphicFrame>
        <p:nvGraphicFramePr>
          <p:cNvPr id="6" name="Marcador de Posição do Texto 2">
            <a:extLst>
              <a:ext uri="{FF2B5EF4-FFF2-40B4-BE49-F238E27FC236}">
                <a16:creationId xmlns:a16="http://schemas.microsoft.com/office/drawing/2014/main" id="{4FB0F63B-8FAB-A089-37D9-C59E8BC829FC}"/>
              </a:ext>
            </a:extLst>
          </p:cNvPr>
          <p:cNvGraphicFramePr/>
          <p:nvPr>
            <p:extLst>
              <p:ext uri="{D42A27DB-BD31-4B8C-83A1-F6EECF244321}">
                <p14:modId xmlns:p14="http://schemas.microsoft.com/office/powerpoint/2010/main" val="1337632455"/>
              </p:ext>
            </p:extLst>
          </p:nvPr>
        </p:nvGraphicFramePr>
        <p:xfrm>
          <a:off x="311700" y="1208225"/>
          <a:ext cx="85206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39670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C11A4-6098-9F24-3B32-D3CB07A977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3AFCF33-A765-4870-EC89-1B808342BFA3}"/>
              </a:ext>
            </a:extLst>
          </p:cNvPr>
          <p:cNvSpPr>
            <a:spLocks noGrp="1"/>
          </p:cNvSpPr>
          <p:nvPr>
            <p:ph type="title"/>
          </p:nvPr>
        </p:nvSpPr>
        <p:spPr/>
        <p:txBody>
          <a:bodyPr>
            <a:normAutofit fontScale="90000"/>
          </a:bodyPr>
          <a:lstStyle/>
          <a:p>
            <a:r>
              <a:rPr lang="en-US" dirty="0"/>
              <a:t>Results and Analysis from task [3.3]</a:t>
            </a:r>
            <a:endParaRPr lang="pt-PT" dirty="0"/>
          </a:p>
        </p:txBody>
      </p:sp>
      <p:sp>
        <p:nvSpPr>
          <p:cNvPr id="3" name="Marcador de Posição do Texto 2">
            <a:extLst>
              <a:ext uri="{FF2B5EF4-FFF2-40B4-BE49-F238E27FC236}">
                <a16:creationId xmlns:a16="http://schemas.microsoft.com/office/drawing/2014/main" id="{D40EDFEE-9381-78EB-69EE-31DEFEC1314C}"/>
              </a:ext>
            </a:extLst>
          </p:cNvPr>
          <p:cNvSpPr>
            <a:spLocks noGrp="1"/>
          </p:cNvSpPr>
          <p:nvPr>
            <p:ph type="body" idx="1"/>
          </p:nvPr>
        </p:nvSpPr>
        <p:spPr/>
        <p:txBody>
          <a:bodyPr/>
          <a:lstStyle/>
          <a:p>
            <a:endParaRPr lang="pt-PT" dirty="0"/>
          </a:p>
        </p:txBody>
      </p:sp>
      <p:sp>
        <p:nvSpPr>
          <p:cNvPr id="4" name="Slide Number Placeholder 3">
            <a:extLst>
              <a:ext uri="{FF2B5EF4-FFF2-40B4-BE49-F238E27FC236}">
                <a16:creationId xmlns:a16="http://schemas.microsoft.com/office/drawing/2014/main" id="{877453B2-4C0B-70DE-9741-74D501D2C2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Tree>
    <p:extLst>
      <p:ext uri="{BB962C8B-B14F-4D97-AF65-F5344CB8AC3E}">
        <p14:creationId xmlns:p14="http://schemas.microsoft.com/office/powerpoint/2010/main" val="3464693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CC6396-CEAA-5F01-A0B2-49663740E89F}"/>
              </a:ext>
            </a:extLst>
          </p:cNvPr>
          <p:cNvSpPr>
            <a:spLocks noGrp="1"/>
          </p:cNvSpPr>
          <p:nvPr>
            <p:ph type="title"/>
          </p:nvPr>
        </p:nvSpPr>
        <p:spPr/>
        <p:txBody>
          <a:bodyPr/>
          <a:lstStyle/>
          <a:p>
            <a:r>
              <a:rPr lang="en-US" dirty="0"/>
              <a:t>Code Demo</a:t>
            </a:r>
          </a:p>
        </p:txBody>
      </p:sp>
      <p:sp>
        <p:nvSpPr>
          <p:cNvPr id="5" name="Slide Number Placeholder 4">
            <a:extLst>
              <a:ext uri="{FF2B5EF4-FFF2-40B4-BE49-F238E27FC236}">
                <a16:creationId xmlns:a16="http://schemas.microsoft.com/office/drawing/2014/main" id="{1DCDE71A-D87D-9F07-D8BB-652CDF5853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Tree>
    <p:extLst>
      <p:ext uri="{BB962C8B-B14F-4D97-AF65-F5344CB8AC3E}">
        <p14:creationId xmlns:p14="http://schemas.microsoft.com/office/powerpoint/2010/main" val="38623539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9B8A-B86F-E803-4D81-C6F539CF8094}"/>
              </a:ext>
            </a:extLst>
          </p:cNvPr>
          <p:cNvSpPr>
            <a:spLocks noGrp="1"/>
          </p:cNvSpPr>
          <p:nvPr>
            <p:ph type="title"/>
          </p:nvPr>
        </p:nvSpPr>
        <p:spPr/>
        <p:txBody>
          <a:bodyPr>
            <a:normAutofit fontScale="90000"/>
          </a:bodyPr>
          <a:lstStyle/>
          <a:p>
            <a:r>
              <a:rPr lang="en-US" dirty="0"/>
              <a:t>Purpose of the above code demo slide</a:t>
            </a:r>
          </a:p>
        </p:txBody>
      </p:sp>
      <p:sp>
        <p:nvSpPr>
          <p:cNvPr id="3" name="Text Placeholder 2">
            <a:extLst>
              <a:ext uri="{FF2B5EF4-FFF2-40B4-BE49-F238E27FC236}">
                <a16:creationId xmlns:a16="http://schemas.microsoft.com/office/drawing/2014/main" id="{9FC0DABC-ADCE-D856-087B-5A7740913CE8}"/>
              </a:ext>
            </a:extLst>
          </p:cNvPr>
          <p:cNvSpPr>
            <a:spLocks noGrp="1"/>
          </p:cNvSpPr>
          <p:nvPr>
            <p:ph type="body" idx="1"/>
          </p:nvPr>
        </p:nvSpPr>
        <p:spPr/>
        <p:txBody>
          <a:bodyPr>
            <a:normAutofit lnSpcReduction="10000"/>
          </a:bodyPr>
          <a:lstStyle/>
          <a:p>
            <a:r>
              <a:rPr lang="en-US" dirty="0"/>
              <a:t>In the final presentation, the group will pause here, use the assignment code to train a model chosen by the professors, and show inference of a few data points.</a:t>
            </a:r>
          </a:p>
          <a:p>
            <a:r>
              <a:rPr lang="en-US" dirty="0"/>
              <a:t>Due to the tight schedule, problems retrieving the code will cause you unnecessary stress during the presentation and make your work appear unprofessional. </a:t>
            </a:r>
          </a:p>
          <a:p>
            <a:r>
              <a:rPr lang="en-US" dirty="0"/>
              <a:t>Therefore, ensure that your code is retrievable from a terminal, according to the assignment instructions. We will automatically download all the code by the deadline. The script will make your submission available to you for the presentation and code live demo.</a:t>
            </a:r>
          </a:p>
          <a:p>
            <a:r>
              <a:rPr lang="en-US" dirty="0"/>
              <a:t>After the code demo, you will return to the presentation for the final slides.</a:t>
            </a:r>
          </a:p>
        </p:txBody>
      </p:sp>
      <p:sp>
        <p:nvSpPr>
          <p:cNvPr id="4" name="Slide Number Placeholder 3">
            <a:extLst>
              <a:ext uri="{FF2B5EF4-FFF2-40B4-BE49-F238E27FC236}">
                <a16:creationId xmlns:a16="http://schemas.microsoft.com/office/drawing/2014/main" id="{57DF25D2-6455-E7C5-5414-621B23594D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Tree>
    <p:extLst>
      <p:ext uri="{BB962C8B-B14F-4D97-AF65-F5344CB8AC3E}">
        <p14:creationId xmlns:p14="http://schemas.microsoft.com/office/powerpoint/2010/main" val="1266589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27A425-36EA-9808-3A7A-0460D60BFB49}"/>
              </a:ext>
            </a:extLst>
          </p:cNvPr>
          <p:cNvSpPr>
            <a:spLocks noGrp="1"/>
          </p:cNvSpPr>
          <p:nvPr>
            <p:ph type="title"/>
          </p:nvPr>
        </p:nvSpPr>
        <p:spPr/>
        <p:txBody>
          <a:bodyPr/>
          <a:lstStyle/>
          <a:p>
            <a:r>
              <a:rPr lang="en-US" dirty="0"/>
              <a:t>Overall assessment </a:t>
            </a:r>
            <a:endParaRPr lang="pt-PT" dirty="0"/>
          </a:p>
        </p:txBody>
      </p:sp>
      <p:sp>
        <p:nvSpPr>
          <p:cNvPr id="3" name="Slide Number Placeholder 2">
            <a:extLst>
              <a:ext uri="{FF2B5EF4-FFF2-40B4-BE49-F238E27FC236}">
                <a16:creationId xmlns:a16="http://schemas.microsoft.com/office/drawing/2014/main" id="{474CE521-BB7D-1183-C342-8E9B7BB7FC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spTree>
    <p:extLst>
      <p:ext uri="{BB962C8B-B14F-4D97-AF65-F5344CB8AC3E}">
        <p14:creationId xmlns:p14="http://schemas.microsoft.com/office/powerpoint/2010/main" val="9262990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went wrong</a:t>
            </a:r>
            <a:endParaRPr/>
          </a:p>
        </p:txBody>
      </p:sp>
      <p:sp>
        <p:nvSpPr>
          <p:cNvPr id="2" name="Text Placeholder 1">
            <a:extLst>
              <a:ext uri="{FF2B5EF4-FFF2-40B4-BE49-F238E27FC236}">
                <a16:creationId xmlns:a16="http://schemas.microsoft.com/office/drawing/2014/main" id="{C6E97B72-1844-4048-5478-39A69A84B2E2}"/>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B0CB9BD2-C338-0108-6047-2A0409C9B4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went great</a:t>
            </a:r>
            <a:endParaRPr/>
          </a:p>
        </p:txBody>
      </p:sp>
      <p:sp>
        <p:nvSpPr>
          <p:cNvPr id="2" name="Text Placeholder 1">
            <a:extLst>
              <a:ext uri="{FF2B5EF4-FFF2-40B4-BE49-F238E27FC236}">
                <a16:creationId xmlns:a16="http://schemas.microsoft.com/office/drawing/2014/main" id="{D5A3BC3B-C721-384E-7DE6-9B0998CCBCDF}"/>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B2EA9FD5-5D8A-3E4F-C8E2-2378F1448E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910</TotalTime>
  <Words>1680</Words>
  <Application>Microsoft Office PowerPoint</Application>
  <PresentationFormat>Apresentação no Ecrã (16:9)</PresentationFormat>
  <Paragraphs>234</Paragraphs>
  <Slides>41</Slides>
  <Notes>11</Notes>
  <HiddenSlides>1</HiddenSlides>
  <MMClips>0</MMClips>
  <ScaleCrop>false</ScaleCrop>
  <HeadingPairs>
    <vt:vector size="6" baseType="variant">
      <vt:variant>
        <vt:lpstr>Tipos de letra usados</vt:lpstr>
      </vt:variant>
      <vt:variant>
        <vt:i4>1</vt:i4>
      </vt:variant>
      <vt:variant>
        <vt:lpstr>Tema</vt:lpstr>
      </vt:variant>
      <vt:variant>
        <vt:i4>1</vt:i4>
      </vt:variant>
      <vt:variant>
        <vt:lpstr>Títulos dos diapositivos</vt:lpstr>
      </vt:variant>
      <vt:variant>
        <vt:i4>41</vt:i4>
      </vt:variant>
    </vt:vector>
  </HeadingPairs>
  <TitlesOfParts>
    <vt:vector size="43" baseType="lpstr">
      <vt:lpstr>Arial</vt:lpstr>
      <vt:lpstr>Simple Light</vt:lpstr>
      <vt:lpstr>ML@NOVA  DFJ</vt:lpstr>
      <vt:lpstr>Team identification</vt:lpstr>
      <vt:lpstr>Task [1.1] - Data preparation and validation pipeline</vt:lpstr>
      <vt:lpstr>What was done in task [1.1]</vt:lpstr>
      <vt:lpstr>What was done in task [1.1]</vt:lpstr>
      <vt:lpstr>Results and Analysis from task [1.1]</vt:lpstr>
      <vt:lpstr>Results and Analysis from task [1.1]</vt:lpstr>
      <vt:lpstr>Results and Analysis from task [1.1]</vt:lpstr>
      <vt:lpstr>Results and Analysis from task [1.1]</vt:lpstr>
      <vt:lpstr>Results and Analysis from task [1.1]</vt:lpstr>
      <vt:lpstr>Results and Analysis from task [1.1]</vt:lpstr>
      <vt:lpstr>Task [1.2] - Learn the baseline model</vt:lpstr>
      <vt:lpstr>What was done in task [1.2]</vt:lpstr>
      <vt:lpstr>What was done in task [1.2]</vt:lpstr>
      <vt:lpstr>Results and Analysis from task [1.2]</vt:lpstr>
      <vt:lpstr>Task [2.1] - Development</vt:lpstr>
      <vt:lpstr>What was done in task [2.1]</vt:lpstr>
      <vt:lpstr>What was done in task [2.1]</vt:lpstr>
      <vt:lpstr>Results and Analysis from task [2.1]</vt:lpstr>
      <vt:lpstr>Task [2.2] - Evaluation</vt:lpstr>
      <vt:lpstr>What was done in task [2.2]</vt:lpstr>
      <vt:lpstr>What was done in task [2.2]</vt:lpstr>
      <vt:lpstr>Results and Analysis from task [2.2]</vt:lpstr>
      <vt:lpstr>Results and Analysis from task [2.2]</vt:lpstr>
      <vt:lpstr>Results and Analysis from task [2.2]</vt:lpstr>
      <vt:lpstr>Results and Analysis from task [2.2]</vt:lpstr>
      <vt:lpstr>Task [3.1] - Missing data imputation</vt:lpstr>
      <vt:lpstr>What was done in task [3.1]</vt:lpstr>
      <vt:lpstr>Results and Analysis from task [3.1]</vt:lpstr>
      <vt:lpstr>Task [3.2] - Train models that do not require imputation</vt:lpstr>
      <vt:lpstr>What was done in task [3.2]</vt:lpstr>
      <vt:lpstr>Results and Analysis from task [3.2]</vt:lpstr>
      <vt:lpstr>Task [3.3] - Evaluation</vt:lpstr>
      <vt:lpstr>What was done in task [3.3]</vt:lpstr>
      <vt:lpstr>What was done in task [3.3]</vt:lpstr>
      <vt:lpstr>Results and Analysis from task [3.3]</vt:lpstr>
      <vt:lpstr>Code Demo</vt:lpstr>
      <vt:lpstr>Purpose of the above code demo slide</vt:lpstr>
      <vt:lpstr>Overall assessment </vt:lpstr>
      <vt:lpstr>What went wrong</vt:lpstr>
      <vt:lpstr>What went great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ML@NOVA:  [TEAM NAME]</dc:title>
  <cp:lastModifiedBy>Jose Pedro Pires Costa</cp:lastModifiedBy>
  <cp:revision>15</cp:revision>
  <dcterms:modified xsi:type="dcterms:W3CDTF">2025-12-09T11:08:09Z</dcterms:modified>
</cp:coreProperties>
</file>