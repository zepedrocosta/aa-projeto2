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2.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59"/>
  </p:notesMasterIdLst>
  <p:sldIdLst>
    <p:sldId id="256" r:id="rId2"/>
    <p:sldId id="268" r:id="rId3"/>
    <p:sldId id="258" r:id="rId4"/>
    <p:sldId id="263" r:id="rId5"/>
    <p:sldId id="272" r:id="rId6"/>
    <p:sldId id="283" r:id="rId7"/>
    <p:sldId id="264" r:id="rId8"/>
    <p:sldId id="282" r:id="rId9"/>
    <p:sldId id="285" r:id="rId10"/>
    <p:sldId id="286" r:id="rId11"/>
    <p:sldId id="301" r:id="rId12"/>
    <p:sldId id="269" r:id="rId13"/>
    <p:sldId id="270" r:id="rId14"/>
    <p:sldId id="276" r:id="rId15"/>
    <p:sldId id="271" r:id="rId16"/>
    <p:sldId id="302" r:id="rId17"/>
    <p:sldId id="273" r:id="rId18"/>
    <p:sldId id="274" r:id="rId19"/>
    <p:sldId id="280" r:id="rId20"/>
    <p:sldId id="275" r:id="rId21"/>
    <p:sldId id="277" r:id="rId22"/>
    <p:sldId id="278" r:id="rId23"/>
    <p:sldId id="279" r:id="rId24"/>
    <p:sldId id="303" r:id="rId25"/>
    <p:sldId id="289" r:id="rId26"/>
    <p:sldId id="281" r:id="rId27"/>
    <p:sldId id="290" r:id="rId28"/>
    <p:sldId id="291" r:id="rId29"/>
    <p:sldId id="293" r:id="rId30"/>
    <p:sldId id="318" r:id="rId31"/>
    <p:sldId id="294" r:id="rId32"/>
    <p:sldId id="295" r:id="rId33"/>
    <p:sldId id="304" r:id="rId34"/>
    <p:sldId id="296" r:id="rId35"/>
    <p:sldId id="297" r:id="rId36"/>
    <p:sldId id="298" r:id="rId37"/>
    <p:sldId id="300" r:id="rId38"/>
    <p:sldId id="259" r:id="rId39"/>
    <p:sldId id="315" r:id="rId40"/>
    <p:sldId id="316" r:id="rId41"/>
    <p:sldId id="317" r:id="rId42"/>
    <p:sldId id="305" r:id="rId43"/>
    <p:sldId id="306" r:id="rId44"/>
    <p:sldId id="308" r:id="rId45"/>
    <p:sldId id="320" r:id="rId46"/>
    <p:sldId id="309" r:id="rId47"/>
    <p:sldId id="310" r:id="rId48"/>
    <p:sldId id="312" r:id="rId49"/>
    <p:sldId id="313" r:id="rId50"/>
    <p:sldId id="319" r:id="rId51"/>
    <p:sldId id="321" r:id="rId52"/>
    <p:sldId id="314" r:id="rId53"/>
    <p:sldId id="266" r:id="rId54"/>
    <p:sldId id="267" r:id="rId55"/>
    <p:sldId id="265" r:id="rId56"/>
    <p:sldId id="261" r:id="rId57"/>
    <p:sldId id="262"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5"/>
            <p14:sldId id="286"/>
            <p14:sldId id="301"/>
          </p14:sldIdLst>
        </p14:section>
        <p14:section name="1.2" id="{9E751314-B9D1-45B8-803A-20B0E7A9974D}">
          <p14:sldIdLst>
            <p14:sldId id="269"/>
            <p14:sldId id="270"/>
            <p14:sldId id="276"/>
            <p14:sldId id="271"/>
            <p14:sldId id="302"/>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303"/>
            <p14:sldId id="289"/>
            <p14:sldId id="281"/>
          </p14:sldIdLst>
        </p14:section>
        <p14:section name="3.1" id="{4A28E1D6-F7ED-4E38-A664-C8D416039B14}">
          <p14:sldIdLst>
            <p14:sldId id="290"/>
            <p14:sldId id="291"/>
            <p14:sldId id="293"/>
            <p14:sldId id="318"/>
          </p14:sldIdLst>
        </p14:section>
        <p14:section name="3.2" id="{0E45091F-F401-47B5-B1F8-52F8BCDDD40C}">
          <p14:sldIdLst>
            <p14:sldId id="294"/>
            <p14:sldId id="295"/>
            <p14:sldId id="304"/>
            <p14:sldId id="296"/>
          </p14:sldIdLst>
        </p14:section>
        <p14:section name="3.3" id="{8176971B-23BC-429B-A9F8-6D216981AAFE}">
          <p14:sldIdLst>
            <p14:sldId id="297"/>
            <p14:sldId id="298"/>
            <p14:sldId id="300"/>
            <p14:sldId id="259"/>
            <p14:sldId id="315"/>
            <p14:sldId id="316"/>
            <p14:sldId id="317"/>
          </p14:sldIdLst>
        </p14:section>
        <p14:section name="4.1" id="{93C8F6C6-6585-4A48-A7BF-9A00CF14618B}">
          <p14:sldIdLst>
            <p14:sldId id="305"/>
            <p14:sldId id="306"/>
            <p14:sldId id="308"/>
            <p14:sldId id="320"/>
          </p14:sldIdLst>
        </p14:section>
        <p14:section name="4.2" id="{61802D1C-019A-48E8-9890-1CA3AF8EE686}">
          <p14:sldIdLst>
            <p14:sldId id="309"/>
            <p14:sldId id="310"/>
            <p14:sldId id="312"/>
            <p14:sldId id="313"/>
            <p14:sldId id="319"/>
            <p14:sldId id="321"/>
            <p14:sldId id="314"/>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Destaqu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Destaqu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Destaque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1" autoAdjust="0"/>
    <p:restoredTop sz="94635"/>
  </p:normalViewPr>
  <p:slideViewPr>
    <p:cSldViewPr snapToGrid="0">
      <p:cViewPr varScale="1">
        <p:scale>
          <a:sx n="198" d="100"/>
          <a:sy n="198" d="100"/>
        </p:scale>
        <p:origin x="612" y="1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352DA66-D19E-44B4-9C8B-18ADDABD4A87}"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55DFB7E-D16D-4519-96DD-3302E7EE2502}">
      <dgm:prSet/>
      <dgm:spPr/>
      <dgm:t>
        <a:bodyPr/>
        <a:lstStyle/>
        <a:p>
          <a:r>
            <a:rPr lang="pt-PT"/>
            <a:t>1. Data Preparation</a:t>
          </a:r>
          <a:endParaRPr lang="en-US"/>
        </a:p>
      </dgm:t>
    </dgm:pt>
    <dgm:pt modelId="{29C176F9-E186-4D5F-A49F-A64721FB24C4}" type="parTrans" cxnId="{7BA15A06-DA66-41BB-85D4-5A097CBA0AE8}">
      <dgm:prSet/>
      <dgm:spPr/>
      <dgm:t>
        <a:bodyPr/>
        <a:lstStyle/>
        <a:p>
          <a:endParaRPr lang="en-US"/>
        </a:p>
      </dgm:t>
    </dgm:pt>
    <dgm:pt modelId="{0A5D5CFC-789E-47B9-94D5-E177B5B1CF17}" type="sibTrans" cxnId="{7BA15A06-DA66-41BB-85D4-5A097CBA0AE8}">
      <dgm:prSet/>
      <dgm:spPr/>
      <dgm:t>
        <a:bodyPr/>
        <a:lstStyle/>
        <a:p>
          <a:endParaRPr lang="en-US"/>
        </a:p>
      </dgm:t>
    </dgm:pt>
    <dgm:pt modelId="{53ACA52C-2C5E-4B42-89E7-7F7C0C1B5B66}">
      <dgm:prSet/>
      <dgm:spPr/>
      <dgm:t>
        <a:bodyPr/>
        <a:lstStyle/>
        <a:p>
          <a:r>
            <a:rPr lang="pt-PT"/>
            <a:t>- Loaded dataset with missing values (no imputation required)</a:t>
          </a:r>
          <a:endParaRPr lang="en-US"/>
        </a:p>
      </dgm:t>
    </dgm:pt>
    <dgm:pt modelId="{36B6BDBA-6A41-4405-96DA-3376BFF45E1E}" type="parTrans" cxnId="{E0E45319-6328-4B2E-A81B-DF79F2B0D736}">
      <dgm:prSet/>
      <dgm:spPr/>
      <dgm:t>
        <a:bodyPr/>
        <a:lstStyle/>
        <a:p>
          <a:endParaRPr lang="en-US"/>
        </a:p>
      </dgm:t>
    </dgm:pt>
    <dgm:pt modelId="{10D7B5FC-A091-4252-8E12-0F7A00564B72}" type="sibTrans" cxnId="{E0E45319-6328-4B2E-A81B-DF79F2B0D736}">
      <dgm:prSet/>
      <dgm:spPr/>
      <dgm:t>
        <a:bodyPr/>
        <a:lstStyle/>
        <a:p>
          <a:endParaRPr lang="en-US"/>
        </a:p>
      </dgm:t>
    </dgm:pt>
    <dgm:pt modelId="{25003F71-59A2-4AF4-9C56-7225DE7CBAF4}">
      <dgm:prSet/>
      <dgm:spPr/>
      <dgm:t>
        <a:bodyPr/>
        <a:lstStyle/>
        <a:p>
          <a:r>
            <a:rPr lang="pt-PT"/>
            <a:t>- Removed rows with missing `SurvivalTime` values only</a:t>
          </a:r>
          <a:endParaRPr lang="en-US"/>
        </a:p>
      </dgm:t>
    </dgm:pt>
    <dgm:pt modelId="{F13E1DF6-9757-4AF1-AD7A-E35AA7AB4B14}" type="parTrans" cxnId="{7296046D-00F6-47D9-97ED-7656C4F2FD0D}">
      <dgm:prSet/>
      <dgm:spPr/>
      <dgm:t>
        <a:bodyPr/>
        <a:lstStyle/>
        <a:p>
          <a:endParaRPr lang="en-US"/>
        </a:p>
      </dgm:t>
    </dgm:pt>
    <dgm:pt modelId="{71EDBF9A-0304-41B9-96A7-8059CC87356C}" type="sibTrans" cxnId="{7296046D-00F6-47D9-97ED-7656C4F2FD0D}">
      <dgm:prSet/>
      <dgm:spPr/>
      <dgm:t>
        <a:bodyPr/>
        <a:lstStyle/>
        <a:p>
          <a:endParaRPr lang="en-US"/>
        </a:p>
      </dgm:t>
    </dgm:pt>
    <dgm:pt modelId="{DBF10DAF-AE76-4B14-996E-E2D35E67F0B7}">
      <dgm:prSet/>
      <dgm:spPr/>
      <dgm:t>
        <a:bodyPr/>
        <a:lstStyle/>
        <a:p>
          <a:r>
            <a:rPr lang="pt-PT"/>
            <a:t>- Defined feature matrix, target variable, and censoring indicator</a:t>
          </a:r>
          <a:endParaRPr lang="en-US"/>
        </a:p>
      </dgm:t>
    </dgm:pt>
    <dgm:pt modelId="{C83683BB-492F-43EE-8E87-DBE26C2AE168}" type="parTrans" cxnId="{C391CE06-9314-43A4-A056-E872DC30AE01}">
      <dgm:prSet/>
      <dgm:spPr/>
      <dgm:t>
        <a:bodyPr/>
        <a:lstStyle/>
        <a:p>
          <a:endParaRPr lang="en-US"/>
        </a:p>
      </dgm:t>
    </dgm:pt>
    <dgm:pt modelId="{788FA832-BAA8-48BC-A7AB-729EFB1F2A90}" type="sibTrans" cxnId="{C391CE06-9314-43A4-A056-E872DC30AE01}">
      <dgm:prSet/>
      <dgm:spPr/>
      <dgm:t>
        <a:bodyPr/>
        <a:lstStyle/>
        <a:p>
          <a:endParaRPr lang="en-US"/>
        </a:p>
      </dgm:t>
    </dgm:pt>
    <dgm:pt modelId="{55683047-86E5-4343-8B3E-020A238ABE8B}">
      <dgm:prSet/>
      <dgm:spPr/>
      <dgm:t>
        <a:bodyPr/>
        <a:lstStyle/>
        <a:p>
          <a:r>
            <a:rPr lang="pt-PT"/>
            <a:t>2. Decision Tree Model</a:t>
          </a:r>
          <a:endParaRPr lang="en-US"/>
        </a:p>
      </dgm:t>
    </dgm:pt>
    <dgm:pt modelId="{CB679B8E-EA63-46DD-B0ED-0718750F5272}" type="parTrans" cxnId="{90B68F6C-9C6E-4427-9FA4-EF0352E03BE1}">
      <dgm:prSet/>
      <dgm:spPr/>
      <dgm:t>
        <a:bodyPr/>
        <a:lstStyle/>
        <a:p>
          <a:endParaRPr lang="en-US"/>
        </a:p>
      </dgm:t>
    </dgm:pt>
    <dgm:pt modelId="{215DAC21-0A2A-41E1-ABEA-851BC2AF6406}" type="sibTrans" cxnId="{90B68F6C-9C6E-4427-9FA4-EF0352E03BE1}">
      <dgm:prSet/>
      <dgm:spPr/>
      <dgm:t>
        <a:bodyPr/>
        <a:lstStyle/>
        <a:p>
          <a:endParaRPr lang="en-US"/>
        </a:p>
      </dgm:t>
    </dgm:pt>
    <dgm:pt modelId="{37FE220A-9876-43B9-9140-C2F6A29FDEA5}">
      <dgm:prSet/>
      <dgm:spPr/>
      <dgm:t>
        <a:bodyPr/>
        <a:lstStyle/>
        <a:p>
          <a:r>
            <a:rPr lang="pt-PT" dirty="0"/>
            <a:t>- </a:t>
          </a:r>
          <a:r>
            <a:rPr lang="pt-PT" dirty="0" err="1"/>
            <a:t>Replaced</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placeholder</a:t>
          </a:r>
          <a:r>
            <a:rPr lang="pt-PT" dirty="0"/>
            <a:t> (-999) for </a:t>
          </a:r>
          <a:r>
            <a:rPr lang="pt-PT" dirty="0" err="1"/>
            <a:t>tree</a:t>
          </a:r>
          <a:r>
            <a:rPr lang="pt-PT" dirty="0"/>
            <a:t> </a:t>
          </a:r>
          <a:r>
            <a:rPr lang="pt-PT" dirty="0" err="1"/>
            <a:t>compatibility</a:t>
          </a:r>
          <a:endParaRPr lang="en-US" dirty="0"/>
        </a:p>
      </dgm:t>
    </dgm:pt>
    <dgm:pt modelId="{D30A4474-C96F-4450-BC1B-8C99E4E6BE5E}" type="parTrans" cxnId="{93898AB7-699B-44BC-B79E-2690B31D9C7F}">
      <dgm:prSet/>
      <dgm:spPr/>
      <dgm:t>
        <a:bodyPr/>
        <a:lstStyle/>
        <a:p>
          <a:endParaRPr lang="en-US"/>
        </a:p>
      </dgm:t>
    </dgm:pt>
    <dgm:pt modelId="{581EE161-A5F2-46CA-ADD9-C8CE7DB0173E}" type="sibTrans" cxnId="{93898AB7-699B-44BC-B79E-2690B31D9C7F}">
      <dgm:prSet/>
      <dgm:spPr/>
      <dgm:t>
        <a:bodyPr/>
        <a:lstStyle/>
        <a:p>
          <a:endParaRPr lang="en-US"/>
        </a:p>
      </dgm:t>
    </dgm:pt>
    <dgm:pt modelId="{9205B2DB-F2F6-4F7F-9505-FAA96C9D5904}">
      <dgm:prSet/>
      <dgm:spPr/>
      <dgm:t>
        <a:bodyPr/>
        <a:lstStyle/>
        <a:p>
          <a:r>
            <a:rPr lang="pt-PT"/>
            <a:t>- Performed GridSearchCV with 5-fold cross-validation on hyperparameters</a:t>
          </a:r>
          <a:endParaRPr lang="en-US"/>
        </a:p>
      </dgm:t>
    </dgm:pt>
    <dgm:pt modelId="{D1C12AC8-FA94-4C45-B903-AF32361936F3}" type="parTrans" cxnId="{15FFDD72-9783-4326-8D32-675AB2CA30B8}">
      <dgm:prSet/>
      <dgm:spPr/>
      <dgm:t>
        <a:bodyPr/>
        <a:lstStyle/>
        <a:p>
          <a:endParaRPr lang="en-US"/>
        </a:p>
      </dgm:t>
    </dgm:pt>
    <dgm:pt modelId="{1FC227CD-9483-4FB3-AB8B-EEB0DBA5B5D1}" type="sibTrans" cxnId="{15FFDD72-9783-4326-8D32-675AB2CA30B8}">
      <dgm:prSet/>
      <dgm:spPr/>
      <dgm:t>
        <a:bodyPr/>
        <a:lstStyle/>
        <a:p>
          <a:endParaRPr lang="en-US"/>
        </a:p>
      </dgm:t>
    </dgm:pt>
    <dgm:pt modelId="{1E72562B-B473-4A11-8BC1-3E3E029B0BC8}">
      <dgm:prSet/>
      <dgm:spPr/>
      <dgm:t>
        <a:bodyPr/>
        <a:lstStyle/>
        <a:p>
          <a:r>
            <a:rPr lang="pt-PT"/>
            <a:t>- Visualized predictions, residuals, and feature importance</a:t>
          </a:r>
          <a:endParaRPr lang="en-US"/>
        </a:p>
      </dgm:t>
    </dgm:pt>
    <dgm:pt modelId="{81D995B2-27E5-4698-A12F-AC5405C28A20}" type="parTrans" cxnId="{06FDF2E5-A464-4C92-A089-CE0561103780}">
      <dgm:prSet/>
      <dgm:spPr/>
      <dgm:t>
        <a:bodyPr/>
        <a:lstStyle/>
        <a:p>
          <a:endParaRPr lang="en-US"/>
        </a:p>
      </dgm:t>
    </dgm:pt>
    <dgm:pt modelId="{A7B050D8-CA2F-4970-93AA-1B735FC5FCC6}" type="sibTrans" cxnId="{06FDF2E5-A464-4C92-A089-CE0561103780}">
      <dgm:prSet/>
      <dgm:spPr/>
      <dgm:t>
        <a:bodyPr/>
        <a:lstStyle/>
        <a:p>
          <a:endParaRPr lang="en-US"/>
        </a:p>
      </dgm:t>
    </dgm:pt>
    <dgm:pt modelId="{E5C931D7-A827-47CF-9EF6-584C496CFACB}">
      <dgm:prSet/>
      <dgm:spPr/>
      <dgm:t>
        <a:bodyPr/>
        <a:lstStyle/>
        <a:p>
          <a:r>
            <a:rPr lang="pt-PT"/>
            <a:t>3. HistGradientBoosting Model</a:t>
          </a:r>
          <a:endParaRPr lang="en-US"/>
        </a:p>
      </dgm:t>
    </dgm:pt>
    <dgm:pt modelId="{2C60CFAE-19D5-4854-9846-14CA054F5943}" type="parTrans" cxnId="{D04736B6-7F98-4C97-B8EC-32AA50041986}">
      <dgm:prSet/>
      <dgm:spPr/>
      <dgm:t>
        <a:bodyPr/>
        <a:lstStyle/>
        <a:p>
          <a:endParaRPr lang="en-US"/>
        </a:p>
      </dgm:t>
    </dgm:pt>
    <dgm:pt modelId="{6096E42C-2A62-4FE1-8045-70B4973F35E2}" type="sibTrans" cxnId="{D04736B6-7F98-4C97-B8EC-32AA50041986}">
      <dgm:prSet/>
      <dgm:spPr/>
      <dgm:t>
        <a:bodyPr/>
        <a:lstStyle/>
        <a:p>
          <a:endParaRPr lang="en-US"/>
        </a:p>
      </dgm:t>
    </dgm:pt>
    <dgm:pt modelId="{F921F414-4F8C-416C-B882-F0D30B0F0C47}">
      <dgm:prSet/>
      <dgm:spPr/>
      <dgm:t>
        <a:bodyPr/>
        <a:lstStyle/>
        <a:p>
          <a:r>
            <a:rPr lang="pt-PT"/>
            <a:t>- Utilized native missing value support (no imputation needed)</a:t>
          </a:r>
          <a:endParaRPr lang="en-US"/>
        </a:p>
      </dgm:t>
    </dgm:pt>
    <dgm:pt modelId="{4F72C67C-7E08-4FA4-8872-D6575B2EF576}" type="parTrans" cxnId="{A7F6E92B-3AD5-4D23-9A4F-35A1506E94A6}">
      <dgm:prSet/>
      <dgm:spPr/>
      <dgm:t>
        <a:bodyPr/>
        <a:lstStyle/>
        <a:p>
          <a:endParaRPr lang="en-US"/>
        </a:p>
      </dgm:t>
    </dgm:pt>
    <dgm:pt modelId="{DF8F4D08-C300-466F-BACF-F9AAA505C7A1}" type="sibTrans" cxnId="{A7F6E92B-3AD5-4D23-9A4F-35A1506E94A6}">
      <dgm:prSet/>
      <dgm:spPr/>
      <dgm:t>
        <a:bodyPr/>
        <a:lstStyle/>
        <a:p>
          <a:endParaRPr lang="en-US"/>
        </a:p>
      </dgm:t>
    </dgm:pt>
    <dgm:pt modelId="{299FC300-3A65-4255-B447-F7AC6517CE48}">
      <dgm:prSet/>
      <dgm:spPr/>
      <dgm:t>
        <a:bodyPr/>
        <a:lstStyle/>
        <a:p>
          <a:r>
            <a:rPr lang="pt-PT"/>
            <a:t>- Performed GridSearchCV with 5-fold cross-validation</a:t>
          </a:r>
          <a:endParaRPr lang="en-US"/>
        </a:p>
      </dgm:t>
    </dgm:pt>
    <dgm:pt modelId="{3F414B96-80F1-41A8-B227-36E26F6DDBB8}" type="parTrans" cxnId="{DD126C33-9108-4881-993E-0EB909A983D9}">
      <dgm:prSet/>
      <dgm:spPr/>
      <dgm:t>
        <a:bodyPr/>
        <a:lstStyle/>
        <a:p>
          <a:endParaRPr lang="en-US"/>
        </a:p>
      </dgm:t>
    </dgm:pt>
    <dgm:pt modelId="{1A95D61D-A535-4FCD-BD26-7719D5EBDF13}" type="sibTrans" cxnId="{DD126C33-9108-4881-993E-0EB909A983D9}">
      <dgm:prSet/>
      <dgm:spPr/>
      <dgm:t>
        <a:bodyPr/>
        <a:lstStyle/>
        <a:p>
          <a:endParaRPr lang="en-US"/>
        </a:p>
      </dgm:t>
    </dgm:pt>
    <dgm:pt modelId="{7FBAB309-E3C7-4C0F-8CE0-DAFACA2FA90D}">
      <dgm:prSet/>
      <dgm:spPr/>
      <dgm:t>
        <a:bodyPr/>
        <a:lstStyle/>
        <a:p>
          <a:r>
            <a:rPr lang="pt-PT"/>
            <a:t>- Generated training and CV predictions with performance visualizations</a:t>
          </a:r>
          <a:endParaRPr lang="en-US"/>
        </a:p>
      </dgm:t>
    </dgm:pt>
    <dgm:pt modelId="{C5D41617-8581-42E6-B4CB-B990249EE8B8}" type="parTrans" cxnId="{B273942F-378B-47D3-93D7-39774D8D6088}">
      <dgm:prSet/>
      <dgm:spPr/>
      <dgm:t>
        <a:bodyPr/>
        <a:lstStyle/>
        <a:p>
          <a:endParaRPr lang="en-US"/>
        </a:p>
      </dgm:t>
    </dgm:pt>
    <dgm:pt modelId="{25737D21-7089-46DA-BF95-6A354644AAE8}" type="sibTrans" cxnId="{B273942F-378B-47D3-93D7-39774D8D6088}">
      <dgm:prSet/>
      <dgm:spPr/>
      <dgm:t>
        <a:bodyPr/>
        <a:lstStyle/>
        <a:p>
          <a:endParaRPr lang="en-US"/>
        </a:p>
      </dgm:t>
    </dgm:pt>
    <dgm:pt modelId="{99FA3519-40A7-49AD-8552-4C335EA4F66F}" type="pres">
      <dgm:prSet presAssocID="{B352DA66-D19E-44B4-9C8B-18ADDABD4A87}" presName="vert0" presStyleCnt="0">
        <dgm:presLayoutVars>
          <dgm:dir/>
          <dgm:animOne val="branch"/>
          <dgm:animLvl val="lvl"/>
        </dgm:presLayoutVars>
      </dgm:prSet>
      <dgm:spPr/>
    </dgm:pt>
    <dgm:pt modelId="{02FCD6BB-F4F3-4B92-BA58-AA338FB837A6}" type="pres">
      <dgm:prSet presAssocID="{455DFB7E-D16D-4519-96DD-3302E7EE2502}" presName="thickLine" presStyleLbl="alignNode1" presStyleIdx="0" presStyleCnt="3"/>
      <dgm:spPr/>
    </dgm:pt>
    <dgm:pt modelId="{7F729E8F-464D-40F6-BE2F-F13E9CAA85B6}" type="pres">
      <dgm:prSet presAssocID="{455DFB7E-D16D-4519-96DD-3302E7EE2502}" presName="horz1" presStyleCnt="0"/>
      <dgm:spPr/>
    </dgm:pt>
    <dgm:pt modelId="{7BE58617-76DB-4FF7-A327-087C70216EA8}" type="pres">
      <dgm:prSet presAssocID="{455DFB7E-D16D-4519-96DD-3302E7EE2502}" presName="tx1" presStyleLbl="revTx" presStyleIdx="0" presStyleCnt="12"/>
      <dgm:spPr/>
    </dgm:pt>
    <dgm:pt modelId="{4A3D31CB-0C3C-4CA9-A107-A2E999E76DD4}" type="pres">
      <dgm:prSet presAssocID="{455DFB7E-D16D-4519-96DD-3302E7EE2502}" presName="vert1" presStyleCnt="0"/>
      <dgm:spPr/>
    </dgm:pt>
    <dgm:pt modelId="{2B4885FA-9BE4-427E-A4F7-03FA070B6481}" type="pres">
      <dgm:prSet presAssocID="{53ACA52C-2C5E-4B42-89E7-7F7C0C1B5B66}" presName="vertSpace2a" presStyleCnt="0"/>
      <dgm:spPr/>
    </dgm:pt>
    <dgm:pt modelId="{6C9A8FCC-2714-4E4E-B214-4A55935A30F5}" type="pres">
      <dgm:prSet presAssocID="{53ACA52C-2C5E-4B42-89E7-7F7C0C1B5B66}" presName="horz2" presStyleCnt="0"/>
      <dgm:spPr/>
    </dgm:pt>
    <dgm:pt modelId="{3D7CBEA0-2230-4B28-83FE-26BBB5D0E3CA}" type="pres">
      <dgm:prSet presAssocID="{53ACA52C-2C5E-4B42-89E7-7F7C0C1B5B66}" presName="horzSpace2" presStyleCnt="0"/>
      <dgm:spPr/>
    </dgm:pt>
    <dgm:pt modelId="{0FF1B1A2-639D-4711-A8E7-86BE1D0FEC08}" type="pres">
      <dgm:prSet presAssocID="{53ACA52C-2C5E-4B42-89E7-7F7C0C1B5B66}" presName="tx2" presStyleLbl="revTx" presStyleIdx="1" presStyleCnt="12"/>
      <dgm:spPr/>
    </dgm:pt>
    <dgm:pt modelId="{901CC3CF-2091-4DFF-8AED-9428011A6840}" type="pres">
      <dgm:prSet presAssocID="{53ACA52C-2C5E-4B42-89E7-7F7C0C1B5B66}" presName="vert2" presStyleCnt="0"/>
      <dgm:spPr/>
    </dgm:pt>
    <dgm:pt modelId="{36CB91F9-DBAA-4138-9DDC-52DDBA87FF32}" type="pres">
      <dgm:prSet presAssocID="{53ACA52C-2C5E-4B42-89E7-7F7C0C1B5B66}" presName="thinLine2b" presStyleLbl="callout" presStyleIdx="0" presStyleCnt="9"/>
      <dgm:spPr/>
    </dgm:pt>
    <dgm:pt modelId="{7168C392-420C-4379-A57B-FAD8B509901E}" type="pres">
      <dgm:prSet presAssocID="{53ACA52C-2C5E-4B42-89E7-7F7C0C1B5B66}" presName="vertSpace2b" presStyleCnt="0"/>
      <dgm:spPr/>
    </dgm:pt>
    <dgm:pt modelId="{2F1DB3A2-45BF-4870-B3F5-54244FEBB535}" type="pres">
      <dgm:prSet presAssocID="{25003F71-59A2-4AF4-9C56-7225DE7CBAF4}" presName="horz2" presStyleCnt="0"/>
      <dgm:spPr/>
    </dgm:pt>
    <dgm:pt modelId="{FBA6211C-3AE0-4103-AF54-09E94B3F0D4C}" type="pres">
      <dgm:prSet presAssocID="{25003F71-59A2-4AF4-9C56-7225DE7CBAF4}" presName="horzSpace2" presStyleCnt="0"/>
      <dgm:spPr/>
    </dgm:pt>
    <dgm:pt modelId="{581D0DBB-A542-4678-A09D-5F30682A2104}" type="pres">
      <dgm:prSet presAssocID="{25003F71-59A2-4AF4-9C56-7225DE7CBAF4}" presName="tx2" presStyleLbl="revTx" presStyleIdx="2" presStyleCnt="12"/>
      <dgm:spPr/>
    </dgm:pt>
    <dgm:pt modelId="{CD6C7DE9-AD5F-4B1B-8EA9-F8ACCEEC71AF}" type="pres">
      <dgm:prSet presAssocID="{25003F71-59A2-4AF4-9C56-7225DE7CBAF4}" presName="vert2" presStyleCnt="0"/>
      <dgm:spPr/>
    </dgm:pt>
    <dgm:pt modelId="{969DC354-D520-452C-931D-191D02EF6AB7}" type="pres">
      <dgm:prSet presAssocID="{25003F71-59A2-4AF4-9C56-7225DE7CBAF4}" presName="thinLine2b" presStyleLbl="callout" presStyleIdx="1" presStyleCnt="9"/>
      <dgm:spPr/>
    </dgm:pt>
    <dgm:pt modelId="{66DB1185-C42A-418D-8D1B-4E369524C643}" type="pres">
      <dgm:prSet presAssocID="{25003F71-59A2-4AF4-9C56-7225DE7CBAF4}" presName="vertSpace2b" presStyleCnt="0"/>
      <dgm:spPr/>
    </dgm:pt>
    <dgm:pt modelId="{60B941AE-FCA5-4D5C-A0F7-B662FCFF872A}" type="pres">
      <dgm:prSet presAssocID="{DBF10DAF-AE76-4B14-996E-E2D35E67F0B7}" presName="horz2" presStyleCnt="0"/>
      <dgm:spPr/>
    </dgm:pt>
    <dgm:pt modelId="{72EEF371-7854-47CF-BB9E-078F87DCFD84}" type="pres">
      <dgm:prSet presAssocID="{DBF10DAF-AE76-4B14-996E-E2D35E67F0B7}" presName="horzSpace2" presStyleCnt="0"/>
      <dgm:spPr/>
    </dgm:pt>
    <dgm:pt modelId="{A4841BE0-E322-469E-9022-85CD48C8C2D2}" type="pres">
      <dgm:prSet presAssocID="{DBF10DAF-AE76-4B14-996E-E2D35E67F0B7}" presName="tx2" presStyleLbl="revTx" presStyleIdx="3" presStyleCnt="12"/>
      <dgm:spPr/>
    </dgm:pt>
    <dgm:pt modelId="{9F350774-A0DA-4FD7-8B11-84F700D1B972}" type="pres">
      <dgm:prSet presAssocID="{DBF10DAF-AE76-4B14-996E-E2D35E67F0B7}" presName="vert2" presStyleCnt="0"/>
      <dgm:spPr/>
    </dgm:pt>
    <dgm:pt modelId="{3FBE0D09-C0AB-43A4-BA49-4E42F9DC0F5B}" type="pres">
      <dgm:prSet presAssocID="{DBF10DAF-AE76-4B14-996E-E2D35E67F0B7}" presName="thinLine2b" presStyleLbl="callout" presStyleIdx="2" presStyleCnt="9"/>
      <dgm:spPr/>
    </dgm:pt>
    <dgm:pt modelId="{415E8468-B0D1-4E32-875C-EAFD9E4A19B7}" type="pres">
      <dgm:prSet presAssocID="{DBF10DAF-AE76-4B14-996E-E2D35E67F0B7}" presName="vertSpace2b" presStyleCnt="0"/>
      <dgm:spPr/>
    </dgm:pt>
    <dgm:pt modelId="{B4A5D90A-5EA0-45B1-836E-78174C679D79}" type="pres">
      <dgm:prSet presAssocID="{55683047-86E5-4343-8B3E-020A238ABE8B}" presName="thickLine" presStyleLbl="alignNode1" presStyleIdx="1" presStyleCnt="3"/>
      <dgm:spPr/>
    </dgm:pt>
    <dgm:pt modelId="{40F4B2CD-6B7B-4258-8F6D-0B9C879ECDB6}" type="pres">
      <dgm:prSet presAssocID="{55683047-86E5-4343-8B3E-020A238ABE8B}" presName="horz1" presStyleCnt="0"/>
      <dgm:spPr/>
    </dgm:pt>
    <dgm:pt modelId="{CE53BC91-6284-4CD5-A3D2-FDAC9D74BC86}" type="pres">
      <dgm:prSet presAssocID="{55683047-86E5-4343-8B3E-020A238ABE8B}" presName="tx1" presStyleLbl="revTx" presStyleIdx="4" presStyleCnt="12"/>
      <dgm:spPr/>
    </dgm:pt>
    <dgm:pt modelId="{DE3AF026-EA2C-4800-A48D-ECC30F7C18C6}" type="pres">
      <dgm:prSet presAssocID="{55683047-86E5-4343-8B3E-020A238ABE8B}" presName="vert1" presStyleCnt="0"/>
      <dgm:spPr/>
    </dgm:pt>
    <dgm:pt modelId="{C4104F87-E972-44A1-8737-C7AA6D1B7D89}" type="pres">
      <dgm:prSet presAssocID="{37FE220A-9876-43B9-9140-C2F6A29FDEA5}" presName="vertSpace2a" presStyleCnt="0"/>
      <dgm:spPr/>
    </dgm:pt>
    <dgm:pt modelId="{B9D8C136-6A31-4AD5-A225-FAF87B6211B6}" type="pres">
      <dgm:prSet presAssocID="{37FE220A-9876-43B9-9140-C2F6A29FDEA5}" presName="horz2" presStyleCnt="0"/>
      <dgm:spPr/>
    </dgm:pt>
    <dgm:pt modelId="{E681CF06-54A8-4C6A-BA5B-69CB65034D10}" type="pres">
      <dgm:prSet presAssocID="{37FE220A-9876-43B9-9140-C2F6A29FDEA5}" presName="horzSpace2" presStyleCnt="0"/>
      <dgm:spPr/>
    </dgm:pt>
    <dgm:pt modelId="{8E5834AB-316B-4EF3-867A-F4D77D9CD3FD}" type="pres">
      <dgm:prSet presAssocID="{37FE220A-9876-43B9-9140-C2F6A29FDEA5}" presName="tx2" presStyleLbl="revTx" presStyleIdx="5" presStyleCnt="12"/>
      <dgm:spPr/>
    </dgm:pt>
    <dgm:pt modelId="{990253FD-CAC7-4AEE-8229-9D08AA750049}" type="pres">
      <dgm:prSet presAssocID="{37FE220A-9876-43B9-9140-C2F6A29FDEA5}" presName="vert2" presStyleCnt="0"/>
      <dgm:spPr/>
    </dgm:pt>
    <dgm:pt modelId="{18525C7B-B043-4F51-822A-556DD5AD2042}" type="pres">
      <dgm:prSet presAssocID="{37FE220A-9876-43B9-9140-C2F6A29FDEA5}" presName="thinLine2b" presStyleLbl="callout" presStyleIdx="3" presStyleCnt="9"/>
      <dgm:spPr/>
    </dgm:pt>
    <dgm:pt modelId="{B8AA01AD-0CE7-4683-AD47-59981BB3E5FA}" type="pres">
      <dgm:prSet presAssocID="{37FE220A-9876-43B9-9140-C2F6A29FDEA5}" presName="vertSpace2b" presStyleCnt="0"/>
      <dgm:spPr/>
    </dgm:pt>
    <dgm:pt modelId="{5E7AA1DF-B89D-475E-8261-227350749389}" type="pres">
      <dgm:prSet presAssocID="{9205B2DB-F2F6-4F7F-9505-FAA96C9D5904}" presName="horz2" presStyleCnt="0"/>
      <dgm:spPr/>
    </dgm:pt>
    <dgm:pt modelId="{AF4A5DCA-5D51-4F5A-AA6B-74BF5AD0C79C}" type="pres">
      <dgm:prSet presAssocID="{9205B2DB-F2F6-4F7F-9505-FAA96C9D5904}" presName="horzSpace2" presStyleCnt="0"/>
      <dgm:spPr/>
    </dgm:pt>
    <dgm:pt modelId="{D72D8A29-9AFA-41C1-B370-9F9ECFC4C6D7}" type="pres">
      <dgm:prSet presAssocID="{9205B2DB-F2F6-4F7F-9505-FAA96C9D5904}" presName="tx2" presStyleLbl="revTx" presStyleIdx="6" presStyleCnt="12"/>
      <dgm:spPr/>
    </dgm:pt>
    <dgm:pt modelId="{76AA96C7-E81C-4547-802C-AABA539D6173}" type="pres">
      <dgm:prSet presAssocID="{9205B2DB-F2F6-4F7F-9505-FAA96C9D5904}" presName="vert2" presStyleCnt="0"/>
      <dgm:spPr/>
    </dgm:pt>
    <dgm:pt modelId="{82EE436A-08B1-4511-90B7-60B2D3F9E5C1}" type="pres">
      <dgm:prSet presAssocID="{9205B2DB-F2F6-4F7F-9505-FAA96C9D5904}" presName="thinLine2b" presStyleLbl="callout" presStyleIdx="4" presStyleCnt="9"/>
      <dgm:spPr/>
    </dgm:pt>
    <dgm:pt modelId="{EA495CB6-B394-46A7-80B2-341C40101D4F}" type="pres">
      <dgm:prSet presAssocID="{9205B2DB-F2F6-4F7F-9505-FAA96C9D5904}" presName="vertSpace2b" presStyleCnt="0"/>
      <dgm:spPr/>
    </dgm:pt>
    <dgm:pt modelId="{6306B579-114C-4A40-99C8-907D82D77134}" type="pres">
      <dgm:prSet presAssocID="{1E72562B-B473-4A11-8BC1-3E3E029B0BC8}" presName="horz2" presStyleCnt="0"/>
      <dgm:spPr/>
    </dgm:pt>
    <dgm:pt modelId="{155B69D2-26CF-4EC9-9582-916994CD2B49}" type="pres">
      <dgm:prSet presAssocID="{1E72562B-B473-4A11-8BC1-3E3E029B0BC8}" presName="horzSpace2" presStyleCnt="0"/>
      <dgm:spPr/>
    </dgm:pt>
    <dgm:pt modelId="{53BEAF50-AAF6-4C11-B814-21AF7FF90B63}" type="pres">
      <dgm:prSet presAssocID="{1E72562B-B473-4A11-8BC1-3E3E029B0BC8}" presName="tx2" presStyleLbl="revTx" presStyleIdx="7" presStyleCnt="12"/>
      <dgm:spPr/>
    </dgm:pt>
    <dgm:pt modelId="{16B79D36-6AD7-46CF-93A3-814B03FEDE8E}" type="pres">
      <dgm:prSet presAssocID="{1E72562B-B473-4A11-8BC1-3E3E029B0BC8}" presName="vert2" presStyleCnt="0"/>
      <dgm:spPr/>
    </dgm:pt>
    <dgm:pt modelId="{481B6FFB-0075-48EE-8EDF-408A7FA98320}" type="pres">
      <dgm:prSet presAssocID="{1E72562B-B473-4A11-8BC1-3E3E029B0BC8}" presName="thinLine2b" presStyleLbl="callout" presStyleIdx="5" presStyleCnt="9"/>
      <dgm:spPr/>
    </dgm:pt>
    <dgm:pt modelId="{3CB44FAD-1609-4656-8609-79393BDA3C6C}" type="pres">
      <dgm:prSet presAssocID="{1E72562B-B473-4A11-8BC1-3E3E029B0BC8}" presName="vertSpace2b" presStyleCnt="0"/>
      <dgm:spPr/>
    </dgm:pt>
    <dgm:pt modelId="{1D0AE056-0022-4723-8DAC-7AD099954DCA}" type="pres">
      <dgm:prSet presAssocID="{E5C931D7-A827-47CF-9EF6-584C496CFACB}" presName="thickLine" presStyleLbl="alignNode1" presStyleIdx="2" presStyleCnt="3"/>
      <dgm:spPr/>
    </dgm:pt>
    <dgm:pt modelId="{7FE4A293-1899-47CD-B6BA-E4187DE344ED}" type="pres">
      <dgm:prSet presAssocID="{E5C931D7-A827-47CF-9EF6-584C496CFACB}" presName="horz1" presStyleCnt="0"/>
      <dgm:spPr/>
    </dgm:pt>
    <dgm:pt modelId="{C4FF647B-CAC0-4CF9-A1EE-B44A3234D990}" type="pres">
      <dgm:prSet presAssocID="{E5C931D7-A827-47CF-9EF6-584C496CFACB}" presName="tx1" presStyleLbl="revTx" presStyleIdx="8" presStyleCnt="12"/>
      <dgm:spPr/>
    </dgm:pt>
    <dgm:pt modelId="{56ABD970-6C35-491F-90AB-BCE6A4C0448C}" type="pres">
      <dgm:prSet presAssocID="{E5C931D7-A827-47CF-9EF6-584C496CFACB}" presName="vert1" presStyleCnt="0"/>
      <dgm:spPr/>
    </dgm:pt>
    <dgm:pt modelId="{24858761-3F22-4E57-B38E-A8C4B9AC31D5}" type="pres">
      <dgm:prSet presAssocID="{F921F414-4F8C-416C-B882-F0D30B0F0C47}" presName="vertSpace2a" presStyleCnt="0"/>
      <dgm:spPr/>
    </dgm:pt>
    <dgm:pt modelId="{4F3D2B2F-9FF9-4127-A77F-E019EF9302D5}" type="pres">
      <dgm:prSet presAssocID="{F921F414-4F8C-416C-B882-F0D30B0F0C47}" presName="horz2" presStyleCnt="0"/>
      <dgm:spPr/>
    </dgm:pt>
    <dgm:pt modelId="{AF7E1191-BB9A-4C8F-9D4A-298A2B633A94}" type="pres">
      <dgm:prSet presAssocID="{F921F414-4F8C-416C-B882-F0D30B0F0C47}" presName="horzSpace2" presStyleCnt="0"/>
      <dgm:spPr/>
    </dgm:pt>
    <dgm:pt modelId="{1640453F-C1C7-488D-8240-7AC1D409ABE0}" type="pres">
      <dgm:prSet presAssocID="{F921F414-4F8C-416C-B882-F0D30B0F0C47}" presName="tx2" presStyleLbl="revTx" presStyleIdx="9" presStyleCnt="12"/>
      <dgm:spPr/>
    </dgm:pt>
    <dgm:pt modelId="{1A46DA4E-0553-4CF0-B8D6-E93541829C15}" type="pres">
      <dgm:prSet presAssocID="{F921F414-4F8C-416C-B882-F0D30B0F0C47}" presName="vert2" presStyleCnt="0"/>
      <dgm:spPr/>
    </dgm:pt>
    <dgm:pt modelId="{A5206167-8A71-4E84-B690-E3FBA9BF7144}" type="pres">
      <dgm:prSet presAssocID="{F921F414-4F8C-416C-B882-F0D30B0F0C47}" presName="thinLine2b" presStyleLbl="callout" presStyleIdx="6" presStyleCnt="9"/>
      <dgm:spPr/>
    </dgm:pt>
    <dgm:pt modelId="{EBA6587A-0542-41C0-9DD6-2B6780F8EF1B}" type="pres">
      <dgm:prSet presAssocID="{F921F414-4F8C-416C-B882-F0D30B0F0C47}" presName="vertSpace2b" presStyleCnt="0"/>
      <dgm:spPr/>
    </dgm:pt>
    <dgm:pt modelId="{584530D2-30A7-469A-A892-96403A019C29}" type="pres">
      <dgm:prSet presAssocID="{299FC300-3A65-4255-B447-F7AC6517CE48}" presName="horz2" presStyleCnt="0"/>
      <dgm:spPr/>
    </dgm:pt>
    <dgm:pt modelId="{9CAE1FB5-A6AA-45F1-9145-0B9E56D969C3}" type="pres">
      <dgm:prSet presAssocID="{299FC300-3A65-4255-B447-F7AC6517CE48}" presName="horzSpace2" presStyleCnt="0"/>
      <dgm:spPr/>
    </dgm:pt>
    <dgm:pt modelId="{47080DE9-C3A9-4B65-B5BA-19BE799146D6}" type="pres">
      <dgm:prSet presAssocID="{299FC300-3A65-4255-B447-F7AC6517CE48}" presName="tx2" presStyleLbl="revTx" presStyleIdx="10" presStyleCnt="12"/>
      <dgm:spPr/>
    </dgm:pt>
    <dgm:pt modelId="{1B6F180A-5AA2-4DB4-834D-B364109A8C94}" type="pres">
      <dgm:prSet presAssocID="{299FC300-3A65-4255-B447-F7AC6517CE48}" presName="vert2" presStyleCnt="0"/>
      <dgm:spPr/>
    </dgm:pt>
    <dgm:pt modelId="{5CA7D8B5-6D20-4AB0-9632-905535E4BB5C}" type="pres">
      <dgm:prSet presAssocID="{299FC300-3A65-4255-B447-F7AC6517CE48}" presName="thinLine2b" presStyleLbl="callout" presStyleIdx="7" presStyleCnt="9"/>
      <dgm:spPr/>
    </dgm:pt>
    <dgm:pt modelId="{C2C33451-4308-41F2-B15C-E14F07C22235}" type="pres">
      <dgm:prSet presAssocID="{299FC300-3A65-4255-B447-F7AC6517CE48}" presName="vertSpace2b" presStyleCnt="0"/>
      <dgm:spPr/>
    </dgm:pt>
    <dgm:pt modelId="{5902FCA1-EA0F-4C38-B60B-333200934E67}" type="pres">
      <dgm:prSet presAssocID="{7FBAB309-E3C7-4C0F-8CE0-DAFACA2FA90D}" presName="horz2" presStyleCnt="0"/>
      <dgm:spPr/>
    </dgm:pt>
    <dgm:pt modelId="{6E0C84D3-BD80-4E3C-8B42-1D141F21EDEC}" type="pres">
      <dgm:prSet presAssocID="{7FBAB309-E3C7-4C0F-8CE0-DAFACA2FA90D}" presName="horzSpace2" presStyleCnt="0"/>
      <dgm:spPr/>
    </dgm:pt>
    <dgm:pt modelId="{565990BB-80DC-4E7A-ACF0-BD76AC709CE8}" type="pres">
      <dgm:prSet presAssocID="{7FBAB309-E3C7-4C0F-8CE0-DAFACA2FA90D}" presName="tx2" presStyleLbl="revTx" presStyleIdx="11" presStyleCnt="12"/>
      <dgm:spPr/>
    </dgm:pt>
    <dgm:pt modelId="{AB4E8BE6-326F-4169-808C-D93FD0E817A7}" type="pres">
      <dgm:prSet presAssocID="{7FBAB309-E3C7-4C0F-8CE0-DAFACA2FA90D}" presName="vert2" presStyleCnt="0"/>
      <dgm:spPr/>
    </dgm:pt>
    <dgm:pt modelId="{E7B0B8EF-AD11-42E5-8D9E-555055A1964D}" type="pres">
      <dgm:prSet presAssocID="{7FBAB309-E3C7-4C0F-8CE0-DAFACA2FA90D}" presName="thinLine2b" presStyleLbl="callout" presStyleIdx="8" presStyleCnt="9"/>
      <dgm:spPr/>
    </dgm:pt>
    <dgm:pt modelId="{A802A9B8-646F-4EAE-AC16-61D044D51DA5}" type="pres">
      <dgm:prSet presAssocID="{7FBAB309-E3C7-4C0F-8CE0-DAFACA2FA90D}" presName="vertSpace2b" presStyleCnt="0"/>
      <dgm:spPr/>
    </dgm:pt>
  </dgm:ptLst>
  <dgm:cxnLst>
    <dgm:cxn modelId="{46401203-6477-47FA-A5E6-1B71D08F9F93}" type="presOf" srcId="{F921F414-4F8C-416C-B882-F0D30B0F0C47}" destId="{1640453F-C1C7-488D-8240-7AC1D409ABE0}" srcOrd="0" destOrd="0" presId="urn:microsoft.com/office/officeart/2008/layout/LinedList"/>
    <dgm:cxn modelId="{7BA15A06-DA66-41BB-85D4-5A097CBA0AE8}" srcId="{B352DA66-D19E-44B4-9C8B-18ADDABD4A87}" destId="{455DFB7E-D16D-4519-96DD-3302E7EE2502}" srcOrd="0" destOrd="0" parTransId="{29C176F9-E186-4D5F-A49F-A64721FB24C4}" sibTransId="{0A5D5CFC-789E-47B9-94D5-E177B5B1CF17}"/>
    <dgm:cxn modelId="{C391CE06-9314-43A4-A056-E872DC30AE01}" srcId="{455DFB7E-D16D-4519-96DD-3302E7EE2502}" destId="{DBF10DAF-AE76-4B14-996E-E2D35E67F0B7}" srcOrd="2" destOrd="0" parTransId="{C83683BB-492F-43EE-8E87-DBE26C2AE168}" sibTransId="{788FA832-BAA8-48BC-A7AB-729EFB1F2A90}"/>
    <dgm:cxn modelId="{E0E45319-6328-4B2E-A81B-DF79F2B0D736}" srcId="{455DFB7E-D16D-4519-96DD-3302E7EE2502}" destId="{53ACA52C-2C5E-4B42-89E7-7F7C0C1B5B66}" srcOrd="0" destOrd="0" parTransId="{36B6BDBA-6A41-4405-96DA-3376BFF45E1E}" sibTransId="{10D7B5FC-A091-4252-8E12-0F7A00564B72}"/>
    <dgm:cxn modelId="{C4A98F1B-00D2-4B14-A5D0-7E9BD100505D}" type="presOf" srcId="{1E72562B-B473-4A11-8BC1-3E3E029B0BC8}" destId="{53BEAF50-AAF6-4C11-B814-21AF7FF90B63}" srcOrd="0" destOrd="0" presId="urn:microsoft.com/office/officeart/2008/layout/LinedList"/>
    <dgm:cxn modelId="{7755DA28-F892-4CC8-9BFA-905BA5DA3433}" type="presOf" srcId="{25003F71-59A2-4AF4-9C56-7225DE7CBAF4}" destId="{581D0DBB-A542-4678-A09D-5F30682A2104}" srcOrd="0" destOrd="0" presId="urn:microsoft.com/office/officeart/2008/layout/LinedList"/>
    <dgm:cxn modelId="{A7F6E92B-3AD5-4D23-9A4F-35A1506E94A6}" srcId="{E5C931D7-A827-47CF-9EF6-584C496CFACB}" destId="{F921F414-4F8C-416C-B882-F0D30B0F0C47}" srcOrd="0" destOrd="0" parTransId="{4F72C67C-7E08-4FA4-8872-D6575B2EF576}" sibTransId="{DF8F4D08-C300-466F-BACF-F9AAA505C7A1}"/>
    <dgm:cxn modelId="{B273942F-378B-47D3-93D7-39774D8D6088}" srcId="{E5C931D7-A827-47CF-9EF6-584C496CFACB}" destId="{7FBAB309-E3C7-4C0F-8CE0-DAFACA2FA90D}" srcOrd="2" destOrd="0" parTransId="{C5D41617-8581-42E6-B4CB-B990249EE8B8}" sibTransId="{25737D21-7089-46DA-BF95-6A354644AAE8}"/>
    <dgm:cxn modelId="{658C8330-1C09-4082-8BBC-D5A370BCE96E}" type="presOf" srcId="{7FBAB309-E3C7-4C0F-8CE0-DAFACA2FA90D}" destId="{565990BB-80DC-4E7A-ACF0-BD76AC709CE8}" srcOrd="0" destOrd="0" presId="urn:microsoft.com/office/officeart/2008/layout/LinedList"/>
    <dgm:cxn modelId="{DD126C33-9108-4881-993E-0EB909A983D9}" srcId="{E5C931D7-A827-47CF-9EF6-584C496CFACB}" destId="{299FC300-3A65-4255-B447-F7AC6517CE48}" srcOrd="1" destOrd="0" parTransId="{3F414B96-80F1-41A8-B227-36E26F6DDBB8}" sibTransId="{1A95D61D-A535-4FCD-BD26-7719D5EBDF13}"/>
    <dgm:cxn modelId="{E35F2868-5010-4E94-98FC-B22CEBE319CA}" type="presOf" srcId="{9205B2DB-F2F6-4F7F-9505-FAA96C9D5904}" destId="{D72D8A29-9AFA-41C1-B370-9F9ECFC4C6D7}" srcOrd="0" destOrd="0" presId="urn:microsoft.com/office/officeart/2008/layout/LinedList"/>
    <dgm:cxn modelId="{90B68F6C-9C6E-4427-9FA4-EF0352E03BE1}" srcId="{B352DA66-D19E-44B4-9C8B-18ADDABD4A87}" destId="{55683047-86E5-4343-8B3E-020A238ABE8B}" srcOrd="1" destOrd="0" parTransId="{CB679B8E-EA63-46DD-B0ED-0718750F5272}" sibTransId="{215DAC21-0A2A-41E1-ABEA-851BC2AF6406}"/>
    <dgm:cxn modelId="{7296046D-00F6-47D9-97ED-7656C4F2FD0D}" srcId="{455DFB7E-D16D-4519-96DD-3302E7EE2502}" destId="{25003F71-59A2-4AF4-9C56-7225DE7CBAF4}" srcOrd="1" destOrd="0" parTransId="{F13E1DF6-9757-4AF1-AD7A-E35AA7AB4B14}" sibTransId="{71EDBF9A-0304-41B9-96A7-8059CC87356C}"/>
    <dgm:cxn modelId="{6608966E-A3A4-420C-93E5-A583C69A5875}" type="presOf" srcId="{B352DA66-D19E-44B4-9C8B-18ADDABD4A87}" destId="{99FA3519-40A7-49AD-8552-4C335EA4F66F}" srcOrd="0" destOrd="0" presId="urn:microsoft.com/office/officeart/2008/layout/LinedList"/>
    <dgm:cxn modelId="{15FFDD72-9783-4326-8D32-675AB2CA30B8}" srcId="{55683047-86E5-4343-8B3E-020A238ABE8B}" destId="{9205B2DB-F2F6-4F7F-9505-FAA96C9D5904}" srcOrd="1" destOrd="0" parTransId="{D1C12AC8-FA94-4C45-B903-AF32361936F3}" sibTransId="{1FC227CD-9483-4FB3-AB8B-EEB0DBA5B5D1}"/>
    <dgm:cxn modelId="{96F13280-A7C5-4D30-BE32-2F15D876850C}" type="presOf" srcId="{455DFB7E-D16D-4519-96DD-3302E7EE2502}" destId="{7BE58617-76DB-4FF7-A327-087C70216EA8}" srcOrd="0" destOrd="0" presId="urn:microsoft.com/office/officeart/2008/layout/LinedList"/>
    <dgm:cxn modelId="{A3DD6B88-7BD5-45FE-9619-56EF718AAC4B}" type="presOf" srcId="{E5C931D7-A827-47CF-9EF6-584C496CFACB}" destId="{C4FF647B-CAC0-4CF9-A1EE-B44A3234D990}" srcOrd="0" destOrd="0" presId="urn:microsoft.com/office/officeart/2008/layout/LinedList"/>
    <dgm:cxn modelId="{9E8780A0-3EA0-4B8A-8151-54AA979EB8E8}" type="presOf" srcId="{53ACA52C-2C5E-4B42-89E7-7F7C0C1B5B66}" destId="{0FF1B1A2-639D-4711-A8E7-86BE1D0FEC08}" srcOrd="0" destOrd="0" presId="urn:microsoft.com/office/officeart/2008/layout/LinedList"/>
    <dgm:cxn modelId="{D04736B6-7F98-4C97-B8EC-32AA50041986}" srcId="{B352DA66-D19E-44B4-9C8B-18ADDABD4A87}" destId="{E5C931D7-A827-47CF-9EF6-584C496CFACB}" srcOrd="2" destOrd="0" parTransId="{2C60CFAE-19D5-4854-9846-14CA054F5943}" sibTransId="{6096E42C-2A62-4FE1-8045-70B4973F35E2}"/>
    <dgm:cxn modelId="{93898AB7-699B-44BC-B79E-2690B31D9C7F}" srcId="{55683047-86E5-4343-8B3E-020A238ABE8B}" destId="{37FE220A-9876-43B9-9140-C2F6A29FDEA5}" srcOrd="0" destOrd="0" parTransId="{D30A4474-C96F-4450-BC1B-8C99E4E6BE5E}" sibTransId="{581EE161-A5F2-46CA-ADD9-C8CE7DB0173E}"/>
    <dgm:cxn modelId="{347744C3-12AE-4A68-921D-7F9E8F6A495D}" type="presOf" srcId="{37FE220A-9876-43B9-9140-C2F6A29FDEA5}" destId="{8E5834AB-316B-4EF3-867A-F4D77D9CD3FD}" srcOrd="0" destOrd="0" presId="urn:microsoft.com/office/officeart/2008/layout/LinedList"/>
    <dgm:cxn modelId="{8F57D1D7-815E-4F95-BCB8-8C4C0297CAD6}" type="presOf" srcId="{DBF10DAF-AE76-4B14-996E-E2D35E67F0B7}" destId="{A4841BE0-E322-469E-9022-85CD48C8C2D2}" srcOrd="0" destOrd="0" presId="urn:microsoft.com/office/officeart/2008/layout/LinedList"/>
    <dgm:cxn modelId="{ED1A88DE-CB94-4C70-843D-E0AB27832AA1}" type="presOf" srcId="{55683047-86E5-4343-8B3E-020A238ABE8B}" destId="{CE53BC91-6284-4CD5-A3D2-FDAC9D74BC86}" srcOrd="0" destOrd="0" presId="urn:microsoft.com/office/officeart/2008/layout/LinedList"/>
    <dgm:cxn modelId="{06FDF2E5-A464-4C92-A089-CE0561103780}" srcId="{55683047-86E5-4343-8B3E-020A238ABE8B}" destId="{1E72562B-B473-4A11-8BC1-3E3E029B0BC8}" srcOrd="2" destOrd="0" parTransId="{81D995B2-27E5-4698-A12F-AC5405C28A20}" sibTransId="{A7B050D8-CA2F-4970-93AA-1B735FC5FCC6}"/>
    <dgm:cxn modelId="{E60D58F0-D302-41D9-85E1-84A157B054B3}" type="presOf" srcId="{299FC300-3A65-4255-B447-F7AC6517CE48}" destId="{47080DE9-C3A9-4B65-B5BA-19BE799146D6}" srcOrd="0" destOrd="0" presId="urn:microsoft.com/office/officeart/2008/layout/LinedList"/>
    <dgm:cxn modelId="{718D9586-E382-428D-A093-91E5646510A7}" type="presParOf" srcId="{99FA3519-40A7-49AD-8552-4C335EA4F66F}" destId="{02FCD6BB-F4F3-4B92-BA58-AA338FB837A6}" srcOrd="0" destOrd="0" presId="urn:microsoft.com/office/officeart/2008/layout/LinedList"/>
    <dgm:cxn modelId="{12D11613-1FE8-4E09-BCC3-11D11692469D}" type="presParOf" srcId="{99FA3519-40A7-49AD-8552-4C335EA4F66F}" destId="{7F729E8F-464D-40F6-BE2F-F13E9CAA85B6}" srcOrd="1" destOrd="0" presId="urn:microsoft.com/office/officeart/2008/layout/LinedList"/>
    <dgm:cxn modelId="{216834CC-CA73-44F3-A7C0-5D084D6CF158}" type="presParOf" srcId="{7F729E8F-464D-40F6-BE2F-F13E9CAA85B6}" destId="{7BE58617-76DB-4FF7-A327-087C70216EA8}" srcOrd="0" destOrd="0" presId="urn:microsoft.com/office/officeart/2008/layout/LinedList"/>
    <dgm:cxn modelId="{C489C0B0-7EB7-452B-90B7-7A7C581FE2B2}" type="presParOf" srcId="{7F729E8F-464D-40F6-BE2F-F13E9CAA85B6}" destId="{4A3D31CB-0C3C-4CA9-A107-A2E999E76DD4}" srcOrd="1" destOrd="0" presId="urn:microsoft.com/office/officeart/2008/layout/LinedList"/>
    <dgm:cxn modelId="{38935539-9FFC-4921-B375-69C88F0CBEA0}" type="presParOf" srcId="{4A3D31CB-0C3C-4CA9-A107-A2E999E76DD4}" destId="{2B4885FA-9BE4-427E-A4F7-03FA070B6481}" srcOrd="0" destOrd="0" presId="urn:microsoft.com/office/officeart/2008/layout/LinedList"/>
    <dgm:cxn modelId="{9A286E8B-8C13-4C30-A288-F8CC8BCB2978}" type="presParOf" srcId="{4A3D31CB-0C3C-4CA9-A107-A2E999E76DD4}" destId="{6C9A8FCC-2714-4E4E-B214-4A55935A30F5}" srcOrd="1" destOrd="0" presId="urn:microsoft.com/office/officeart/2008/layout/LinedList"/>
    <dgm:cxn modelId="{E5654B8F-C914-4108-8F74-84E906C6D215}" type="presParOf" srcId="{6C9A8FCC-2714-4E4E-B214-4A55935A30F5}" destId="{3D7CBEA0-2230-4B28-83FE-26BBB5D0E3CA}" srcOrd="0" destOrd="0" presId="urn:microsoft.com/office/officeart/2008/layout/LinedList"/>
    <dgm:cxn modelId="{3FB464B0-8BC7-49B1-9E25-C87B2A51546C}" type="presParOf" srcId="{6C9A8FCC-2714-4E4E-B214-4A55935A30F5}" destId="{0FF1B1A2-639D-4711-A8E7-86BE1D0FEC08}" srcOrd="1" destOrd="0" presId="urn:microsoft.com/office/officeart/2008/layout/LinedList"/>
    <dgm:cxn modelId="{C0F2A096-D6DB-44CB-944C-37331477D349}" type="presParOf" srcId="{6C9A8FCC-2714-4E4E-B214-4A55935A30F5}" destId="{901CC3CF-2091-4DFF-8AED-9428011A6840}" srcOrd="2" destOrd="0" presId="urn:microsoft.com/office/officeart/2008/layout/LinedList"/>
    <dgm:cxn modelId="{156C0F44-A2DB-469B-9E6B-FE7F28F8ABE7}" type="presParOf" srcId="{4A3D31CB-0C3C-4CA9-A107-A2E999E76DD4}" destId="{36CB91F9-DBAA-4138-9DDC-52DDBA87FF32}" srcOrd="2" destOrd="0" presId="urn:microsoft.com/office/officeart/2008/layout/LinedList"/>
    <dgm:cxn modelId="{CEA81277-6D53-4304-AEF8-6B71D0BB3C2C}" type="presParOf" srcId="{4A3D31CB-0C3C-4CA9-A107-A2E999E76DD4}" destId="{7168C392-420C-4379-A57B-FAD8B509901E}" srcOrd="3" destOrd="0" presId="urn:microsoft.com/office/officeart/2008/layout/LinedList"/>
    <dgm:cxn modelId="{D3307D24-A931-42E0-BAD9-04D4CA8071DE}" type="presParOf" srcId="{4A3D31CB-0C3C-4CA9-A107-A2E999E76DD4}" destId="{2F1DB3A2-45BF-4870-B3F5-54244FEBB535}" srcOrd="4" destOrd="0" presId="urn:microsoft.com/office/officeart/2008/layout/LinedList"/>
    <dgm:cxn modelId="{645DDB9C-1D84-4470-B451-4BE0E29B7BBE}" type="presParOf" srcId="{2F1DB3A2-45BF-4870-B3F5-54244FEBB535}" destId="{FBA6211C-3AE0-4103-AF54-09E94B3F0D4C}" srcOrd="0" destOrd="0" presId="urn:microsoft.com/office/officeart/2008/layout/LinedList"/>
    <dgm:cxn modelId="{0F3C65C6-729E-48BF-A556-037B75AB04B7}" type="presParOf" srcId="{2F1DB3A2-45BF-4870-B3F5-54244FEBB535}" destId="{581D0DBB-A542-4678-A09D-5F30682A2104}" srcOrd="1" destOrd="0" presId="urn:microsoft.com/office/officeart/2008/layout/LinedList"/>
    <dgm:cxn modelId="{288F463F-B6EF-4D84-BDA2-747A82F1DD7A}" type="presParOf" srcId="{2F1DB3A2-45BF-4870-B3F5-54244FEBB535}" destId="{CD6C7DE9-AD5F-4B1B-8EA9-F8ACCEEC71AF}" srcOrd="2" destOrd="0" presId="urn:microsoft.com/office/officeart/2008/layout/LinedList"/>
    <dgm:cxn modelId="{30DD7AE9-5A3A-4023-966D-66021A8D6D41}" type="presParOf" srcId="{4A3D31CB-0C3C-4CA9-A107-A2E999E76DD4}" destId="{969DC354-D520-452C-931D-191D02EF6AB7}" srcOrd="5" destOrd="0" presId="urn:microsoft.com/office/officeart/2008/layout/LinedList"/>
    <dgm:cxn modelId="{B65D1AC1-BCD5-4C00-BD88-67B92BF11D58}" type="presParOf" srcId="{4A3D31CB-0C3C-4CA9-A107-A2E999E76DD4}" destId="{66DB1185-C42A-418D-8D1B-4E369524C643}" srcOrd="6" destOrd="0" presId="urn:microsoft.com/office/officeart/2008/layout/LinedList"/>
    <dgm:cxn modelId="{2F859C47-B8D7-43B2-B007-A149F1EAC270}" type="presParOf" srcId="{4A3D31CB-0C3C-4CA9-A107-A2E999E76DD4}" destId="{60B941AE-FCA5-4D5C-A0F7-B662FCFF872A}" srcOrd="7" destOrd="0" presId="urn:microsoft.com/office/officeart/2008/layout/LinedList"/>
    <dgm:cxn modelId="{181B6B91-5244-4919-B693-0DE8DD8CE81F}" type="presParOf" srcId="{60B941AE-FCA5-4D5C-A0F7-B662FCFF872A}" destId="{72EEF371-7854-47CF-BB9E-078F87DCFD84}" srcOrd="0" destOrd="0" presId="urn:microsoft.com/office/officeart/2008/layout/LinedList"/>
    <dgm:cxn modelId="{2346C094-3897-47CE-8BDE-4C2AF1A86C52}" type="presParOf" srcId="{60B941AE-FCA5-4D5C-A0F7-B662FCFF872A}" destId="{A4841BE0-E322-469E-9022-85CD48C8C2D2}" srcOrd="1" destOrd="0" presId="urn:microsoft.com/office/officeart/2008/layout/LinedList"/>
    <dgm:cxn modelId="{CDFE4E85-F51A-4220-97C5-376443474B10}" type="presParOf" srcId="{60B941AE-FCA5-4D5C-A0F7-B662FCFF872A}" destId="{9F350774-A0DA-4FD7-8B11-84F700D1B972}" srcOrd="2" destOrd="0" presId="urn:microsoft.com/office/officeart/2008/layout/LinedList"/>
    <dgm:cxn modelId="{D546E9C9-8412-4C4D-A860-DEF7D173CE5A}" type="presParOf" srcId="{4A3D31CB-0C3C-4CA9-A107-A2E999E76DD4}" destId="{3FBE0D09-C0AB-43A4-BA49-4E42F9DC0F5B}" srcOrd="8" destOrd="0" presId="urn:microsoft.com/office/officeart/2008/layout/LinedList"/>
    <dgm:cxn modelId="{6FFBCEE3-E264-497F-A49A-9D34CC83AA9E}" type="presParOf" srcId="{4A3D31CB-0C3C-4CA9-A107-A2E999E76DD4}" destId="{415E8468-B0D1-4E32-875C-EAFD9E4A19B7}" srcOrd="9" destOrd="0" presId="urn:microsoft.com/office/officeart/2008/layout/LinedList"/>
    <dgm:cxn modelId="{3CE09051-B8FF-45BD-A26B-1194E0CECFFE}" type="presParOf" srcId="{99FA3519-40A7-49AD-8552-4C335EA4F66F}" destId="{B4A5D90A-5EA0-45B1-836E-78174C679D79}" srcOrd="2" destOrd="0" presId="urn:microsoft.com/office/officeart/2008/layout/LinedList"/>
    <dgm:cxn modelId="{B536474C-97EF-44EB-A608-DA096B1233CC}" type="presParOf" srcId="{99FA3519-40A7-49AD-8552-4C335EA4F66F}" destId="{40F4B2CD-6B7B-4258-8F6D-0B9C879ECDB6}" srcOrd="3" destOrd="0" presId="urn:microsoft.com/office/officeart/2008/layout/LinedList"/>
    <dgm:cxn modelId="{5BCB5263-BE45-4C4F-AF81-12F8BEE3D6BD}" type="presParOf" srcId="{40F4B2CD-6B7B-4258-8F6D-0B9C879ECDB6}" destId="{CE53BC91-6284-4CD5-A3D2-FDAC9D74BC86}" srcOrd="0" destOrd="0" presId="urn:microsoft.com/office/officeart/2008/layout/LinedList"/>
    <dgm:cxn modelId="{CD511EA7-9E3A-4FB3-95F6-D982D2845CAB}" type="presParOf" srcId="{40F4B2CD-6B7B-4258-8F6D-0B9C879ECDB6}" destId="{DE3AF026-EA2C-4800-A48D-ECC30F7C18C6}" srcOrd="1" destOrd="0" presId="urn:microsoft.com/office/officeart/2008/layout/LinedList"/>
    <dgm:cxn modelId="{E6AA767D-93E4-4F80-933C-585A24C7D226}" type="presParOf" srcId="{DE3AF026-EA2C-4800-A48D-ECC30F7C18C6}" destId="{C4104F87-E972-44A1-8737-C7AA6D1B7D89}" srcOrd="0" destOrd="0" presId="urn:microsoft.com/office/officeart/2008/layout/LinedList"/>
    <dgm:cxn modelId="{E61E5A9B-6A70-44A7-8F8D-B783BC8BAF93}" type="presParOf" srcId="{DE3AF026-EA2C-4800-A48D-ECC30F7C18C6}" destId="{B9D8C136-6A31-4AD5-A225-FAF87B6211B6}" srcOrd="1" destOrd="0" presId="urn:microsoft.com/office/officeart/2008/layout/LinedList"/>
    <dgm:cxn modelId="{3753BAD1-3EB7-458A-87F2-1CB2D7B78867}" type="presParOf" srcId="{B9D8C136-6A31-4AD5-A225-FAF87B6211B6}" destId="{E681CF06-54A8-4C6A-BA5B-69CB65034D10}" srcOrd="0" destOrd="0" presId="urn:microsoft.com/office/officeart/2008/layout/LinedList"/>
    <dgm:cxn modelId="{D0EBAF21-1CA0-46A0-8D7F-66611C99DB18}" type="presParOf" srcId="{B9D8C136-6A31-4AD5-A225-FAF87B6211B6}" destId="{8E5834AB-316B-4EF3-867A-F4D77D9CD3FD}" srcOrd="1" destOrd="0" presId="urn:microsoft.com/office/officeart/2008/layout/LinedList"/>
    <dgm:cxn modelId="{D433411D-EE50-4D78-AF17-7ACD6C07ECE3}" type="presParOf" srcId="{B9D8C136-6A31-4AD5-A225-FAF87B6211B6}" destId="{990253FD-CAC7-4AEE-8229-9D08AA750049}" srcOrd="2" destOrd="0" presId="urn:microsoft.com/office/officeart/2008/layout/LinedList"/>
    <dgm:cxn modelId="{78F0E223-50D0-4532-80E6-74962101E84F}" type="presParOf" srcId="{DE3AF026-EA2C-4800-A48D-ECC30F7C18C6}" destId="{18525C7B-B043-4F51-822A-556DD5AD2042}" srcOrd="2" destOrd="0" presId="urn:microsoft.com/office/officeart/2008/layout/LinedList"/>
    <dgm:cxn modelId="{A55741F3-DFBB-4D6D-9000-95D6321E8725}" type="presParOf" srcId="{DE3AF026-EA2C-4800-A48D-ECC30F7C18C6}" destId="{B8AA01AD-0CE7-4683-AD47-59981BB3E5FA}" srcOrd="3" destOrd="0" presId="urn:microsoft.com/office/officeart/2008/layout/LinedList"/>
    <dgm:cxn modelId="{267A56C1-695C-42E2-AD12-9550D0792B09}" type="presParOf" srcId="{DE3AF026-EA2C-4800-A48D-ECC30F7C18C6}" destId="{5E7AA1DF-B89D-475E-8261-227350749389}" srcOrd="4" destOrd="0" presId="urn:microsoft.com/office/officeart/2008/layout/LinedList"/>
    <dgm:cxn modelId="{6312C142-A54E-43FE-8E92-D03C5328B17C}" type="presParOf" srcId="{5E7AA1DF-B89D-475E-8261-227350749389}" destId="{AF4A5DCA-5D51-4F5A-AA6B-74BF5AD0C79C}" srcOrd="0" destOrd="0" presId="urn:microsoft.com/office/officeart/2008/layout/LinedList"/>
    <dgm:cxn modelId="{0E6A438B-6984-4E4D-9BA0-B45D896DBD8F}" type="presParOf" srcId="{5E7AA1DF-B89D-475E-8261-227350749389}" destId="{D72D8A29-9AFA-41C1-B370-9F9ECFC4C6D7}" srcOrd="1" destOrd="0" presId="urn:microsoft.com/office/officeart/2008/layout/LinedList"/>
    <dgm:cxn modelId="{3BCB5638-5505-47BC-A2D6-7966C1942E67}" type="presParOf" srcId="{5E7AA1DF-B89D-475E-8261-227350749389}" destId="{76AA96C7-E81C-4547-802C-AABA539D6173}" srcOrd="2" destOrd="0" presId="urn:microsoft.com/office/officeart/2008/layout/LinedList"/>
    <dgm:cxn modelId="{7FC3131E-F6F4-4448-88C0-7E052E16975A}" type="presParOf" srcId="{DE3AF026-EA2C-4800-A48D-ECC30F7C18C6}" destId="{82EE436A-08B1-4511-90B7-60B2D3F9E5C1}" srcOrd="5" destOrd="0" presId="urn:microsoft.com/office/officeart/2008/layout/LinedList"/>
    <dgm:cxn modelId="{4B1072BC-BE25-4DD1-A234-51CF8DAA5916}" type="presParOf" srcId="{DE3AF026-EA2C-4800-A48D-ECC30F7C18C6}" destId="{EA495CB6-B394-46A7-80B2-341C40101D4F}" srcOrd="6" destOrd="0" presId="urn:microsoft.com/office/officeart/2008/layout/LinedList"/>
    <dgm:cxn modelId="{BF4EA7D1-A434-48F1-9E1B-4B846778EFFC}" type="presParOf" srcId="{DE3AF026-EA2C-4800-A48D-ECC30F7C18C6}" destId="{6306B579-114C-4A40-99C8-907D82D77134}" srcOrd="7" destOrd="0" presId="urn:microsoft.com/office/officeart/2008/layout/LinedList"/>
    <dgm:cxn modelId="{6B89633C-5F51-42E8-B8DC-2E1C8DED61C8}" type="presParOf" srcId="{6306B579-114C-4A40-99C8-907D82D77134}" destId="{155B69D2-26CF-4EC9-9582-916994CD2B49}" srcOrd="0" destOrd="0" presId="urn:microsoft.com/office/officeart/2008/layout/LinedList"/>
    <dgm:cxn modelId="{D93BDB39-1295-4AA4-BE3C-880F832BAE9D}" type="presParOf" srcId="{6306B579-114C-4A40-99C8-907D82D77134}" destId="{53BEAF50-AAF6-4C11-B814-21AF7FF90B63}" srcOrd="1" destOrd="0" presId="urn:microsoft.com/office/officeart/2008/layout/LinedList"/>
    <dgm:cxn modelId="{8D28378D-71D6-4876-B166-AA8840D19D70}" type="presParOf" srcId="{6306B579-114C-4A40-99C8-907D82D77134}" destId="{16B79D36-6AD7-46CF-93A3-814B03FEDE8E}" srcOrd="2" destOrd="0" presId="urn:microsoft.com/office/officeart/2008/layout/LinedList"/>
    <dgm:cxn modelId="{F2B8DD1B-A599-4604-AF74-CC476DB0AA4C}" type="presParOf" srcId="{DE3AF026-EA2C-4800-A48D-ECC30F7C18C6}" destId="{481B6FFB-0075-48EE-8EDF-408A7FA98320}" srcOrd="8" destOrd="0" presId="urn:microsoft.com/office/officeart/2008/layout/LinedList"/>
    <dgm:cxn modelId="{3D041E76-5106-4DAF-9865-8A09EBDBB071}" type="presParOf" srcId="{DE3AF026-EA2C-4800-A48D-ECC30F7C18C6}" destId="{3CB44FAD-1609-4656-8609-79393BDA3C6C}" srcOrd="9" destOrd="0" presId="urn:microsoft.com/office/officeart/2008/layout/LinedList"/>
    <dgm:cxn modelId="{7910C0F3-1111-4314-8180-492A58D2207A}" type="presParOf" srcId="{99FA3519-40A7-49AD-8552-4C335EA4F66F}" destId="{1D0AE056-0022-4723-8DAC-7AD099954DCA}" srcOrd="4" destOrd="0" presId="urn:microsoft.com/office/officeart/2008/layout/LinedList"/>
    <dgm:cxn modelId="{45460CFA-AFA7-43F2-B4B9-EC7A4B2AF46A}" type="presParOf" srcId="{99FA3519-40A7-49AD-8552-4C335EA4F66F}" destId="{7FE4A293-1899-47CD-B6BA-E4187DE344ED}" srcOrd="5" destOrd="0" presId="urn:microsoft.com/office/officeart/2008/layout/LinedList"/>
    <dgm:cxn modelId="{427D0B71-1C2B-45C6-9AA4-F7C5E2BEF3B1}" type="presParOf" srcId="{7FE4A293-1899-47CD-B6BA-E4187DE344ED}" destId="{C4FF647B-CAC0-4CF9-A1EE-B44A3234D990}" srcOrd="0" destOrd="0" presId="urn:microsoft.com/office/officeart/2008/layout/LinedList"/>
    <dgm:cxn modelId="{1BA48765-1031-4FE5-B542-141C06C86FC6}" type="presParOf" srcId="{7FE4A293-1899-47CD-B6BA-E4187DE344ED}" destId="{56ABD970-6C35-491F-90AB-BCE6A4C0448C}" srcOrd="1" destOrd="0" presId="urn:microsoft.com/office/officeart/2008/layout/LinedList"/>
    <dgm:cxn modelId="{536ECA68-2D2A-4A33-B357-F834E8BBEA3B}" type="presParOf" srcId="{56ABD970-6C35-491F-90AB-BCE6A4C0448C}" destId="{24858761-3F22-4E57-B38E-A8C4B9AC31D5}" srcOrd="0" destOrd="0" presId="urn:microsoft.com/office/officeart/2008/layout/LinedList"/>
    <dgm:cxn modelId="{81033852-436A-4009-B9A4-324CA4BD1DD0}" type="presParOf" srcId="{56ABD970-6C35-491F-90AB-BCE6A4C0448C}" destId="{4F3D2B2F-9FF9-4127-A77F-E019EF9302D5}" srcOrd="1" destOrd="0" presId="urn:microsoft.com/office/officeart/2008/layout/LinedList"/>
    <dgm:cxn modelId="{13CF07CA-63B2-4FE5-952A-F1DE854114E3}" type="presParOf" srcId="{4F3D2B2F-9FF9-4127-A77F-E019EF9302D5}" destId="{AF7E1191-BB9A-4C8F-9D4A-298A2B633A94}" srcOrd="0" destOrd="0" presId="urn:microsoft.com/office/officeart/2008/layout/LinedList"/>
    <dgm:cxn modelId="{ECA2BA30-CE98-46B6-850E-151B9008326D}" type="presParOf" srcId="{4F3D2B2F-9FF9-4127-A77F-E019EF9302D5}" destId="{1640453F-C1C7-488D-8240-7AC1D409ABE0}" srcOrd="1" destOrd="0" presId="urn:microsoft.com/office/officeart/2008/layout/LinedList"/>
    <dgm:cxn modelId="{B9B3288E-A2D4-4503-8D44-D4E4A8EB9C0C}" type="presParOf" srcId="{4F3D2B2F-9FF9-4127-A77F-E019EF9302D5}" destId="{1A46DA4E-0553-4CF0-B8D6-E93541829C15}" srcOrd="2" destOrd="0" presId="urn:microsoft.com/office/officeart/2008/layout/LinedList"/>
    <dgm:cxn modelId="{DE389515-9D8D-4EB1-B185-75A1B00B81B4}" type="presParOf" srcId="{56ABD970-6C35-491F-90AB-BCE6A4C0448C}" destId="{A5206167-8A71-4E84-B690-E3FBA9BF7144}" srcOrd="2" destOrd="0" presId="urn:microsoft.com/office/officeart/2008/layout/LinedList"/>
    <dgm:cxn modelId="{E57B8A49-E83C-4471-A8E5-E6A4A6822A60}" type="presParOf" srcId="{56ABD970-6C35-491F-90AB-BCE6A4C0448C}" destId="{EBA6587A-0542-41C0-9DD6-2B6780F8EF1B}" srcOrd="3" destOrd="0" presId="urn:microsoft.com/office/officeart/2008/layout/LinedList"/>
    <dgm:cxn modelId="{53EE64D2-E932-41BD-9EE7-A4DB5AB75988}" type="presParOf" srcId="{56ABD970-6C35-491F-90AB-BCE6A4C0448C}" destId="{584530D2-30A7-469A-A892-96403A019C29}" srcOrd="4" destOrd="0" presId="urn:microsoft.com/office/officeart/2008/layout/LinedList"/>
    <dgm:cxn modelId="{19614FB5-4A24-4F8B-B522-3BB76D5F3442}" type="presParOf" srcId="{584530D2-30A7-469A-A892-96403A019C29}" destId="{9CAE1FB5-A6AA-45F1-9145-0B9E56D969C3}" srcOrd="0" destOrd="0" presId="urn:microsoft.com/office/officeart/2008/layout/LinedList"/>
    <dgm:cxn modelId="{7AAEF3CA-83B2-486E-9D5A-3CA68DD9D19E}" type="presParOf" srcId="{584530D2-30A7-469A-A892-96403A019C29}" destId="{47080DE9-C3A9-4B65-B5BA-19BE799146D6}" srcOrd="1" destOrd="0" presId="urn:microsoft.com/office/officeart/2008/layout/LinedList"/>
    <dgm:cxn modelId="{985725CA-56B0-43C9-BE39-337BB752984F}" type="presParOf" srcId="{584530D2-30A7-469A-A892-96403A019C29}" destId="{1B6F180A-5AA2-4DB4-834D-B364109A8C94}" srcOrd="2" destOrd="0" presId="urn:microsoft.com/office/officeart/2008/layout/LinedList"/>
    <dgm:cxn modelId="{114A7FB2-9302-4022-B892-B82105F45AC5}" type="presParOf" srcId="{56ABD970-6C35-491F-90AB-BCE6A4C0448C}" destId="{5CA7D8B5-6D20-4AB0-9632-905535E4BB5C}" srcOrd="5" destOrd="0" presId="urn:microsoft.com/office/officeart/2008/layout/LinedList"/>
    <dgm:cxn modelId="{200675E8-1D17-4B9A-8717-68BCDEC74B0D}" type="presParOf" srcId="{56ABD970-6C35-491F-90AB-BCE6A4C0448C}" destId="{C2C33451-4308-41F2-B15C-E14F07C22235}" srcOrd="6" destOrd="0" presId="urn:microsoft.com/office/officeart/2008/layout/LinedList"/>
    <dgm:cxn modelId="{3C370311-FE51-4365-B463-EE3385A4E3B8}" type="presParOf" srcId="{56ABD970-6C35-491F-90AB-BCE6A4C0448C}" destId="{5902FCA1-EA0F-4C38-B60B-333200934E67}" srcOrd="7" destOrd="0" presId="urn:microsoft.com/office/officeart/2008/layout/LinedList"/>
    <dgm:cxn modelId="{FE8B0691-B40C-4F64-BB5C-8389F321AD24}" type="presParOf" srcId="{5902FCA1-EA0F-4C38-B60B-333200934E67}" destId="{6E0C84D3-BD80-4E3C-8B42-1D141F21EDEC}" srcOrd="0" destOrd="0" presId="urn:microsoft.com/office/officeart/2008/layout/LinedList"/>
    <dgm:cxn modelId="{7316DD42-7174-4F17-94C7-D5934218DE0E}" type="presParOf" srcId="{5902FCA1-EA0F-4C38-B60B-333200934E67}" destId="{565990BB-80DC-4E7A-ACF0-BD76AC709CE8}" srcOrd="1" destOrd="0" presId="urn:microsoft.com/office/officeart/2008/layout/LinedList"/>
    <dgm:cxn modelId="{D17F833C-E7DF-4C72-8F7E-A272E66B29D0}" type="presParOf" srcId="{5902FCA1-EA0F-4C38-B60B-333200934E67}" destId="{AB4E8BE6-326F-4169-808C-D93FD0E817A7}" srcOrd="2" destOrd="0" presId="urn:microsoft.com/office/officeart/2008/layout/LinedList"/>
    <dgm:cxn modelId="{B987ECB4-CC86-4AFC-A55F-2C0B843BD89E}" type="presParOf" srcId="{56ABD970-6C35-491F-90AB-BCE6A4C0448C}" destId="{E7B0B8EF-AD11-42E5-8D9E-555055A1964D}" srcOrd="8" destOrd="0" presId="urn:microsoft.com/office/officeart/2008/layout/LinedList"/>
    <dgm:cxn modelId="{364D2AF6-3FBB-4F26-8DAE-032902FEEF14}" type="presParOf" srcId="{56ABD970-6C35-491F-90AB-BCE6A4C0448C}" destId="{A802A9B8-646F-4EAE-AC16-61D044D51DA5}"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973A6076-D44F-47CB-8E07-1434A5C9FA3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6A02F4EA-0E9D-493C-A55F-989888D1CB75}">
      <dgm:prSet/>
      <dgm:spPr/>
      <dgm:t>
        <a:bodyPr/>
        <a:lstStyle/>
        <a:p>
          <a:r>
            <a:rPr lang="pt-PT"/>
            <a:t>4. CatBoost Standard Regression</a:t>
          </a:r>
          <a:endParaRPr lang="en-US"/>
        </a:p>
      </dgm:t>
    </dgm:pt>
    <dgm:pt modelId="{E60ABBE0-2038-4D2F-89FC-73243918E66B}" type="parTrans" cxnId="{250527EF-D2EF-4F04-B7FE-D827002C3903}">
      <dgm:prSet/>
      <dgm:spPr/>
      <dgm:t>
        <a:bodyPr/>
        <a:lstStyle/>
        <a:p>
          <a:endParaRPr lang="en-US"/>
        </a:p>
      </dgm:t>
    </dgm:pt>
    <dgm:pt modelId="{5CC26F50-8AD3-49C1-9793-EAE423F75DBB}" type="sibTrans" cxnId="{250527EF-D2EF-4F04-B7FE-D827002C3903}">
      <dgm:prSet/>
      <dgm:spPr/>
      <dgm:t>
        <a:bodyPr/>
        <a:lstStyle/>
        <a:p>
          <a:endParaRPr lang="en-US"/>
        </a:p>
      </dgm:t>
    </dgm:pt>
    <dgm:pt modelId="{5D84E2F2-5FFC-41E9-98F9-E3987DD2A09C}">
      <dgm:prSet/>
      <dgm:spPr/>
      <dgm:t>
        <a:bodyPr/>
        <a:lstStyle/>
        <a:p>
          <a:r>
            <a:rPr lang="pt-PT"/>
            <a:t>- Leveraged CatBoost's native missing value handling</a:t>
          </a:r>
          <a:endParaRPr lang="en-US"/>
        </a:p>
      </dgm:t>
    </dgm:pt>
    <dgm:pt modelId="{CB7854E1-8F8B-469D-8C18-B529FB095FB8}" type="parTrans" cxnId="{169F2E5B-4497-4F03-A990-47E3D30B1835}">
      <dgm:prSet/>
      <dgm:spPr/>
      <dgm:t>
        <a:bodyPr/>
        <a:lstStyle/>
        <a:p>
          <a:endParaRPr lang="en-US"/>
        </a:p>
      </dgm:t>
    </dgm:pt>
    <dgm:pt modelId="{9670F8DB-2983-49C2-AB7F-068BFC4C0CE8}" type="sibTrans" cxnId="{169F2E5B-4497-4F03-A990-47E3D30B1835}">
      <dgm:prSet/>
      <dgm:spPr/>
      <dgm:t>
        <a:bodyPr/>
        <a:lstStyle/>
        <a:p>
          <a:endParaRPr lang="en-US"/>
        </a:p>
      </dgm:t>
    </dgm:pt>
    <dgm:pt modelId="{6D66DDA4-14B7-4ABA-8BF4-41C856884B4B}">
      <dgm:prSet/>
      <dgm:spPr/>
      <dgm:t>
        <a:bodyPr/>
        <a:lstStyle/>
        <a:p>
          <a:r>
            <a:rPr lang="pt-PT" dirty="0"/>
            <a:t>- </a:t>
          </a:r>
          <a:r>
            <a:rPr lang="pt-PT" dirty="0" err="1"/>
            <a:t>Performed</a:t>
          </a:r>
          <a:r>
            <a:rPr lang="pt-PT" dirty="0"/>
            <a:t> </a:t>
          </a:r>
          <a:r>
            <a:rPr lang="pt-PT" dirty="0" err="1"/>
            <a:t>GridSearchCV</a:t>
          </a:r>
          <a:r>
            <a:rPr lang="pt-PT" dirty="0"/>
            <a:t> </a:t>
          </a:r>
          <a:r>
            <a:rPr lang="pt-PT" dirty="0" err="1"/>
            <a:t>with</a:t>
          </a:r>
          <a:r>
            <a:rPr lang="pt-PT" dirty="0"/>
            <a:t> 5-fold cross-</a:t>
          </a:r>
          <a:r>
            <a:rPr lang="pt-PT" dirty="0" err="1"/>
            <a:t>validation</a:t>
          </a:r>
          <a:endParaRPr lang="en-US" dirty="0"/>
        </a:p>
      </dgm:t>
    </dgm:pt>
    <dgm:pt modelId="{6D5F32A8-F721-441B-8AB7-87EDF410B69E}" type="parTrans" cxnId="{BA13653C-9301-4D52-8401-1C80B5109156}">
      <dgm:prSet/>
      <dgm:spPr/>
      <dgm:t>
        <a:bodyPr/>
        <a:lstStyle/>
        <a:p>
          <a:endParaRPr lang="en-US"/>
        </a:p>
      </dgm:t>
    </dgm:pt>
    <dgm:pt modelId="{CD06A282-D89F-48AC-8399-9EF62101CBF5}" type="sibTrans" cxnId="{BA13653C-9301-4D52-8401-1C80B5109156}">
      <dgm:prSet/>
      <dgm:spPr/>
      <dgm:t>
        <a:bodyPr/>
        <a:lstStyle/>
        <a:p>
          <a:endParaRPr lang="en-US"/>
        </a:p>
      </dgm:t>
    </dgm:pt>
    <dgm:pt modelId="{E5C437F8-A64D-4CCE-A6B2-BCB6C566980E}">
      <dgm:prSet/>
      <dgm:spPr/>
      <dgm:t>
        <a:bodyPr/>
        <a:lstStyle/>
        <a:p>
          <a:r>
            <a:rPr lang="pt-PT"/>
            <a:t>- Evaluated performance with scatter plots, residuals, and feature importance</a:t>
          </a:r>
          <a:endParaRPr lang="en-US"/>
        </a:p>
      </dgm:t>
    </dgm:pt>
    <dgm:pt modelId="{651C95B4-4EFD-48B8-A26D-B272382F04FA}" type="parTrans" cxnId="{B27395D3-95DA-4995-835D-7FD3F144F074}">
      <dgm:prSet/>
      <dgm:spPr/>
      <dgm:t>
        <a:bodyPr/>
        <a:lstStyle/>
        <a:p>
          <a:endParaRPr lang="en-US"/>
        </a:p>
      </dgm:t>
    </dgm:pt>
    <dgm:pt modelId="{931302E0-DB95-4BB9-B611-7A65BED5D00A}" type="sibTrans" cxnId="{B27395D3-95DA-4995-835D-7FD3F144F074}">
      <dgm:prSet/>
      <dgm:spPr/>
      <dgm:t>
        <a:bodyPr/>
        <a:lstStyle/>
        <a:p>
          <a:endParaRPr lang="en-US"/>
        </a:p>
      </dgm:t>
    </dgm:pt>
    <dgm:pt modelId="{2E5E991C-DC5E-407C-AB6D-606301CB1C6A}">
      <dgm:prSet/>
      <dgm:spPr/>
      <dgm:t>
        <a:bodyPr/>
        <a:lstStyle/>
        <a:p>
          <a:r>
            <a:rPr lang="pt-PT"/>
            <a:t>5. CatBoost AFT (Survival Analysis)</a:t>
          </a:r>
          <a:endParaRPr lang="en-US"/>
        </a:p>
      </dgm:t>
    </dgm:pt>
    <dgm:pt modelId="{B00159F1-EACC-4B6D-9016-B4DC0E495E93}" type="parTrans" cxnId="{30ADB4BF-E7B4-4D9F-8ADC-C47FC4F2D242}">
      <dgm:prSet/>
      <dgm:spPr/>
      <dgm:t>
        <a:bodyPr/>
        <a:lstStyle/>
        <a:p>
          <a:endParaRPr lang="en-US"/>
        </a:p>
      </dgm:t>
    </dgm:pt>
    <dgm:pt modelId="{2350FFFB-BDD9-4D7B-AC78-A129228D21FF}" type="sibTrans" cxnId="{30ADB4BF-E7B4-4D9F-8ADC-C47FC4F2D242}">
      <dgm:prSet/>
      <dgm:spPr/>
      <dgm:t>
        <a:bodyPr/>
        <a:lstStyle/>
        <a:p>
          <a:endParaRPr lang="en-US"/>
        </a:p>
      </dgm:t>
    </dgm:pt>
    <dgm:pt modelId="{C37C8C72-4BB3-4B65-83B5-2DD1037BAE7A}">
      <dgm:prSet/>
      <dgm:spPr/>
      <dgm:t>
        <a:bodyPr/>
        <a:lstStyle/>
        <a:p>
          <a:r>
            <a:rPr lang="pt-PT"/>
            <a:t>- Implemented Accelerated Failure Time model for censored data handling</a:t>
          </a:r>
          <a:endParaRPr lang="en-US"/>
        </a:p>
      </dgm:t>
    </dgm:pt>
    <dgm:pt modelId="{E3FF6E43-0FAF-4BF6-AFFF-5F83104FB02F}" type="parTrans" cxnId="{34CC2716-C208-44FC-BD54-663CFD94E7E8}">
      <dgm:prSet/>
      <dgm:spPr/>
      <dgm:t>
        <a:bodyPr/>
        <a:lstStyle/>
        <a:p>
          <a:endParaRPr lang="en-US"/>
        </a:p>
      </dgm:t>
    </dgm:pt>
    <dgm:pt modelId="{9B8BDFD9-5B71-4565-8B18-17C19B9923E3}" type="sibTrans" cxnId="{34CC2716-C208-44FC-BD54-663CFD94E7E8}">
      <dgm:prSet/>
      <dgm:spPr/>
      <dgm:t>
        <a:bodyPr/>
        <a:lstStyle/>
        <a:p>
          <a:endParaRPr lang="en-US"/>
        </a:p>
      </dgm:t>
    </dgm:pt>
    <dgm:pt modelId="{DD333EFD-465F-4845-A0E5-5868FDFA5D9E}">
      <dgm:prSet/>
      <dgm:spPr/>
      <dgm:t>
        <a:bodyPr/>
        <a:lstStyle/>
        <a:p>
          <a:r>
            <a:rPr lang="pt-PT"/>
            <a:t>- Created interval targets (y_lower, y_upper) and trained with SurvivalAft loss</a:t>
          </a:r>
          <a:endParaRPr lang="en-US"/>
        </a:p>
      </dgm:t>
    </dgm:pt>
    <dgm:pt modelId="{E637D887-1830-4F1C-9249-1BA62CD99E54}" type="parTrans" cxnId="{2EED7009-80AB-43BA-ABFB-B9664A32097C}">
      <dgm:prSet/>
      <dgm:spPr/>
      <dgm:t>
        <a:bodyPr/>
        <a:lstStyle/>
        <a:p>
          <a:endParaRPr lang="en-US"/>
        </a:p>
      </dgm:t>
    </dgm:pt>
    <dgm:pt modelId="{2FEE9A76-A1E1-496D-937A-4CB74E82A60F}" type="sibTrans" cxnId="{2EED7009-80AB-43BA-ABFB-B9664A32097C}">
      <dgm:prSet/>
      <dgm:spPr/>
      <dgm:t>
        <a:bodyPr/>
        <a:lstStyle/>
        <a:p>
          <a:endParaRPr lang="en-US"/>
        </a:p>
      </dgm:t>
    </dgm:pt>
    <dgm:pt modelId="{566D3CE7-369B-497A-BF78-FBD70C5C0CE5}">
      <dgm:prSet/>
      <dgm:spPr/>
      <dgm:t>
        <a:bodyPr/>
        <a:lstStyle/>
        <a:p>
          <a:r>
            <a:rPr lang="pt-PT"/>
            <a:t>- Generated predictions and aligned with Task 3.2 dataset for comparison</a:t>
          </a:r>
          <a:endParaRPr lang="en-US"/>
        </a:p>
      </dgm:t>
    </dgm:pt>
    <dgm:pt modelId="{FC0BB352-43D5-4DF4-AED9-68B1F7EB163C}" type="parTrans" cxnId="{9EC0407D-0AC0-413C-A791-8BE9F7EED65B}">
      <dgm:prSet/>
      <dgm:spPr/>
      <dgm:t>
        <a:bodyPr/>
        <a:lstStyle/>
        <a:p>
          <a:endParaRPr lang="en-US"/>
        </a:p>
      </dgm:t>
    </dgm:pt>
    <dgm:pt modelId="{E0FC1434-357A-461C-9A66-1FD204FA132C}" type="sibTrans" cxnId="{9EC0407D-0AC0-413C-A791-8BE9F7EED65B}">
      <dgm:prSet/>
      <dgm:spPr/>
      <dgm:t>
        <a:bodyPr/>
        <a:lstStyle/>
        <a:p>
          <a:endParaRPr lang="en-US"/>
        </a:p>
      </dgm:t>
    </dgm:pt>
    <dgm:pt modelId="{B342F72B-DB04-4DC6-A369-731A8DD7EF86}" type="pres">
      <dgm:prSet presAssocID="{973A6076-D44F-47CB-8E07-1434A5C9FA38}" presName="vert0" presStyleCnt="0">
        <dgm:presLayoutVars>
          <dgm:dir/>
          <dgm:animOne val="branch"/>
          <dgm:animLvl val="lvl"/>
        </dgm:presLayoutVars>
      </dgm:prSet>
      <dgm:spPr/>
    </dgm:pt>
    <dgm:pt modelId="{0DD539DC-0054-433C-BFF6-906ECD40E93B}" type="pres">
      <dgm:prSet presAssocID="{6A02F4EA-0E9D-493C-A55F-989888D1CB75}" presName="thickLine" presStyleLbl="alignNode1" presStyleIdx="0" presStyleCnt="2"/>
      <dgm:spPr/>
    </dgm:pt>
    <dgm:pt modelId="{C6434BD9-8224-4EF1-A1C4-1BC78623B2C6}" type="pres">
      <dgm:prSet presAssocID="{6A02F4EA-0E9D-493C-A55F-989888D1CB75}" presName="horz1" presStyleCnt="0"/>
      <dgm:spPr/>
    </dgm:pt>
    <dgm:pt modelId="{078136CB-E713-4A43-BEE0-F1329075E105}" type="pres">
      <dgm:prSet presAssocID="{6A02F4EA-0E9D-493C-A55F-989888D1CB75}" presName="tx1" presStyleLbl="revTx" presStyleIdx="0" presStyleCnt="8"/>
      <dgm:spPr/>
    </dgm:pt>
    <dgm:pt modelId="{A1FA98E2-2B05-434B-84BC-886FC8FD948F}" type="pres">
      <dgm:prSet presAssocID="{6A02F4EA-0E9D-493C-A55F-989888D1CB75}" presName="vert1" presStyleCnt="0"/>
      <dgm:spPr/>
    </dgm:pt>
    <dgm:pt modelId="{592B5FD4-8255-4B7C-B838-20D841B4FA69}" type="pres">
      <dgm:prSet presAssocID="{5D84E2F2-5FFC-41E9-98F9-E3987DD2A09C}" presName="vertSpace2a" presStyleCnt="0"/>
      <dgm:spPr/>
    </dgm:pt>
    <dgm:pt modelId="{EF506018-DE9B-4205-8723-DDCCFA9D7367}" type="pres">
      <dgm:prSet presAssocID="{5D84E2F2-5FFC-41E9-98F9-E3987DD2A09C}" presName="horz2" presStyleCnt="0"/>
      <dgm:spPr/>
    </dgm:pt>
    <dgm:pt modelId="{518D6A7A-FC35-4B37-ACB9-7ACCEAF6CDC8}" type="pres">
      <dgm:prSet presAssocID="{5D84E2F2-5FFC-41E9-98F9-E3987DD2A09C}" presName="horzSpace2" presStyleCnt="0"/>
      <dgm:spPr/>
    </dgm:pt>
    <dgm:pt modelId="{029FFF75-6E38-48BD-9216-FEB0BBA6055C}" type="pres">
      <dgm:prSet presAssocID="{5D84E2F2-5FFC-41E9-98F9-E3987DD2A09C}" presName="tx2" presStyleLbl="revTx" presStyleIdx="1" presStyleCnt="8"/>
      <dgm:spPr/>
    </dgm:pt>
    <dgm:pt modelId="{DD00B862-D47F-4402-80A2-1C000752BB5E}" type="pres">
      <dgm:prSet presAssocID="{5D84E2F2-5FFC-41E9-98F9-E3987DD2A09C}" presName="vert2" presStyleCnt="0"/>
      <dgm:spPr/>
    </dgm:pt>
    <dgm:pt modelId="{B02B9570-D33E-41FD-BAAC-190DCE22EF65}" type="pres">
      <dgm:prSet presAssocID="{5D84E2F2-5FFC-41E9-98F9-E3987DD2A09C}" presName="thinLine2b" presStyleLbl="callout" presStyleIdx="0" presStyleCnt="6"/>
      <dgm:spPr/>
    </dgm:pt>
    <dgm:pt modelId="{0FA48136-4934-412A-8B23-C14BE77E7074}" type="pres">
      <dgm:prSet presAssocID="{5D84E2F2-5FFC-41E9-98F9-E3987DD2A09C}" presName="vertSpace2b" presStyleCnt="0"/>
      <dgm:spPr/>
    </dgm:pt>
    <dgm:pt modelId="{876150D6-AC80-48E5-9239-A1793DE2AB07}" type="pres">
      <dgm:prSet presAssocID="{6D66DDA4-14B7-4ABA-8BF4-41C856884B4B}" presName="horz2" presStyleCnt="0"/>
      <dgm:spPr/>
    </dgm:pt>
    <dgm:pt modelId="{E97C4A9D-3DC8-4E61-AFDF-41392538DF20}" type="pres">
      <dgm:prSet presAssocID="{6D66DDA4-14B7-4ABA-8BF4-41C856884B4B}" presName="horzSpace2" presStyleCnt="0"/>
      <dgm:spPr/>
    </dgm:pt>
    <dgm:pt modelId="{95F081F4-007F-40A1-8AE9-7C9CB483B0F5}" type="pres">
      <dgm:prSet presAssocID="{6D66DDA4-14B7-4ABA-8BF4-41C856884B4B}" presName="tx2" presStyleLbl="revTx" presStyleIdx="2" presStyleCnt="8"/>
      <dgm:spPr/>
    </dgm:pt>
    <dgm:pt modelId="{FB1D1989-A347-4B93-8058-50C5C56C934E}" type="pres">
      <dgm:prSet presAssocID="{6D66DDA4-14B7-4ABA-8BF4-41C856884B4B}" presName="vert2" presStyleCnt="0"/>
      <dgm:spPr/>
    </dgm:pt>
    <dgm:pt modelId="{C83D911C-1F65-477D-A669-7A7A27EB6BA3}" type="pres">
      <dgm:prSet presAssocID="{6D66DDA4-14B7-4ABA-8BF4-41C856884B4B}" presName="thinLine2b" presStyleLbl="callout" presStyleIdx="1" presStyleCnt="6"/>
      <dgm:spPr/>
    </dgm:pt>
    <dgm:pt modelId="{B4A8EF2E-0AB7-4662-B862-8707C106BD2F}" type="pres">
      <dgm:prSet presAssocID="{6D66DDA4-14B7-4ABA-8BF4-41C856884B4B}" presName="vertSpace2b" presStyleCnt="0"/>
      <dgm:spPr/>
    </dgm:pt>
    <dgm:pt modelId="{25338CE4-B454-4460-AC51-35E9B9204629}" type="pres">
      <dgm:prSet presAssocID="{E5C437F8-A64D-4CCE-A6B2-BCB6C566980E}" presName="horz2" presStyleCnt="0"/>
      <dgm:spPr/>
    </dgm:pt>
    <dgm:pt modelId="{205EB5FF-A311-47EC-94C8-DE006A30ECAD}" type="pres">
      <dgm:prSet presAssocID="{E5C437F8-A64D-4CCE-A6B2-BCB6C566980E}" presName="horzSpace2" presStyleCnt="0"/>
      <dgm:spPr/>
    </dgm:pt>
    <dgm:pt modelId="{23AAEA86-1161-43AC-BD2A-5646A27ED40F}" type="pres">
      <dgm:prSet presAssocID="{E5C437F8-A64D-4CCE-A6B2-BCB6C566980E}" presName="tx2" presStyleLbl="revTx" presStyleIdx="3" presStyleCnt="8"/>
      <dgm:spPr/>
    </dgm:pt>
    <dgm:pt modelId="{55B251DC-5727-4170-89D3-74770BC5EAF8}" type="pres">
      <dgm:prSet presAssocID="{E5C437F8-A64D-4CCE-A6B2-BCB6C566980E}" presName="vert2" presStyleCnt="0"/>
      <dgm:spPr/>
    </dgm:pt>
    <dgm:pt modelId="{40E00083-F488-4F99-AE3D-305B0BC9432A}" type="pres">
      <dgm:prSet presAssocID="{E5C437F8-A64D-4CCE-A6B2-BCB6C566980E}" presName="thinLine2b" presStyleLbl="callout" presStyleIdx="2" presStyleCnt="6"/>
      <dgm:spPr/>
    </dgm:pt>
    <dgm:pt modelId="{70952FE1-716D-4508-9263-914AF0F624A4}" type="pres">
      <dgm:prSet presAssocID="{E5C437F8-A64D-4CCE-A6B2-BCB6C566980E}" presName="vertSpace2b" presStyleCnt="0"/>
      <dgm:spPr/>
    </dgm:pt>
    <dgm:pt modelId="{25CE7CB5-CC27-4253-A55C-C38D5955AB33}" type="pres">
      <dgm:prSet presAssocID="{2E5E991C-DC5E-407C-AB6D-606301CB1C6A}" presName="thickLine" presStyleLbl="alignNode1" presStyleIdx="1" presStyleCnt="2"/>
      <dgm:spPr/>
    </dgm:pt>
    <dgm:pt modelId="{2AA5237F-FCC7-4354-8B64-113678C29B95}" type="pres">
      <dgm:prSet presAssocID="{2E5E991C-DC5E-407C-AB6D-606301CB1C6A}" presName="horz1" presStyleCnt="0"/>
      <dgm:spPr/>
    </dgm:pt>
    <dgm:pt modelId="{6971E9F3-E05C-421A-B44A-AD3CFC100AF6}" type="pres">
      <dgm:prSet presAssocID="{2E5E991C-DC5E-407C-AB6D-606301CB1C6A}" presName="tx1" presStyleLbl="revTx" presStyleIdx="4" presStyleCnt="8"/>
      <dgm:spPr/>
    </dgm:pt>
    <dgm:pt modelId="{F5C3A37F-BB9B-45DE-AE74-07EFC0E68977}" type="pres">
      <dgm:prSet presAssocID="{2E5E991C-DC5E-407C-AB6D-606301CB1C6A}" presName="vert1" presStyleCnt="0"/>
      <dgm:spPr/>
    </dgm:pt>
    <dgm:pt modelId="{EBA7A87F-38FC-4BAC-BC08-657C44C52DEE}" type="pres">
      <dgm:prSet presAssocID="{C37C8C72-4BB3-4B65-83B5-2DD1037BAE7A}" presName="vertSpace2a" presStyleCnt="0"/>
      <dgm:spPr/>
    </dgm:pt>
    <dgm:pt modelId="{77998103-9E87-4425-BD55-9A107993BF90}" type="pres">
      <dgm:prSet presAssocID="{C37C8C72-4BB3-4B65-83B5-2DD1037BAE7A}" presName="horz2" presStyleCnt="0"/>
      <dgm:spPr/>
    </dgm:pt>
    <dgm:pt modelId="{8D17E131-E42C-4F68-B947-1E374ABE96D0}" type="pres">
      <dgm:prSet presAssocID="{C37C8C72-4BB3-4B65-83B5-2DD1037BAE7A}" presName="horzSpace2" presStyleCnt="0"/>
      <dgm:spPr/>
    </dgm:pt>
    <dgm:pt modelId="{4C12E240-BA0B-4A63-95E8-171BA5311534}" type="pres">
      <dgm:prSet presAssocID="{C37C8C72-4BB3-4B65-83B5-2DD1037BAE7A}" presName="tx2" presStyleLbl="revTx" presStyleIdx="5" presStyleCnt="8"/>
      <dgm:spPr/>
    </dgm:pt>
    <dgm:pt modelId="{50C3FC65-64FD-40A4-9C2D-684926E34F80}" type="pres">
      <dgm:prSet presAssocID="{C37C8C72-4BB3-4B65-83B5-2DD1037BAE7A}" presName="vert2" presStyleCnt="0"/>
      <dgm:spPr/>
    </dgm:pt>
    <dgm:pt modelId="{19D18F56-F26F-4FA4-B50B-51DBE76629AC}" type="pres">
      <dgm:prSet presAssocID="{C37C8C72-4BB3-4B65-83B5-2DD1037BAE7A}" presName="thinLine2b" presStyleLbl="callout" presStyleIdx="3" presStyleCnt="6"/>
      <dgm:spPr/>
    </dgm:pt>
    <dgm:pt modelId="{FCF42A02-9522-44A5-A039-AC4F45D9B513}" type="pres">
      <dgm:prSet presAssocID="{C37C8C72-4BB3-4B65-83B5-2DD1037BAE7A}" presName="vertSpace2b" presStyleCnt="0"/>
      <dgm:spPr/>
    </dgm:pt>
    <dgm:pt modelId="{56502BA1-6370-47B8-B4E9-245036934C1C}" type="pres">
      <dgm:prSet presAssocID="{DD333EFD-465F-4845-A0E5-5868FDFA5D9E}" presName="horz2" presStyleCnt="0"/>
      <dgm:spPr/>
    </dgm:pt>
    <dgm:pt modelId="{8E489237-28F4-4DA7-8BDF-4C2FED4383D2}" type="pres">
      <dgm:prSet presAssocID="{DD333EFD-465F-4845-A0E5-5868FDFA5D9E}" presName="horzSpace2" presStyleCnt="0"/>
      <dgm:spPr/>
    </dgm:pt>
    <dgm:pt modelId="{68F332C1-F8E5-4625-94CE-3F75F2B15BB8}" type="pres">
      <dgm:prSet presAssocID="{DD333EFD-465F-4845-A0E5-5868FDFA5D9E}" presName="tx2" presStyleLbl="revTx" presStyleIdx="6" presStyleCnt="8"/>
      <dgm:spPr/>
    </dgm:pt>
    <dgm:pt modelId="{6E3FC2DF-A52A-432A-B5FF-46B8CD4D6D44}" type="pres">
      <dgm:prSet presAssocID="{DD333EFD-465F-4845-A0E5-5868FDFA5D9E}" presName="vert2" presStyleCnt="0"/>
      <dgm:spPr/>
    </dgm:pt>
    <dgm:pt modelId="{68D99E98-09AC-465E-9B26-6090E48A830F}" type="pres">
      <dgm:prSet presAssocID="{DD333EFD-465F-4845-A0E5-5868FDFA5D9E}" presName="thinLine2b" presStyleLbl="callout" presStyleIdx="4" presStyleCnt="6"/>
      <dgm:spPr/>
    </dgm:pt>
    <dgm:pt modelId="{E5F69097-684D-4901-AF80-DB815510602F}" type="pres">
      <dgm:prSet presAssocID="{DD333EFD-465F-4845-A0E5-5868FDFA5D9E}" presName="vertSpace2b" presStyleCnt="0"/>
      <dgm:spPr/>
    </dgm:pt>
    <dgm:pt modelId="{DEF8649B-2CCF-4C8F-BAF6-F1111C7980B0}" type="pres">
      <dgm:prSet presAssocID="{566D3CE7-369B-497A-BF78-FBD70C5C0CE5}" presName="horz2" presStyleCnt="0"/>
      <dgm:spPr/>
    </dgm:pt>
    <dgm:pt modelId="{1F449911-3D7E-4D56-AAAA-3A9868D10CEE}" type="pres">
      <dgm:prSet presAssocID="{566D3CE7-369B-497A-BF78-FBD70C5C0CE5}" presName="horzSpace2" presStyleCnt="0"/>
      <dgm:spPr/>
    </dgm:pt>
    <dgm:pt modelId="{814498D9-1B1B-488D-8943-2C74D41A713C}" type="pres">
      <dgm:prSet presAssocID="{566D3CE7-369B-497A-BF78-FBD70C5C0CE5}" presName="tx2" presStyleLbl="revTx" presStyleIdx="7" presStyleCnt="8"/>
      <dgm:spPr/>
    </dgm:pt>
    <dgm:pt modelId="{EF175E42-555D-4990-828B-4315523D26D2}" type="pres">
      <dgm:prSet presAssocID="{566D3CE7-369B-497A-BF78-FBD70C5C0CE5}" presName="vert2" presStyleCnt="0"/>
      <dgm:spPr/>
    </dgm:pt>
    <dgm:pt modelId="{A6DBBB32-F956-40FB-A956-A288B9293FA2}" type="pres">
      <dgm:prSet presAssocID="{566D3CE7-369B-497A-BF78-FBD70C5C0CE5}" presName="thinLine2b" presStyleLbl="callout" presStyleIdx="5" presStyleCnt="6"/>
      <dgm:spPr/>
    </dgm:pt>
    <dgm:pt modelId="{F75B577F-497E-4797-AE73-CB7244569E21}" type="pres">
      <dgm:prSet presAssocID="{566D3CE7-369B-497A-BF78-FBD70C5C0CE5}" presName="vertSpace2b" presStyleCnt="0"/>
      <dgm:spPr/>
    </dgm:pt>
  </dgm:ptLst>
  <dgm:cxnLst>
    <dgm:cxn modelId="{2EED7009-80AB-43BA-ABFB-B9664A32097C}" srcId="{2E5E991C-DC5E-407C-AB6D-606301CB1C6A}" destId="{DD333EFD-465F-4845-A0E5-5868FDFA5D9E}" srcOrd="1" destOrd="0" parTransId="{E637D887-1830-4F1C-9249-1BA62CD99E54}" sibTransId="{2FEE9A76-A1E1-496D-937A-4CB74E82A60F}"/>
    <dgm:cxn modelId="{34CC2716-C208-44FC-BD54-663CFD94E7E8}" srcId="{2E5E991C-DC5E-407C-AB6D-606301CB1C6A}" destId="{C37C8C72-4BB3-4B65-83B5-2DD1037BAE7A}" srcOrd="0" destOrd="0" parTransId="{E3FF6E43-0FAF-4BF6-AFFF-5F83104FB02F}" sibTransId="{9B8BDFD9-5B71-4565-8B18-17C19B9923E3}"/>
    <dgm:cxn modelId="{C4CFB21C-CA12-41D8-8271-AA6605C4D6C7}" type="presOf" srcId="{C37C8C72-4BB3-4B65-83B5-2DD1037BAE7A}" destId="{4C12E240-BA0B-4A63-95E8-171BA5311534}" srcOrd="0" destOrd="0" presId="urn:microsoft.com/office/officeart/2008/layout/LinedList"/>
    <dgm:cxn modelId="{4BCE6033-40A5-4CE7-88E3-2C9AB7B83F79}" type="presOf" srcId="{5D84E2F2-5FFC-41E9-98F9-E3987DD2A09C}" destId="{029FFF75-6E38-48BD-9216-FEB0BBA6055C}" srcOrd="0" destOrd="0" presId="urn:microsoft.com/office/officeart/2008/layout/LinedList"/>
    <dgm:cxn modelId="{67195533-DAA5-462C-ACD5-BEB305C3C76C}" type="presOf" srcId="{2E5E991C-DC5E-407C-AB6D-606301CB1C6A}" destId="{6971E9F3-E05C-421A-B44A-AD3CFC100AF6}" srcOrd="0" destOrd="0" presId="urn:microsoft.com/office/officeart/2008/layout/LinedList"/>
    <dgm:cxn modelId="{3A462334-406A-4571-9AC1-35108D861763}" type="presOf" srcId="{973A6076-D44F-47CB-8E07-1434A5C9FA38}" destId="{B342F72B-DB04-4DC6-A369-731A8DD7EF86}" srcOrd="0" destOrd="0" presId="urn:microsoft.com/office/officeart/2008/layout/LinedList"/>
    <dgm:cxn modelId="{BA13653C-9301-4D52-8401-1C80B5109156}" srcId="{6A02F4EA-0E9D-493C-A55F-989888D1CB75}" destId="{6D66DDA4-14B7-4ABA-8BF4-41C856884B4B}" srcOrd="1" destOrd="0" parTransId="{6D5F32A8-F721-441B-8AB7-87EDF410B69E}" sibTransId="{CD06A282-D89F-48AC-8399-9EF62101CBF5}"/>
    <dgm:cxn modelId="{45FAFB3C-AAFE-410B-AAF7-90DD8D51BB32}" type="presOf" srcId="{E5C437F8-A64D-4CCE-A6B2-BCB6C566980E}" destId="{23AAEA86-1161-43AC-BD2A-5646A27ED40F}" srcOrd="0" destOrd="0" presId="urn:microsoft.com/office/officeart/2008/layout/LinedList"/>
    <dgm:cxn modelId="{169F2E5B-4497-4F03-A990-47E3D30B1835}" srcId="{6A02F4EA-0E9D-493C-A55F-989888D1CB75}" destId="{5D84E2F2-5FFC-41E9-98F9-E3987DD2A09C}" srcOrd="0" destOrd="0" parTransId="{CB7854E1-8F8B-469D-8C18-B529FB095FB8}" sibTransId="{9670F8DB-2983-49C2-AB7F-068BFC4C0CE8}"/>
    <dgm:cxn modelId="{35480058-607C-49C2-97A0-45D109AC5AC5}" type="presOf" srcId="{DD333EFD-465F-4845-A0E5-5868FDFA5D9E}" destId="{68F332C1-F8E5-4625-94CE-3F75F2B15BB8}" srcOrd="0" destOrd="0" presId="urn:microsoft.com/office/officeart/2008/layout/LinedList"/>
    <dgm:cxn modelId="{7861247B-3E77-4C47-8B75-65D5AA6A6F3D}" type="presOf" srcId="{6D66DDA4-14B7-4ABA-8BF4-41C856884B4B}" destId="{95F081F4-007F-40A1-8AE9-7C9CB483B0F5}" srcOrd="0" destOrd="0" presId="urn:microsoft.com/office/officeart/2008/layout/LinedList"/>
    <dgm:cxn modelId="{9EC0407D-0AC0-413C-A791-8BE9F7EED65B}" srcId="{2E5E991C-DC5E-407C-AB6D-606301CB1C6A}" destId="{566D3CE7-369B-497A-BF78-FBD70C5C0CE5}" srcOrd="2" destOrd="0" parTransId="{FC0BB352-43D5-4DF4-AED9-68B1F7EB163C}" sibTransId="{E0FC1434-357A-461C-9A66-1FD204FA132C}"/>
    <dgm:cxn modelId="{11A4B28D-683D-4B30-9B05-0630888F3388}" type="presOf" srcId="{566D3CE7-369B-497A-BF78-FBD70C5C0CE5}" destId="{814498D9-1B1B-488D-8943-2C74D41A713C}" srcOrd="0" destOrd="0" presId="urn:microsoft.com/office/officeart/2008/layout/LinedList"/>
    <dgm:cxn modelId="{30ADB4BF-E7B4-4D9F-8ADC-C47FC4F2D242}" srcId="{973A6076-D44F-47CB-8E07-1434A5C9FA38}" destId="{2E5E991C-DC5E-407C-AB6D-606301CB1C6A}" srcOrd="1" destOrd="0" parTransId="{B00159F1-EACC-4B6D-9016-B4DC0E495E93}" sibTransId="{2350FFFB-BDD9-4D7B-AC78-A129228D21FF}"/>
    <dgm:cxn modelId="{B27395D3-95DA-4995-835D-7FD3F144F074}" srcId="{6A02F4EA-0E9D-493C-A55F-989888D1CB75}" destId="{E5C437F8-A64D-4CCE-A6B2-BCB6C566980E}" srcOrd="2" destOrd="0" parTransId="{651C95B4-4EFD-48B8-A26D-B272382F04FA}" sibTransId="{931302E0-DB95-4BB9-B611-7A65BED5D00A}"/>
    <dgm:cxn modelId="{A9177EE9-B81C-4234-84B7-5DAE393A14ED}" type="presOf" srcId="{6A02F4EA-0E9D-493C-A55F-989888D1CB75}" destId="{078136CB-E713-4A43-BEE0-F1329075E105}" srcOrd="0" destOrd="0" presId="urn:microsoft.com/office/officeart/2008/layout/LinedList"/>
    <dgm:cxn modelId="{250527EF-D2EF-4F04-B7FE-D827002C3903}" srcId="{973A6076-D44F-47CB-8E07-1434A5C9FA38}" destId="{6A02F4EA-0E9D-493C-A55F-989888D1CB75}" srcOrd="0" destOrd="0" parTransId="{E60ABBE0-2038-4D2F-89FC-73243918E66B}" sibTransId="{5CC26F50-8AD3-49C1-9793-EAE423F75DBB}"/>
    <dgm:cxn modelId="{F66210F2-729F-4008-96C3-B15FE26E71FE}" type="presParOf" srcId="{B342F72B-DB04-4DC6-A369-731A8DD7EF86}" destId="{0DD539DC-0054-433C-BFF6-906ECD40E93B}" srcOrd="0" destOrd="0" presId="urn:microsoft.com/office/officeart/2008/layout/LinedList"/>
    <dgm:cxn modelId="{726A232F-BDE6-4BE1-B347-5109C502C3E6}" type="presParOf" srcId="{B342F72B-DB04-4DC6-A369-731A8DD7EF86}" destId="{C6434BD9-8224-4EF1-A1C4-1BC78623B2C6}" srcOrd="1" destOrd="0" presId="urn:microsoft.com/office/officeart/2008/layout/LinedList"/>
    <dgm:cxn modelId="{909347B2-CCBD-47A1-88CA-CE981BC18D84}" type="presParOf" srcId="{C6434BD9-8224-4EF1-A1C4-1BC78623B2C6}" destId="{078136CB-E713-4A43-BEE0-F1329075E105}" srcOrd="0" destOrd="0" presId="urn:microsoft.com/office/officeart/2008/layout/LinedList"/>
    <dgm:cxn modelId="{FBFBE01E-BF30-4B2C-8057-523BC95C3480}" type="presParOf" srcId="{C6434BD9-8224-4EF1-A1C4-1BC78623B2C6}" destId="{A1FA98E2-2B05-434B-84BC-886FC8FD948F}" srcOrd="1" destOrd="0" presId="urn:microsoft.com/office/officeart/2008/layout/LinedList"/>
    <dgm:cxn modelId="{C1BF41BF-522C-4729-8DFD-C4F97740C751}" type="presParOf" srcId="{A1FA98E2-2B05-434B-84BC-886FC8FD948F}" destId="{592B5FD4-8255-4B7C-B838-20D841B4FA69}" srcOrd="0" destOrd="0" presId="urn:microsoft.com/office/officeart/2008/layout/LinedList"/>
    <dgm:cxn modelId="{FEC92E2C-C6B5-4E65-AC12-A461A0508A5C}" type="presParOf" srcId="{A1FA98E2-2B05-434B-84BC-886FC8FD948F}" destId="{EF506018-DE9B-4205-8723-DDCCFA9D7367}" srcOrd="1" destOrd="0" presId="urn:microsoft.com/office/officeart/2008/layout/LinedList"/>
    <dgm:cxn modelId="{54946A4E-C6F4-40BC-B206-22E39F863EEC}" type="presParOf" srcId="{EF506018-DE9B-4205-8723-DDCCFA9D7367}" destId="{518D6A7A-FC35-4B37-ACB9-7ACCEAF6CDC8}" srcOrd="0" destOrd="0" presId="urn:microsoft.com/office/officeart/2008/layout/LinedList"/>
    <dgm:cxn modelId="{B12FBD2F-EE73-4346-97DB-5278D19070FB}" type="presParOf" srcId="{EF506018-DE9B-4205-8723-DDCCFA9D7367}" destId="{029FFF75-6E38-48BD-9216-FEB0BBA6055C}" srcOrd="1" destOrd="0" presId="urn:microsoft.com/office/officeart/2008/layout/LinedList"/>
    <dgm:cxn modelId="{33606070-0978-4E40-AD30-C9116DEA02FC}" type="presParOf" srcId="{EF506018-DE9B-4205-8723-DDCCFA9D7367}" destId="{DD00B862-D47F-4402-80A2-1C000752BB5E}" srcOrd="2" destOrd="0" presId="urn:microsoft.com/office/officeart/2008/layout/LinedList"/>
    <dgm:cxn modelId="{8E68DFFF-6292-45EC-8A45-F34D747DD107}" type="presParOf" srcId="{A1FA98E2-2B05-434B-84BC-886FC8FD948F}" destId="{B02B9570-D33E-41FD-BAAC-190DCE22EF65}" srcOrd="2" destOrd="0" presId="urn:microsoft.com/office/officeart/2008/layout/LinedList"/>
    <dgm:cxn modelId="{5645FEB2-B261-42C2-8689-7F6A69EC5DA3}" type="presParOf" srcId="{A1FA98E2-2B05-434B-84BC-886FC8FD948F}" destId="{0FA48136-4934-412A-8B23-C14BE77E7074}" srcOrd="3" destOrd="0" presId="urn:microsoft.com/office/officeart/2008/layout/LinedList"/>
    <dgm:cxn modelId="{9793F953-7B98-42D4-9579-886FF31E2BB7}" type="presParOf" srcId="{A1FA98E2-2B05-434B-84BC-886FC8FD948F}" destId="{876150D6-AC80-48E5-9239-A1793DE2AB07}" srcOrd="4" destOrd="0" presId="urn:microsoft.com/office/officeart/2008/layout/LinedList"/>
    <dgm:cxn modelId="{10A5389B-9CDD-453A-8B61-02302E9DA72A}" type="presParOf" srcId="{876150D6-AC80-48E5-9239-A1793DE2AB07}" destId="{E97C4A9D-3DC8-4E61-AFDF-41392538DF20}" srcOrd="0" destOrd="0" presId="urn:microsoft.com/office/officeart/2008/layout/LinedList"/>
    <dgm:cxn modelId="{E60F597C-6C5D-426E-BEC8-75FF8C3456F7}" type="presParOf" srcId="{876150D6-AC80-48E5-9239-A1793DE2AB07}" destId="{95F081F4-007F-40A1-8AE9-7C9CB483B0F5}" srcOrd="1" destOrd="0" presId="urn:microsoft.com/office/officeart/2008/layout/LinedList"/>
    <dgm:cxn modelId="{3A9F056C-B597-4F29-981A-0B91F5D90F1D}" type="presParOf" srcId="{876150D6-AC80-48E5-9239-A1793DE2AB07}" destId="{FB1D1989-A347-4B93-8058-50C5C56C934E}" srcOrd="2" destOrd="0" presId="urn:microsoft.com/office/officeart/2008/layout/LinedList"/>
    <dgm:cxn modelId="{CE534897-DCB0-4D92-BF53-353C50D916EC}" type="presParOf" srcId="{A1FA98E2-2B05-434B-84BC-886FC8FD948F}" destId="{C83D911C-1F65-477D-A669-7A7A27EB6BA3}" srcOrd="5" destOrd="0" presId="urn:microsoft.com/office/officeart/2008/layout/LinedList"/>
    <dgm:cxn modelId="{11A32131-C0A8-48F6-85EF-247CF76EFAB8}" type="presParOf" srcId="{A1FA98E2-2B05-434B-84BC-886FC8FD948F}" destId="{B4A8EF2E-0AB7-4662-B862-8707C106BD2F}" srcOrd="6" destOrd="0" presId="urn:microsoft.com/office/officeart/2008/layout/LinedList"/>
    <dgm:cxn modelId="{E4D5380A-F90C-4CD6-9560-207A785B398A}" type="presParOf" srcId="{A1FA98E2-2B05-434B-84BC-886FC8FD948F}" destId="{25338CE4-B454-4460-AC51-35E9B9204629}" srcOrd="7" destOrd="0" presId="urn:microsoft.com/office/officeart/2008/layout/LinedList"/>
    <dgm:cxn modelId="{9A833FAF-2792-44CA-A626-737D5FECA6D0}" type="presParOf" srcId="{25338CE4-B454-4460-AC51-35E9B9204629}" destId="{205EB5FF-A311-47EC-94C8-DE006A30ECAD}" srcOrd="0" destOrd="0" presId="urn:microsoft.com/office/officeart/2008/layout/LinedList"/>
    <dgm:cxn modelId="{7096DB06-752B-476E-8AB8-1265812141BF}" type="presParOf" srcId="{25338CE4-B454-4460-AC51-35E9B9204629}" destId="{23AAEA86-1161-43AC-BD2A-5646A27ED40F}" srcOrd="1" destOrd="0" presId="urn:microsoft.com/office/officeart/2008/layout/LinedList"/>
    <dgm:cxn modelId="{A6B5CF55-2486-4DDA-B2E9-D0A6928B81EF}" type="presParOf" srcId="{25338CE4-B454-4460-AC51-35E9B9204629}" destId="{55B251DC-5727-4170-89D3-74770BC5EAF8}" srcOrd="2" destOrd="0" presId="urn:microsoft.com/office/officeart/2008/layout/LinedList"/>
    <dgm:cxn modelId="{61CD6E43-CF1A-4EB6-9B06-D83AD763B93F}" type="presParOf" srcId="{A1FA98E2-2B05-434B-84BC-886FC8FD948F}" destId="{40E00083-F488-4F99-AE3D-305B0BC9432A}" srcOrd="8" destOrd="0" presId="urn:microsoft.com/office/officeart/2008/layout/LinedList"/>
    <dgm:cxn modelId="{E2AD4179-847D-40B1-9A79-B2D9CBBD8773}" type="presParOf" srcId="{A1FA98E2-2B05-434B-84BC-886FC8FD948F}" destId="{70952FE1-716D-4508-9263-914AF0F624A4}" srcOrd="9" destOrd="0" presId="urn:microsoft.com/office/officeart/2008/layout/LinedList"/>
    <dgm:cxn modelId="{958D06A4-B7AD-4C7E-9E27-06BFE9A30E8C}" type="presParOf" srcId="{B342F72B-DB04-4DC6-A369-731A8DD7EF86}" destId="{25CE7CB5-CC27-4253-A55C-C38D5955AB33}" srcOrd="2" destOrd="0" presId="urn:microsoft.com/office/officeart/2008/layout/LinedList"/>
    <dgm:cxn modelId="{4C43931A-F11B-4EF4-B602-A645EDEBC6CD}" type="presParOf" srcId="{B342F72B-DB04-4DC6-A369-731A8DD7EF86}" destId="{2AA5237F-FCC7-4354-8B64-113678C29B95}" srcOrd="3" destOrd="0" presId="urn:microsoft.com/office/officeart/2008/layout/LinedList"/>
    <dgm:cxn modelId="{9A0B7386-3DFE-4A71-84C0-393B0437AFE9}" type="presParOf" srcId="{2AA5237F-FCC7-4354-8B64-113678C29B95}" destId="{6971E9F3-E05C-421A-B44A-AD3CFC100AF6}" srcOrd="0" destOrd="0" presId="urn:microsoft.com/office/officeart/2008/layout/LinedList"/>
    <dgm:cxn modelId="{DA7F3648-3035-4B0B-AFF9-6313A37316E4}" type="presParOf" srcId="{2AA5237F-FCC7-4354-8B64-113678C29B95}" destId="{F5C3A37F-BB9B-45DE-AE74-07EFC0E68977}" srcOrd="1" destOrd="0" presId="urn:microsoft.com/office/officeart/2008/layout/LinedList"/>
    <dgm:cxn modelId="{BC57E9B9-0936-4E10-BC43-C4622E08D0C7}" type="presParOf" srcId="{F5C3A37F-BB9B-45DE-AE74-07EFC0E68977}" destId="{EBA7A87F-38FC-4BAC-BC08-657C44C52DEE}" srcOrd="0" destOrd="0" presId="urn:microsoft.com/office/officeart/2008/layout/LinedList"/>
    <dgm:cxn modelId="{34BF6340-BEE4-4FC2-8B72-F6EA7DD4BEDF}" type="presParOf" srcId="{F5C3A37F-BB9B-45DE-AE74-07EFC0E68977}" destId="{77998103-9E87-4425-BD55-9A107993BF90}" srcOrd="1" destOrd="0" presId="urn:microsoft.com/office/officeart/2008/layout/LinedList"/>
    <dgm:cxn modelId="{F74E6205-6943-41E4-A41E-83D658770B04}" type="presParOf" srcId="{77998103-9E87-4425-BD55-9A107993BF90}" destId="{8D17E131-E42C-4F68-B947-1E374ABE96D0}" srcOrd="0" destOrd="0" presId="urn:microsoft.com/office/officeart/2008/layout/LinedList"/>
    <dgm:cxn modelId="{F83217EA-CA12-418D-A153-366CA5087E8E}" type="presParOf" srcId="{77998103-9E87-4425-BD55-9A107993BF90}" destId="{4C12E240-BA0B-4A63-95E8-171BA5311534}" srcOrd="1" destOrd="0" presId="urn:microsoft.com/office/officeart/2008/layout/LinedList"/>
    <dgm:cxn modelId="{836D8565-ABF9-4FBD-88FB-74E3AD2EBD95}" type="presParOf" srcId="{77998103-9E87-4425-BD55-9A107993BF90}" destId="{50C3FC65-64FD-40A4-9C2D-684926E34F80}" srcOrd="2" destOrd="0" presId="urn:microsoft.com/office/officeart/2008/layout/LinedList"/>
    <dgm:cxn modelId="{CF7EFD75-F35C-484B-9C2A-9E836DFE0678}" type="presParOf" srcId="{F5C3A37F-BB9B-45DE-AE74-07EFC0E68977}" destId="{19D18F56-F26F-4FA4-B50B-51DBE76629AC}" srcOrd="2" destOrd="0" presId="urn:microsoft.com/office/officeart/2008/layout/LinedList"/>
    <dgm:cxn modelId="{F8AE6E81-5D99-4E07-9807-080AA9F18EFD}" type="presParOf" srcId="{F5C3A37F-BB9B-45DE-AE74-07EFC0E68977}" destId="{FCF42A02-9522-44A5-A039-AC4F45D9B513}" srcOrd="3" destOrd="0" presId="urn:microsoft.com/office/officeart/2008/layout/LinedList"/>
    <dgm:cxn modelId="{430E1F7A-B395-4CCE-93B2-4FF14398D49A}" type="presParOf" srcId="{F5C3A37F-BB9B-45DE-AE74-07EFC0E68977}" destId="{56502BA1-6370-47B8-B4E9-245036934C1C}" srcOrd="4" destOrd="0" presId="urn:microsoft.com/office/officeart/2008/layout/LinedList"/>
    <dgm:cxn modelId="{9A33F463-972B-4B9F-AD70-491D7B7DAA53}" type="presParOf" srcId="{56502BA1-6370-47B8-B4E9-245036934C1C}" destId="{8E489237-28F4-4DA7-8BDF-4C2FED4383D2}" srcOrd="0" destOrd="0" presId="urn:microsoft.com/office/officeart/2008/layout/LinedList"/>
    <dgm:cxn modelId="{C4621F88-553B-47EF-A9EF-35B9509CAA4C}" type="presParOf" srcId="{56502BA1-6370-47B8-B4E9-245036934C1C}" destId="{68F332C1-F8E5-4625-94CE-3F75F2B15BB8}" srcOrd="1" destOrd="0" presId="urn:microsoft.com/office/officeart/2008/layout/LinedList"/>
    <dgm:cxn modelId="{136EED8B-6565-41A5-AB04-0AD5E2E7CFC9}" type="presParOf" srcId="{56502BA1-6370-47B8-B4E9-245036934C1C}" destId="{6E3FC2DF-A52A-432A-B5FF-46B8CD4D6D44}" srcOrd="2" destOrd="0" presId="urn:microsoft.com/office/officeart/2008/layout/LinedList"/>
    <dgm:cxn modelId="{1B32EF50-C343-4F79-932C-5659EABCCCEC}" type="presParOf" srcId="{F5C3A37F-BB9B-45DE-AE74-07EFC0E68977}" destId="{68D99E98-09AC-465E-9B26-6090E48A830F}" srcOrd="5" destOrd="0" presId="urn:microsoft.com/office/officeart/2008/layout/LinedList"/>
    <dgm:cxn modelId="{C8D83F9D-3AEA-4A3B-9B35-F1915D76B8DD}" type="presParOf" srcId="{F5C3A37F-BB9B-45DE-AE74-07EFC0E68977}" destId="{E5F69097-684D-4901-AF80-DB815510602F}" srcOrd="6" destOrd="0" presId="urn:microsoft.com/office/officeart/2008/layout/LinedList"/>
    <dgm:cxn modelId="{05E0415C-19DA-4659-AEEA-DBB54EE37D6A}" type="presParOf" srcId="{F5C3A37F-BB9B-45DE-AE74-07EFC0E68977}" destId="{DEF8649B-2CCF-4C8F-BAF6-F1111C7980B0}" srcOrd="7" destOrd="0" presId="urn:microsoft.com/office/officeart/2008/layout/LinedList"/>
    <dgm:cxn modelId="{63402919-766C-449C-B379-16CB6374DC5C}" type="presParOf" srcId="{DEF8649B-2CCF-4C8F-BAF6-F1111C7980B0}" destId="{1F449911-3D7E-4D56-AAAA-3A9868D10CEE}" srcOrd="0" destOrd="0" presId="urn:microsoft.com/office/officeart/2008/layout/LinedList"/>
    <dgm:cxn modelId="{1864D06B-1991-4D0E-BF6B-CD34CB93643F}" type="presParOf" srcId="{DEF8649B-2CCF-4C8F-BAF6-F1111C7980B0}" destId="{814498D9-1B1B-488D-8943-2C74D41A713C}" srcOrd="1" destOrd="0" presId="urn:microsoft.com/office/officeart/2008/layout/LinedList"/>
    <dgm:cxn modelId="{1FDA537F-BFD6-47A0-907A-8434A9AF2D63}" type="presParOf" srcId="{DEF8649B-2CCF-4C8F-BAF6-F1111C7980B0}" destId="{EF175E42-555D-4990-828B-4315523D26D2}" srcOrd="2" destOrd="0" presId="urn:microsoft.com/office/officeart/2008/layout/LinedList"/>
    <dgm:cxn modelId="{8C98E317-D04A-4355-B3EE-3B6392CD4DF2}" type="presParOf" srcId="{F5C3A37F-BB9B-45DE-AE74-07EFC0E68977}" destId="{A6DBBB32-F956-40FB-A956-A288B9293FA2}" srcOrd="8" destOrd="0" presId="urn:microsoft.com/office/officeart/2008/layout/LinedList"/>
    <dgm:cxn modelId="{9283A803-7F1D-4C58-B6A0-24E28732A9B2}" type="presParOf" srcId="{F5C3A37F-BB9B-45DE-AE74-07EFC0E68977}" destId="{F75B577F-497E-4797-AE73-CB7244569E2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4D0BA363-4FAB-4ADC-B800-EBF11A7396AD}" type="presOf" srcId="{100341A5-A327-4CC4-A623-82D7CB9894ED}" destId="{AECE4F14-D5CB-4515-A9D2-EB6F7D29D93A}" srcOrd="0" destOrd="0" presId="urn:microsoft.com/office/officeart/2008/layout/LinedList"/>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04495AB-6996-46C7-A7CF-18D8B0DD7E09}"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8C0887E-30FF-4616-B580-AF8B7E191260}">
      <dgm:prSet/>
      <dgm:spPr/>
      <dgm:t>
        <a:bodyPr/>
        <a:lstStyle/>
        <a:p>
          <a:r>
            <a:rPr lang="en-US"/>
            <a:t>1. Data Preparation and Split</a:t>
          </a:r>
        </a:p>
      </dgm:t>
    </dgm:pt>
    <dgm:pt modelId="{60FF442C-43C9-4D0C-A686-1BF92179ED99}" type="parTrans" cxnId="{CCFC29D8-8411-4A2B-A49B-C74D16F75D5B}">
      <dgm:prSet/>
      <dgm:spPr/>
      <dgm:t>
        <a:bodyPr/>
        <a:lstStyle/>
        <a:p>
          <a:endParaRPr lang="en-US"/>
        </a:p>
      </dgm:t>
    </dgm:pt>
    <dgm:pt modelId="{60EE608D-1BA5-4072-AC5E-C22344281B5F}" type="sibTrans" cxnId="{CCFC29D8-8411-4A2B-A49B-C74D16F75D5B}">
      <dgm:prSet/>
      <dgm:spPr/>
      <dgm:t>
        <a:bodyPr/>
        <a:lstStyle/>
        <a:p>
          <a:endParaRPr lang="en-US"/>
        </a:p>
      </dgm:t>
    </dgm:pt>
    <dgm:pt modelId="{2E389F5E-2E0A-4CA1-A0C8-FDE85459492D}">
      <dgm:prSet/>
      <dgm:spPr/>
      <dgm:t>
        <a:bodyPr/>
        <a:lstStyle/>
        <a:p>
          <a:r>
            <a:rPr lang="en-US"/>
            <a:t>- Loaded full dataset and separated labeled (with SurvivalTime) and unlabeled (missing SurvivalTime) samples</a:t>
          </a:r>
        </a:p>
      </dgm:t>
    </dgm:pt>
    <dgm:pt modelId="{C666CE25-80D7-4770-89C4-6243E573D05C}" type="parTrans" cxnId="{338B8477-0389-4669-A963-186F48714C64}">
      <dgm:prSet/>
      <dgm:spPr/>
      <dgm:t>
        <a:bodyPr/>
        <a:lstStyle/>
        <a:p>
          <a:endParaRPr lang="en-US"/>
        </a:p>
      </dgm:t>
    </dgm:pt>
    <dgm:pt modelId="{5FACAE21-82BF-41DF-9CD2-184515E50C05}" type="sibTrans" cxnId="{338B8477-0389-4669-A963-186F48714C64}">
      <dgm:prSet/>
      <dgm:spPr/>
      <dgm:t>
        <a:bodyPr/>
        <a:lstStyle/>
        <a:p>
          <a:endParaRPr lang="en-US"/>
        </a:p>
      </dgm:t>
    </dgm:pt>
    <dgm:pt modelId="{363F40D3-2AD3-4369-8625-EEE24F31711E}">
      <dgm:prSet/>
      <dgm:spPr/>
      <dgm:t>
        <a:bodyPr/>
        <a:lstStyle/>
        <a:p>
          <a:r>
            <a:rPr lang="en-US"/>
            <a:t>- Combined labeled and unlabeled feature matrices for semi-supervised learning</a:t>
          </a:r>
        </a:p>
      </dgm:t>
    </dgm:pt>
    <dgm:pt modelId="{05D45666-5046-4DF8-ADBC-F8043F2BACF7}" type="parTrans" cxnId="{E6E3D87E-1358-474B-B246-3BC089A46444}">
      <dgm:prSet/>
      <dgm:spPr/>
      <dgm:t>
        <a:bodyPr/>
        <a:lstStyle/>
        <a:p>
          <a:endParaRPr lang="en-US"/>
        </a:p>
      </dgm:t>
    </dgm:pt>
    <dgm:pt modelId="{BE4FE43D-903E-4B16-AFCA-FBB71222A248}" type="sibTrans" cxnId="{E6E3D87E-1358-474B-B246-3BC089A46444}">
      <dgm:prSet/>
      <dgm:spPr/>
      <dgm:t>
        <a:bodyPr/>
        <a:lstStyle/>
        <a:p>
          <a:endParaRPr lang="en-US"/>
        </a:p>
      </dgm:t>
    </dgm:pt>
    <dgm:pt modelId="{D6B2D5BA-B600-466B-92DA-6F9573E59418}">
      <dgm:prSet/>
      <dgm:spPr/>
      <dgm:t>
        <a:bodyPr/>
        <a:lstStyle/>
        <a:p>
          <a:r>
            <a:rPr lang="en-US"/>
            <a:t>- Preserved censoring indicators and target values for labeled data only</a:t>
          </a:r>
        </a:p>
      </dgm:t>
    </dgm:pt>
    <dgm:pt modelId="{FB2F5D54-C113-4666-94A1-4CDB64831797}" type="parTrans" cxnId="{8EA33598-48FC-46D7-8DF1-2A6C4CFD2EC2}">
      <dgm:prSet/>
      <dgm:spPr/>
      <dgm:t>
        <a:bodyPr/>
        <a:lstStyle/>
        <a:p>
          <a:endParaRPr lang="en-US"/>
        </a:p>
      </dgm:t>
    </dgm:pt>
    <dgm:pt modelId="{E7EE430D-D1C7-4337-B3CD-66B6FA5B93C9}" type="sibTrans" cxnId="{8EA33598-48FC-46D7-8DF1-2A6C4CFD2EC2}">
      <dgm:prSet/>
      <dgm:spPr/>
      <dgm:t>
        <a:bodyPr/>
        <a:lstStyle/>
        <a:p>
          <a:endParaRPr lang="en-US"/>
        </a:p>
      </dgm:t>
    </dgm:pt>
    <dgm:pt modelId="{E70E10A5-F224-42B7-A1AA-5CBFF80F8D04}">
      <dgm:prSet/>
      <dgm:spPr/>
      <dgm:t>
        <a:bodyPr/>
        <a:lstStyle/>
        <a:p>
          <a:r>
            <a:rPr lang="en-US"/>
            <a:t>2. Semi-Supervised Imputation Testing</a:t>
          </a:r>
        </a:p>
      </dgm:t>
    </dgm:pt>
    <dgm:pt modelId="{A719DA56-36A4-449C-B589-0BA85FCF3F3A}" type="parTrans" cxnId="{0B58B8B6-25D3-473D-A17B-E59202867016}">
      <dgm:prSet/>
      <dgm:spPr/>
      <dgm:t>
        <a:bodyPr/>
        <a:lstStyle/>
        <a:p>
          <a:endParaRPr lang="en-US"/>
        </a:p>
      </dgm:t>
    </dgm:pt>
    <dgm:pt modelId="{C9EB4F86-A912-41A6-B708-F33E96AED0DB}" type="sibTrans" cxnId="{0B58B8B6-25D3-473D-A17B-E59202867016}">
      <dgm:prSet/>
      <dgm:spPr/>
      <dgm:t>
        <a:bodyPr/>
        <a:lstStyle/>
        <a:p>
          <a:endParaRPr lang="en-US"/>
        </a:p>
      </dgm:t>
    </dgm:pt>
    <dgm:pt modelId="{E383A994-3A61-46F4-AFEA-DF4E21144738}">
      <dgm:prSet/>
      <dgm:spPr/>
      <dgm:t>
        <a:bodyPr/>
        <a:lstStyle/>
        <a:p>
          <a:r>
            <a:rPr lang="en-US"/>
            <a:t>- Fitted imputers (Mean, KNN, Iterative) on combined labeled+unlabeled data</a:t>
          </a:r>
        </a:p>
      </dgm:t>
    </dgm:pt>
    <dgm:pt modelId="{9F88A42A-9341-415C-9E2D-6E70E9F16758}" type="parTrans" cxnId="{014C1BDD-482F-487E-AE84-AAF7EB62B8A1}">
      <dgm:prSet/>
      <dgm:spPr/>
      <dgm:t>
        <a:bodyPr/>
        <a:lstStyle/>
        <a:p>
          <a:endParaRPr lang="en-US"/>
        </a:p>
      </dgm:t>
    </dgm:pt>
    <dgm:pt modelId="{056849BE-B631-4C51-880A-56E3CF77764A}" type="sibTrans" cxnId="{014C1BDD-482F-487E-AE84-AAF7EB62B8A1}">
      <dgm:prSet/>
      <dgm:spPr/>
      <dgm:t>
        <a:bodyPr/>
        <a:lstStyle/>
        <a:p>
          <a:endParaRPr lang="en-US"/>
        </a:p>
      </dgm:t>
    </dgm:pt>
    <dgm:pt modelId="{C08B190D-583A-4DD8-AD84-823C6C5635A4}">
      <dgm:prSet/>
      <dgm:spPr/>
      <dgm:t>
        <a:bodyPr/>
        <a:lstStyle/>
        <a:p>
          <a:r>
            <a:rPr lang="en-US"/>
            <a:t>- Extracted imputed labeled features for model training and evaluation</a:t>
          </a:r>
        </a:p>
      </dgm:t>
    </dgm:pt>
    <dgm:pt modelId="{9254D982-5269-4F54-A01A-CB7F36C0ADA5}" type="parTrans" cxnId="{C39CD96D-DB68-4C17-8AE5-E39BF1632200}">
      <dgm:prSet/>
      <dgm:spPr/>
      <dgm:t>
        <a:bodyPr/>
        <a:lstStyle/>
        <a:p>
          <a:endParaRPr lang="en-US"/>
        </a:p>
      </dgm:t>
    </dgm:pt>
    <dgm:pt modelId="{C275CE75-6391-4A4D-BA19-3A2BD95FC62B}" type="sibTrans" cxnId="{C39CD96D-DB68-4C17-8AE5-E39BF1632200}">
      <dgm:prSet/>
      <dgm:spPr/>
      <dgm:t>
        <a:bodyPr/>
        <a:lstStyle/>
        <a:p>
          <a:endParaRPr lang="en-US"/>
        </a:p>
      </dgm:t>
    </dgm:pt>
    <dgm:pt modelId="{B723B77B-E016-41AD-AC60-A0D17DBA4469}">
      <dgm:prSet/>
      <dgm:spPr/>
      <dgm:t>
        <a:bodyPr/>
        <a:lstStyle/>
        <a:p>
          <a:r>
            <a:rPr lang="en-US"/>
            <a:t>- Compared imputation strategies using 5-fold cross-validation with Linear Regression</a:t>
          </a:r>
        </a:p>
      </dgm:t>
    </dgm:pt>
    <dgm:pt modelId="{637D3B9E-7BA6-4145-A12A-CDC9BCAB76FD}" type="parTrans" cxnId="{D96DD462-2486-4EE2-AF3F-87489DECF435}">
      <dgm:prSet/>
      <dgm:spPr/>
      <dgm:t>
        <a:bodyPr/>
        <a:lstStyle/>
        <a:p>
          <a:endParaRPr lang="en-US"/>
        </a:p>
      </dgm:t>
    </dgm:pt>
    <dgm:pt modelId="{00D7DC72-8337-4ADC-B6C3-5833C7185AFD}" type="sibTrans" cxnId="{D96DD462-2486-4EE2-AF3F-87489DECF435}">
      <dgm:prSet/>
      <dgm:spPr/>
      <dgm:t>
        <a:bodyPr/>
        <a:lstStyle/>
        <a:p>
          <a:endParaRPr lang="en-US"/>
        </a:p>
      </dgm:t>
    </dgm:pt>
    <dgm:pt modelId="{A1959D5F-06FE-43AC-A41F-A7925EBCCD16}">
      <dgm:prSet/>
      <dgm:spPr/>
      <dgm:t>
        <a:bodyPr/>
        <a:lstStyle/>
        <a:p>
          <a:r>
            <a:rPr lang="en-US"/>
            <a:t>3. Isomap with Semi-Supervised Learning</a:t>
          </a:r>
        </a:p>
      </dgm:t>
    </dgm:pt>
    <dgm:pt modelId="{42E58EED-9610-449D-9782-424BD6311076}" type="parTrans" cxnId="{72526E4C-93A4-4CBE-A664-5ADE11C6F71D}">
      <dgm:prSet/>
      <dgm:spPr/>
      <dgm:t>
        <a:bodyPr/>
        <a:lstStyle/>
        <a:p>
          <a:endParaRPr lang="en-US"/>
        </a:p>
      </dgm:t>
    </dgm:pt>
    <dgm:pt modelId="{B4AC1904-418D-49FA-9B38-8243C6C91EC0}" type="sibTrans" cxnId="{72526E4C-93A4-4CBE-A664-5ADE11C6F71D}">
      <dgm:prSet/>
      <dgm:spPr/>
      <dgm:t>
        <a:bodyPr/>
        <a:lstStyle/>
        <a:p>
          <a:endParaRPr lang="en-US"/>
        </a:p>
      </dgm:t>
    </dgm:pt>
    <dgm:pt modelId="{EF668218-BD88-4650-9308-2704348168C0}">
      <dgm:prSet/>
      <dgm:spPr/>
      <dgm:t>
        <a:bodyPr/>
        <a:lstStyle/>
        <a:p>
          <a:r>
            <a:rPr lang="en-US"/>
            <a:t>- Selected best imputation method from comparison results</a:t>
          </a:r>
        </a:p>
      </dgm:t>
    </dgm:pt>
    <dgm:pt modelId="{14293AF9-038E-4732-B459-48039FF963B2}" type="parTrans" cxnId="{1A447735-8E9F-4C41-9D97-C4235B49573A}">
      <dgm:prSet/>
      <dgm:spPr/>
      <dgm:t>
        <a:bodyPr/>
        <a:lstStyle/>
        <a:p>
          <a:endParaRPr lang="en-US"/>
        </a:p>
      </dgm:t>
    </dgm:pt>
    <dgm:pt modelId="{CF63DB0C-0133-45B5-B243-81CC6EFC7911}" type="sibTrans" cxnId="{1A447735-8E9F-4C41-9D97-C4235B49573A}">
      <dgm:prSet/>
      <dgm:spPr/>
      <dgm:t>
        <a:bodyPr/>
        <a:lstStyle/>
        <a:p>
          <a:endParaRPr lang="en-US"/>
        </a:p>
      </dgm:t>
    </dgm:pt>
    <dgm:pt modelId="{10DCD776-6A1A-438D-BD1E-785840D9D37B}">
      <dgm:prSet/>
      <dgm:spPr/>
      <dgm:t>
        <a:bodyPr/>
        <a:lstStyle/>
        <a:p>
          <a:r>
            <a:rPr lang="en-US"/>
            <a:t>- Fitted Isomap on combined scaled data (labeled + unlabeled) for dimensionality reduction</a:t>
          </a:r>
        </a:p>
      </dgm:t>
    </dgm:pt>
    <dgm:pt modelId="{5D7E8C14-7EAC-479F-8881-EE9F11CD5302}" type="parTrans" cxnId="{8B383984-5C45-44EF-93A9-208BCE0CFDE6}">
      <dgm:prSet/>
      <dgm:spPr/>
      <dgm:t>
        <a:bodyPr/>
        <a:lstStyle/>
        <a:p>
          <a:endParaRPr lang="en-US"/>
        </a:p>
      </dgm:t>
    </dgm:pt>
    <dgm:pt modelId="{CF33D214-CF87-457A-B942-736FFC843C28}" type="sibTrans" cxnId="{8B383984-5C45-44EF-93A9-208BCE0CFDE6}">
      <dgm:prSet/>
      <dgm:spPr/>
      <dgm:t>
        <a:bodyPr/>
        <a:lstStyle/>
        <a:p>
          <a:endParaRPr lang="en-US"/>
        </a:p>
      </dgm:t>
    </dgm:pt>
    <dgm:pt modelId="{083999B5-1622-4740-BB2D-F9FF742C9F6C}">
      <dgm:prSet/>
      <dgm:spPr/>
      <dgm:t>
        <a:bodyPr/>
        <a:lstStyle/>
        <a:p>
          <a:r>
            <a:rPr lang="en-US"/>
            <a:t>- Tested multiple n_components values (2-8) using cross-validation to find optimal dimensionality</a:t>
          </a:r>
        </a:p>
      </dgm:t>
    </dgm:pt>
    <dgm:pt modelId="{1E15288A-D145-4B54-8A01-FBA03FE4BBFA}" type="parTrans" cxnId="{554BDE1C-F9F3-4A8C-BE05-963E8C48A809}">
      <dgm:prSet/>
      <dgm:spPr/>
      <dgm:t>
        <a:bodyPr/>
        <a:lstStyle/>
        <a:p>
          <a:endParaRPr lang="en-US"/>
        </a:p>
      </dgm:t>
    </dgm:pt>
    <dgm:pt modelId="{99CEDA5E-9C56-4801-9690-FAD30935C81F}" type="sibTrans" cxnId="{554BDE1C-F9F3-4A8C-BE05-963E8C48A809}">
      <dgm:prSet/>
      <dgm:spPr/>
      <dgm:t>
        <a:bodyPr/>
        <a:lstStyle/>
        <a:p>
          <a:endParaRPr lang="en-US"/>
        </a:p>
      </dgm:t>
    </dgm:pt>
    <dgm:pt modelId="{FFD8E9DD-CCFB-443C-BB5F-FDDD94B3C734}" type="pres">
      <dgm:prSet presAssocID="{E04495AB-6996-46C7-A7CF-18D8B0DD7E09}" presName="vert0" presStyleCnt="0">
        <dgm:presLayoutVars>
          <dgm:dir/>
          <dgm:animOne val="branch"/>
          <dgm:animLvl val="lvl"/>
        </dgm:presLayoutVars>
      </dgm:prSet>
      <dgm:spPr/>
    </dgm:pt>
    <dgm:pt modelId="{175C3231-4479-4137-A461-38CDC49D4D2F}" type="pres">
      <dgm:prSet presAssocID="{28C0887E-30FF-4616-B580-AF8B7E191260}" presName="thickLine" presStyleLbl="alignNode1" presStyleIdx="0" presStyleCnt="3"/>
      <dgm:spPr/>
    </dgm:pt>
    <dgm:pt modelId="{7CF51F3B-D9DE-4E0B-8772-80C9120D6A59}" type="pres">
      <dgm:prSet presAssocID="{28C0887E-30FF-4616-B580-AF8B7E191260}" presName="horz1" presStyleCnt="0"/>
      <dgm:spPr/>
    </dgm:pt>
    <dgm:pt modelId="{9526CB42-9130-4D31-9D6D-D3A57FE56DF4}" type="pres">
      <dgm:prSet presAssocID="{28C0887E-30FF-4616-B580-AF8B7E191260}" presName="tx1" presStyleLbl="revTx" presStyleIdx="0" presStyleCnt="12"/>
      <dgm:spPr/>
    </dgm:pt>
    <dgm:pt modelId="{2036AE76-CADB-4578-AC16-54AAD1096078}" type="pres">
      <dgm:prSet presAssocID="{28C0887E-30FF-4616-B580-AF8B7E191260}" presName="vert1" presStyleCnt="0"/>
      <dgm:spPr/>
    </dgm:pt>
    <dgm:pt modelId="{64330D15-A7C7-4304-91E9-A2DACAEC27C2}" type="pres">
      <dgm:prSet presAssocID="{2E389F5E-2E0A-4CA1-A0C8-FDE85459492D}" presName="vertSpace2a" presStyleCnt="0"/>
      <dgm:spPr/>
    </dgm:pt>
    <dgm:pt modelId="{E23875C8-61AC-47D0-9308-B83BDA3720D9}" type="pres">
      <dgm:prSet presAssocID="{2E389F5E-2E0A-4CA1-A0C8-FDE85459492D}" presName="horz2" presStyleCnt="0"/>
      <dgm:spPr/>
    </dgm:pt>
    <dgm:pt modelId="{8413A569-65CA-47AB-83BB-2B6CEE9FBE7D}" type="pres">
      <dgm:prSet presAssocID="{2E389F5E-2E0A-4CA1-A0C8-FDE85459492D}" presName="horzSpace2" presStyleCnt="0"/>
      <dgm:spPr/>
    </dgm:pt>
    <dgm:pt modelId="{22081B23-62AC-4995-8E7E-B25BB9E5EFA6}" type="pres">
      <dgm:prSet presAssocID="{2E389F5E-2E0A-4CA1-A0C8-FDE85459492D}" presName="tx2" presStyleLbl="revTx" presStyleIdx="1" presStyleCnt="12"/>
      <dgm:spPr/>
    </dgm:pt>
    <dgm:pt modelId="{B3A574DF-A33D-43C0-B50A-BE29E730D9B3}" type="pres">
      <dgm:prSet presAssocID="{2E389F5E-2E0A-4CA1-A0C8-FDE85459492D}" presName="vert2" presStyleCnt="0"/>
      <dgm:spPr/>
    </dgm:pt>
    <dgm:pt modelId="{A67BC73B-E9A7-4842-81FC-9B502C0FCE45}" type="pres">
      <dgm:prSet presAssocID="{2E389F5E-2E0A-4CA1-A0C8-FDE85459492D}" presName="thinLine2b" presStyleLbl="callout" presStyleIdx="0" presStyleCnt="9"/>
      <dgm:spPr/>
    </dgm:pt>
    <dgm:pt modelId="{DA9A6EC8-933C-4CF3-B630-3D094F6CA3F8}" type="pres">
      <dgm:prSet presAssocID="{2E389F5E-2E0A-4CA1-A0C8-FDE85459492D}" presName="vertSpace2b" presStyleCnt="0"/>
      <dgm:spPr/>
    </dgm:pt>
    <dgm:pt modelId="{877B0EF3-5631-4179-9A46-C234752E7890}" type="pres">
      <dgm:prSet presAssocID="{363F40D3-2AD3-4369-8625-EEE24F31711E}" presName="horz2" presStyleCnt="0"/>
      <dgm:spPr/>
    </dgm:pt>
    <dgm:pt modelId="{26FCDF52-92DB-4E09-94F2-37F99372651A}" type="pres">
      <dgm:prSet presAssocID="{363F40D3-2AD3-4369-8625-EEE24F31711E}" presName="horzSpace2" presStyleCnt="0"/>
      <dgm:spPr/>
    </dgm:pt>
    <dgm:pt modelId="{F7E9AF9E-66E9-4323-A03A-F58E153412A3}" type="pres">
      <dgm:prSet presAssocID="{363F40D3-2AD3-4369-8625-EEE24F31711E}" presName="tx2" presStyleLbl="revTx" presStyleIdx="2" presStyleCnt="12"/>
      <dgm:spPr/>
    </dgm:pt>
    <dgm:pt modelId="{8DB67DAA-350D-43B5-A025-6C21AF11BF59}" type="pres">
      <dgm:prSet presAssocID="{363F40D3-2AD3-4369-8625-EEE24F31711E}" presName="vert2" presStyleCnt="0"/>
      <dgm:spPr/>
    </dgm:pt>
    <dgm:pt modelId="{F9791E13-AA5E-4B87-901E-C90F581EB707}" type="pres">
      <dgm:prSet presAssocID="{363F40D3-2AD3-4369-8625-EEE24F31711E}" presName="thinLine2b" presStyleLbl="callout" presStyleIdx="1" presStyleCnt="9"/>
      <dgm:spPr/>
    </dgm:pt>
    <dgm:pt modelId="{96B61461-4AF7-4398-A0DB-5AC6067B411A}" type="pres">
      <dgm:prSet presAssocID="{363F40D3-2AD3-4369-8625-EEE24F31711E}" presName="vertSpace2b" presStyleCnt="0"/>
      <dgm:spPr/>
    </dgm:pt>
    <dgm:pt modelId="{E5D035FF-7CB0-4648-AC64-883B1A820382}" type="pres">
      <dgm:prSet presAssocID="{D6B2D5BA-B600-466B-92DA-6F9573E59418}" presName="horz2" presStyleCnt="0"/>
      <dgm:spPr/>
    </dgm:pt>
    <dgm:pt modelId="{CC8A5C71-E9C2-4AF0-8B95-35B8DB518BC2}" type="pres">
      <dgm:prSet presAssocID="{D6B2D5BA-B600-466B-92DA-6F9573E59418}" presName="horzSpace2" presStyleCnt="0"/>
      <dgm:spPr/>
    </dgm:pt>
    <dgm:pt modelId="{A87DDCF7-CFA9-4719-9D69-D03BA1A33B72}" type="pres">
      <dgm:prSet presAssocID="{D6B2D5BA-B600-466B-92DA-6F9573E59418}" presName="tx2" presStyleLbl="revTx" presStyleIdx="3" presStyleCnt="12"/>
      <dgm:spPr/>
    </dgm:pt>
    <dgm:pt modelId="{001C3C74-0A1D-4903-926F-FCF2B592700E}" type="pres">
      <dgm:prSet presAssocID="{D6B2D5BA-B600-466B-92DA-6F9573E59418}" presName="vert2" presStyleCnt="0"/>
      <dgm:spPr/>
    </dgm:pt>
    <dgm:pt modelId="{5F0B9725-D2E3-4E3B-ADCD-9F9FEDCFB413}" type="pres">
      <dgm:prSet presAssocID="{D6B2D5BA-B600-466B-92DA-6F9573E59418}" presName="thinLine2b" presStyleLbl="callout" presStyleIdx="2" presStyleCnt="9"/>
      <dgm:spPr/>
    </dgm:pt>
    <dgm:pt modelId="{6C9A98EC-862A-471F-85AA-57C6E080FA41}" type="pres">
      <dgm:prSet presAssocID="{D6B2D5BA-B600-466B-92DA-6F9573E59418}" presName="vertSpace2b" presStyleCnt="0"/>
      <dgm:spPr/>
    </dgm:pt>
    <dgm:pt modelId="{BEB1881C-4293-41D8-92FF-55501F840FBE}" type="pres">
      <dgm:prSet presAssocID="{E70E10A5-F224-42B7-A1AA-5CBFF80F8D04}" presName="thickLine" presStyleLbl="alignNode1" presStyleIdx="1" presStyleCnt="3"/>
      <dgm:spPr/>
    </dgm:pt>
    <dgm:pt modelId="{44AA5456-905C-46DA-9EDC-F94B10F69D84}" type="pres">
      <dgm:prSet presAssocID="{E70E10A5-F224-42B7-A1AA-5CBFF80F8D04}" presName="horz1" presStyleCnt="0"/>
      <dgm:spPr/>
    </dgm:pt>
    <dgm:pt modelId="{EB116550-D263-4C2E-8254-D2DFA71F01A9}" type="pres">
      <dgm:prSet presAssocID="{E70E10A5-F224-42B7-A1AA-5CBFF80F8D04}" presName="tx1" presStyleLbl="revTx" presStyleIdx="4" presStyleCnt="12"/>
      <dgm:spPr/>
    </dgm:pt>
    <dgm:pt modelId="{364F3E59-17F8-4116-AB27-0BF9377B2778}" type="pres">
      <dgm:prSet presAssocID="{E70E10A5-F224-42B7-A1AA-5CBFF80F8D04}" presName="vert1" presStyleCnt="0"/>
      <dgm:spPr/>
    </dgm:pt>
    <dgm:pt modelId="{C1FE23F6-0791-4383-A222-6F9817FB7E66}" type="pres">
      <dgm:prSet presAssocID="{E383A994-3A61-46F4-AFEA-DF4E21144738}" presName="vertSpace2a" presStyleCnt="0"/>
      <dgm:spPr/>
    </dgm:pt>
    <dgm:pt modelId="{83685B2B-5613-4EBE-91E0-E20395890391}" type="pres">
      <dgm:prSet presAssocID="{E383A994-3A61-46F4-AFEA-DF4E21144738}" presName="horz2" presStyleCnt="0"/>
      <dgm:spPr/>
    </dgm:pt>
    <dgm:pt modelId="{1D78E7A4-9F02-4637-A3E5-A513A71F2C16}" type="pres">
      <dgm:prSet presAssocID="{E383A994-3A61-46F4-AFEA-DF4E21144738}" presName="horzSpace2" presStyleCnt="0"/>
      <dgm:spPr/>
    </dgm:pt>
    <dgm:pt modelId="{9A97D316-002B-4E7D-9855-80943576E121}" type="pres">
      <dgm:prSet presAssocID="{E383A994-3A61-46F4-AFEA-DF4E21144738}" presName="tx2" presStyleLbl="revTx" presStyleIdx="5" presStyleCnt="12"/>
      <dgm:spPr/>
    </dgm:pt>
    <dgm:pt modelId="{5F521B77-8A6C-4D70-AE76-75D7D5AD4B15}" type="pres">
      <dgm:prSet presAssocID="{E383A994-3A61-46F4-AFEA-DF4E21144738}" presName="vert2" presStyleCnt="0"/>
      <dgm:spPr/>
    </dgm:pt>
    <dgm:pt modelId="{A45B2A90-6E97-4213-AE8F-74461BCF9CF9}" type="pres">
      <dgm:prSet presAssocID="{E383A994-3A61-46F4-AFEA-DF4E21144738}" presName="thinLine2b" presStyleLbl="callout" presStyleIdx="3" presStyleCnt="9"/>
      <dgm:spPr/>
    </dgm:pt>
    <dgm:pt modelId="{08F87916-540F-4D91-8792-A106D297F464}" type="pres">
      <dgm:prSet presAssocID="{E383A994-3A61-46F4-AFEA-DF4E21144738}" presName="vertSpace2b" presStyleCnt="0"/>
      <dgm:spPr/>
    </dgm:pt>
    <dgm:pt modelId="{AA79E6F3-68EE-4178-B63B-264A776F70C0}" type="pres">
      <dgm:prSet presAssocID="{C08B190D-583A-4DD8-AD84-823C6C5635A4}" presName="horz2" presStyleCnt="0"/>
      <dgm:spPr/>
    </dgm:pt>
    <dgm:pt modelId="{55D57EC6-4A9A-49C9-815D-84B13450D7A9}" type="pres">
      <dgm:prSet presAssocID="{C08B190D-583A-4DD8-AD84-823C6C5635A4}" presName="horzSpace2" presStyleCnt="0"/>
      <dgm:spPr/>
    </dgm:pt>
    <dgm:pt modelId="{5C412468-3AFD-4082-9C46-82ACAED3B0EE}" type="pres">
      <dgm:prSet presAssocID="{C08B190D-583A-4DD8-AD84-823C6C5635A4}" presName="tx2" presStyleLbl="revTx" presStyleIdx="6" presStyleCnt="12"/>
      <dgm:spPr/>
    </dgm:pt>
    <dgm:pt modelId="{32E13D2D-A12B-4763-8170-83E4A2C0E38B}" type="pres">
      <dgm:prSet presAssocID="{C08B190D-583A-4DD8-AD84-823C6C5635A4}" presName="vert2" presStyleCnt="0"/>
      <dgm:spPr/>
    </dgm:pt>
    <dgm:pt modelId="{92788DFF-F344-419D-A373-159F1CCCFD7F}" type="pres">
      <dgm:prSet presAssocID="{C08B190D-583A-4DD8-AD84-823C6C5635A4}" presName="thinLine2b" presStyleLbl="callout" presStyleIdx="4" presStyleCnt="9"/>
      <dgm:spPr/>
    </dgm:pt>
    <dgm:pt modelId="{08EC2A9E-0EF6-4BF3-8B44-9AA3E92AF9E8}" type="pres">
      <dgm:prSet presAssocID="{C08B190D-583A-4DD8-AD84-823C6C5635A4}" presName="vertSpace2b" presStyleCnt="0"/>
      <dgm:spPr/>
    </dgm:pt>
    <dgm:pt modelId="{05DE4F4E-F4C1-4052-BCAD-8AF31C2B8446}" type="pres">
      <dgm:prSet presAssocID="{B723B77B-E016-41AD-AC60-A0D17DBA4469}" presName="horz2" presStyleCnt="0"/>
      <dgm:spPr/>
    </dgm:pt>
    <dgm:pt modelId="{2347A692-57D8-4CEC-8151-7F1DF0EAAAC2}" type="pres">
      <dgm:prSet presAssocID="{B723B77B-E016-41AD-AC60-A0D17DBA4469}" presName="horzSpace2" presStyleCnt="0"/>
      <dgm:spPr/>
    </dgm:pt>
    <dgm:pt modelId="{8D067DF8-14A7-44B7-A075-B61295250772}" type="pres">
      <dgm:prSet presAssocID="{B723B77B-E016-41AD-AC60-A0D17DBA4469}" presName="tx2" presStyleLbl="revTx" presStyleIdx="7" presStyleCnt="12"/>
      <dgm:spPr/>
    </dgm:pt>
    <dgm:pt modelId="{CA062066-F0CA-482E-9E6E-D7B163B232FC}" type="pres">
      <dgm:prSet presAssocID="{B723B77B-E016-41AD-AC60-A0D17DBA4469}" presName="vert2" presStyleCnt="0"/>
      <dgm:spPr/>
    </dgm:pt>
    <dgm:pt modelId="{C0A905A0-714F-4CAF-B491-950D3F632FA9}" type="pres">
      <dgm:prSet presAssocID="{B723B77B-E016-41AD-AC60-A0D17DBA4469}" presName="thinLine2b" presStyleLbl="callout" presStyleIdx="5" presStyleCnt="9"/>
      <dgm:spPr/>
    </dgm:pt>
    <dgm:pt modelId="{D4DC5157-D30C-4A7B-A4FB-A26CACA95B9A}" type="pres">
      <dgm:prSet presAssocID="{B723B77B-E016-41AD-AC60-A0D17DBA4469}" presName="vertSpace2b" presStyleCnt="0"/>
      <dgm:spPr/>
    </dgm:pt>
    <dgm:pt modelId="{54A4D764-93D2-4507-9336-BF5F61DC48C9}" type="pres">
      <dgm:prSet presAssocID="{A1959D5F-06FE-43AC-A41F-A7925EBCCD16}" presName="thickLine" presStyleLbl="alignNode1" presStyleIdx="2" presStyleCnt="3"/>
      <dgm:spPr/>
    </dgm:pt>
    <dgm:pt modelId="{6C0AE54D-D56C-42F8-AFD8-4AEBA597CE83}" type="pres">
      <dgm:prSet presAssocID="{A1959D5F-06FE-43AC-A41F-A7925EBCCD16}" presName="horz1" presStyleCnt="0"/>
      <dgm:spPr/>
    </dgm:pt>
    <dgm:pt modelId="{E4DB2CA5-73CF-437D-9E3A-49883AD55B2A}" type="pres">
      <dgm:prSet presAssocID="{A1959D5F-06FE-43AC-A41F-A7925EBCCD16}" presName="tx1" presStyleLbl="revTx" presStyleIdx="8" presStyleCnt="12"/>
      <dgm:spPr/>
    </dgm:pt>
    <dgm:pt modelId="{0FD635AE-582A-4D9C-875D-3D87FB63DE34}" type="pres">
      <dgm:prSet presAssocID="{A1959D5F-06FE-43AC-A41F-A7925EBCCD16}" presName="vert1" presStyleCnt="0"/>
      <dgm:spPr/>
    </dgm:pt>
    <dgm:pt modelId="{BC2F8DC4-441E-4B0B-B185-15E15BFDB86D}" type="pres">
      <dgm:prSet presAssocID="{EF668218-BD88-4650-9308-2704348168C0}" presName="vertSpace2a" presStyleCnt="0"/>
      <dgm:spPr/>
    </dgm:pt>
    <dgm:pt modelId="{C04957AF-6358-43A7-85D7-A101D62EE817}" type="pres">
      <dgm:prSet presAssocID="{EF668218-BD88-4650-9308-2704348168C0}" presName="horz2" presStyleCnt="0"/>
      <dgm:spPr/>
    </dgm:pt>
    <dgm:pt modelId="{5DCC5413-916A-4F88-BAB9-EC92AE266820}" type="pres">
      <dgm:prSet presAssocID="{EF668218-BD88-4650-9308-2704348168C0}" presName="horzSpace2" presStyleCnt="0"/>
      <dgm:spPr/>
    </dgm:pt>
    <dgm:pt modelId="{6E6232F2-3FB1-4A5C-BBC5-24A60FC0BD67}" type="pres">
      <dgm:prSet presAssocID="{EF668218-BD88-4650-9308-2704348168C0}" presName="tx2" presStyleLbl="revTx" presStyleIdx="9" presStyleCnt="12"/>
      <dgm:spPr/>
    </dgm:pt>
    <dgm:pt modelId="{C9CCED3C-E49E-4EF9-9AEF-F55B62550FBC}" type="pres">
      <dgm:prSet presAssocID="{EF668218-BD88-4650-9308-2704348168C0}" presName="vert2" presStyleCnt="0"/>
      <dgm:spPr/>
    </dgm:pt>
    <dgm:pt modelId="{918E2A9E-BCA8-4D4D-8FAD-884E682C360F}" type="pres">
      <dgm:prSet presAssocID="{EF668218-BD88-4650-9308-2704348168C0}" presName="thinLine2b" presStyleLbl="callout" presStyleIdx="6" presStyleCnt="9"/>
      <dgm:spPr/>
    </dgm:pt>
    <dgm:pt modelId="{8F422D4C-80E8-4FA9-BF3D-B7CDF0599286}" type="pres">
      <dgm:prSet presAssocID="{EF668218-BD88-4650-9308-2704348168C0}" presName="vertSpace2b" presStyleCnt="0"/>
      <dgm:spPr/>
    </dgm:pt>
    <dgm:pt modelId="{73B5FC21-F3BF-4061-B687-5BF17BDD7CF0}" type="pres">
      <dgm:prSet presAssocID="{10DCD776-6A1A-438D-BD1E-785840D9D37B}" presName="horz2" presStyleCnt="0"/>
      <dgm:spPr/>
    </dgm:pt>
    <dgm:pt modelId="{71AC395A-71AA-4F46-A130-6AD2993651AB}" type="pres">
      <dgm:prSet presAssocID="{10DCD776-6A1A-438D-BD1E-785840D9D37B}" presName="horzSpace2" presStyleCnt="0"/>
      <dgm:spPr/>
    </dgm:pt>
    <dgm:pt modelId="{07105CA9-06F5-4F10-9843-55EDDAA3818A}" type="pres">
      <dgm:prSet presAssocID="{10DCD776-6A1A-438D-BD1E-785840D9D37B}" presName="tx2" presStyleLbl="revTx" presStyleIdx="10" presStyleCnt="12"/>
      <dgm:spPr/>
    </dgm:pt>
    <dgm:pt modelId="{3B2BA889-C437-4AF9-8697-7D043D5B4606}" type="pres">
      <dgm:prSet presAssocID="{10DCD776-6A1A-438D-BD1E-785840D9D37B}" presName="vert2" presStyleCnt="0"/>
      <dgm:spPr/>
    </dgm:pt>
    <dgm:pt modelId="{2C93983E-A582-4209-B641-F2A4B16E06ED}" type="pres">
      <dgm:prSet presAssocID="{10DCD776-6A1A-438D-BD1E-785840D9D37B}" presName="thinLine2b" presStyleLbl="callout" presStyleIdx="7" presStyleCnt="9"/>
      <dgm:spPr/>
    </dgm:pt>
    <dgm:pt modelId="{5AFED2F1-7DC7-4CAC-A087-A31208661575}" type="pres">
      <dgm:prSet presAssocID="{10DCD776-6A1A-438D-BD1E-785840D9D37B}" presName="vertSpace2b" presStyleCnt="0"/>
      <dgm:spPr/>
    </dgm:pt>
    <dgm:pt modelId="{65C98241-E77F-49F2-BAC3-0767722E3B01}" type="pres">
      <dgm:prSet presAssocID="{083999B5-1622-4740-BB2D-F9FF742C9F6C}" presName="horz2" presStyleCnt="0"/>
      <dgm:spPr/>
    </dgm:pt>
    <dgm:pt modelId="{0B804C46-D740-4429-ADDB-50F4BFFEE767}" type="pres">
      <dgm:prSet presAssocID="{083999B5-1622-4740-BB2D-F9FF742C9F6C}" presName="horzSpace2" presStyleCnt="0"/>
      <dgm:spPr/>
    </dgm:pt>
    <dgm:pt modelId="{FEB835A6-C4C0-4E33-9818-24799990F21B}" type="pres">
      <dgm:prSet presAssocID="{083999B5-1622-4740-BB2D-F9FF742C9F6C}" presName="tx2" presStyleLbl="revTx" presStyleIdx="11" presStyleCnt="12"/>
      <dgm:spPr/>
    </dgm:pt>
    <dgm:pt modelId="{137E9E28-8538-414E-B782-9F952618AFD2}" type="pres">
      <dgm:prSet presAssocID="{083999B5-1622-4740-BB2D-F9FF742C9F6C}" presName="vert2" presStyleCnt="0"/>
      <dgm:spPr/>
    </dgm:pt>
    <dgm:pt modelId="{39E35D4A-0A2C-4B88-B56A-E10CE6F3945E}" type="pres">
      <dgm:prSet presAssocID="{083999B5-1622-4740-BB2D-F9FF742C9F6C}" presName="thinLine2b" presStyleLbl="callout" presStyleIdx="8" presStyleCnt="9"/>
      <dgm:spPr/>
    </dgm:pt>
    <dgm:pt modelId="{613FECB0-03B5-47AC-B4B9-D400753B043C}" type="pres">
      <dgm:prSet presAssocID="{083999B5-1622-4740-BB2D-F9FF742C9F6C}" presName="vertSpace2b" presStyleCnt="0"/>
      <dgm:spPr/>
    </dgm:pt>
  </dgm:ptLst>
  <dgm:cxnLst>
    <dgm:cxn modelId="{30D34301-AD5A-4B9D-B5EC-47F504AFE67E}" type="presOf" srcId="{D6B2D5BA-B600-466B-92DA-6F9573E59418}" destId="{A87DDCF7-CFA9-4719-9D69-D03BA1A33B72}" srcOrd="0" destOrd="0" presId="urn:microsoft.com/office/officeart/2008/layout/LinedList"/>
    <dgm:cxn modelId="{AE563E13-E4D3-4792-A667-D81C13BADBE0}" type="presOf" srcId="{E04495AB-6996-46C7-A7CF-18D8B0DD7E09}" destId="{FFD8E9DD-CCFB-443C-BB5F-FDDD94B3C734}" srcOrd="0" destOrd="0" presId="urn:microsoft.com/office/officeart/2008/layout/LinedList"/>
    <dgm:cxn modelId="{30599515-7D07-4E04-832E-B3814059A8DA}" type="presOf" srcId="{2E389F5E-2E0A-4CA1-A0C8-FDE85459492D}" destId="{22081B23-62AC-4995-8E7E-B25BB9E5EFA6}" srcOrd="0" destOrd="0" presId="urn:microsoft.com/office/officeart/2008/layout/LinedList"/>
    <dgm:cxn modelId="{554BDE1C-F9F3-4A8C-BE05-963E8C48A809}" srcId="{A1959D5F-06FE-43AC-A41F-A7925EBCCD16}" destId="{083999B5-1622-4740-BB2D-F9FF742C9F6C}" srcOrd="2" destOrd="0" parTransId="{1E15288A-D145-4B54-8A01-FBA03FE4BBFA}" sibTransId="{99CEDA5E-9C56-4801-9690-FAD30935C81F}"/>
    <dgm:cxn modelId="{5488D923-FF68-4FFA-94C5-63404FB2BC8F}" type="presOf" srcId="{E70E10A5-F224-42B7-A1AA-5CBFF80F8D04}" destId="{EB116550-D263-4C2E-8254-D2DFA71F01A9}" srcOrd="0" destOrd="0" presId="urn:microsoft.com/office/officeart/2008/layout/LinedList"/>
    <dgm:cxn modelId="{1A447735-8E9F-4C41-9D97-C4235B49573A}" srcId="{A1959D5F-06FE-43AC-A41F-A7925EBCCD16}" destId="{EF668218-BD88-4650-9308-2704348168C0}" srcOrd="0" destOrd="0" parTransId="{14293AF9-038E-4732-B459-48039FF963B2}" sibTransId="{CF63DB0C-0133-45B5-B243-81CC6EFC7911}"/>
    <dgm:cxn modelId="{C0967837-7EAB-4262-93FE-7711B9F29122}" type="presOf" srcId="{28C0887E-30FF-4616-B580-AF8B7E191260}" destId="{9526CB42-9130-4D31-9D6D-D3A57FE56DF4}" srcOrd="0" destOrd="0" presId="urn:microsoft.com/office/officeart/2008/layout/LinedList"/>
    <dgm:cxn modelId="{1601113F-8986-440C-9CB3-0556FD5558B2}" type="presOf" srcId="{363F40D3-2AD3-4369-8625-EEE24F31711E}" destId="{F7E9AF9E-66E9-4323-A03A-F58E153412A3}" srcOrd="0" destOrd="0" presId="urn:microsoft.com/office/officeart/2008/layout/LinedList"/>
    <dgm:cxn modelId="{D96DD462-2486-4EE2-AF3F-87489DECF435}" srcId="{E70E10A5-F224-42B7-A1AA-5CBFF80F8D04}" destId="{B723B77B-E016-41AD-AC60-A0D17DBA4469}" srcOrd="2" destOrd="0" parTransId="{637D3B9E-7BA6-4145-A12A-CDC9BCAB76FD}" sibTransId="{00D7DC72-8337-4ADC-B6C3-5833C7185AFD}"/>
    <dgm:cxn modelId="{72526E4C-93A4-4CBE-A664-5ADE11C6F71D}" srcId="{E04495AB-6996-46C7-A7CF-18D8B0DD7E09}" destId="{A1959D5F-06FE-43AC-A41F-A7925EBCCD16}" srcOrd="2" destOrd="0" parTransId="{42E58EED-9610-449D-9782-424BD6311076}" sibTransId="{B4AC1904-418D-49FA-9B38-8243C6C91EC0}"/>
    <dgm:cxn modelId="{C39CD96D-DB68-4C17-8AE5-E39BF1632200}" srcId="{E70E10A5-F224-42B7-A1AA-5CBFF80F8D04}" destId="{C08B190D-583A-4DD8-AD84-823C6C5635A4}" srcOrd="1" destOrd="0" parTransId="{9254D982-5269-4F54-A01A-CB7F36C0ADA5}" sibTransId="{C275CE75-6391-4A4D-BA19-3A2BD95FC62B}"/>
    <dgm:cxn modelId="{201B0851-C259-43B6-8C54-BA36799B91D7}" type="presOf" srcId="{E383A994-3A61-46F4-AFEA-DF4E21144738}" destId="{9A97D316-002B-4E7D-9855-80943576E121}" srcOrd="0" destOrd="0" presId="urn:microsoft.com/office/officeart/2008/layout/LinedList"/>
    <dgm:cxn modelId="{338B8477-0389-4669-A963-186F48714C64}" srcId="{28C0887E-30FF-4616-B580-AF8B7E191260}" destId="{2E389F5E-2E0A-4CA1-A0C8-FDE85459492D}" srcOrd="0" destOrd="0" parTransId="{C666CE25-80D7-4770-89C4-6243E573D05C}" sibTransId="{5FACAE21-82BF-41DF-9CD2-184515E50C05}"/>
    <dgm:cxn modelId="{E6E3D87E-1358-474B-B246-3BC089A46444}" srcId="{28C0887E-30FF-4616-B580-AF8B7E191260}" destId="{363F40D3-2AD3-4369-8625-EEE24F31711E}" srcOrd="1" destOrd="0" parTransId="{05D45666-5046-4DF8-ADBC-F8043F2BACF7}" sibTransId="{BE4FE43D-903E-4B16-AFCA-FBB71222A248}"/>
    <dgm:cxn modelId="{8B383984-5C45-44EF-93A9-208BCE0CFDE6}" srcId="{A1959D5F-06FE-43AC-A41F-A7925EBCCD16}" destId="{10DCD776-6A1A-438D-BD1E-785840D9D37B}" srcOrd="1" destOrd="0" parTransId="{5D7E8C14-7EAC-479F-8881-EE9F11CD5302}" sibTransId="{CF33D214-CF87-457A-B942-736FFC843C28}"/>
    <dgm:cxn modelId="{2D4F0E8D-49F4-431A-861D-CF5545AB328D}" type="presOf" srcId="{10DCD776-6A1A-438D-BD1E-785840D9D37B}" destId="{07105CA9-06F5-4F10-9843-55EDDAA3818A}" srcOrd="0" destOrd="0" presId="urn:microsoft.com/office/officeart/2008/layout/LinedList"/>
    <dgm:cxn modelId="{0BAE798E-745D-491E-A85F-8C406EF26237}" type="presOf" srcId="{083999B5-1622-4740-BB2D-F9FF742C9F6C}" destId="{FEB835A6-C4C0-4E33-9818-24799990F21B}" srcOrd="0" destOrd="0" presId="urn:microsoft.com/office/officeart/2008/layout/LinedList"/>
    <dgm:cxn modelId="{8EA33598-48FC-46D7-8DF1-2A6C4CFD2EC2}" srcId="{28C0887E-30FF-4616-B580-AF8B7E191260}" destId="{D6B2D5BA-B600-466B-92DA-6F9573E59418}" srcOrd="2" destOrd="0" parTransId="{FB2F5D54-C113-4666-94A1-4CDB64831797}" sibTransId="{E7EE430D-D1C7-4337-B3CD-66B6FA5B93C9}"/>
    <dgm:cxn modelId="{0B58B8B6-25D3-473D-A17B-E59202867016}" srcId="{E04495AB-6996-46C7-A7CF-18D8B0DD7E09}" destId="{E70E10A5-F224-42B7-A1AA-5CBFF80F8D04}" srcOrd="1" destOrd="0" parTransId="{A719DA56-36A4-449C-B589-0BA85FCF3F3A}" sibTransId="{C9EB4F86-A912-41A6-B708-F33E96AED0DB}"/>
    <dgm:cxn modelId="{60883ABD-192B-4C7E-A574-30C6CAD38935}" type="presOf" srcId="{EF668218-BD88-4650-9308-2704348168C0}" destId="{6E6232F2-3FB1-4A5C-BBC5-24A60FC0BD67}" srcOrd="0" destOrd="0" presId="urn:microsoft.com/office/officeart/2008/layout/LinedList"/>
    <dgm:cxn modelId="{CF7CAAD7-00F9-4D79-9EEA-A07E40922804}" type="presOf" srcId="{C08B190D-583A-4DD8-AD84-823C6C5635A4}" destId="{5C412468-3AFD-4082-9C46-82ACAED3B0EE}" srcOrd="0" destOrd="0" presId="urn:microsoft.com/office/officeart/2008/layout/LinedList"/>
    <dgm:cxn modelId="{CCFC29D8-8411-4A2B-A49B-C74D16F75D5B}" srcId="{E04495AB-6996-46C7-A7CF-18D8B0DD7E09}" destId="{28C0887E-30FF-4616-B580-AF8B7E191260}" srcOrd="0" destOrd="0" parTransId="{60FF442C-43C9-4D0C-A686-1BF92179ED99}" sibTransId="{60EE608D-1BA5-4072-AC5E-C22344281B5F}"/>
    <dgm:cxn modelId="{014C1BDD-482F-487E-AE84-AAF7EB62B8A1}" srcId="{E70E10A5-F224-42B7-A1AA-5CBFF80F8D04}" destId="{E383A994-3A61-46F4-AFEA-DF4E21144738}" srcOrd="0" destOrd="0" parTransId="{9F88A42A-9341-415C-9E2D-6E70E9F16758}" sibTransId="{056849BE-B631-4C51-880A-56E3CF77764A}"/>
    <dgm:cxn modelId="{3595D0E9-4FE2-494D-BDE8-4AB0D283D70E}" type="presOf" srcId="{B723B77B-E016-41AD-AC60-A0D17DBA4469}" destId="{8D067DF8-14A7-44B7-A075-B61295250772}" srcOrd="0" destOrd="0" presId="urn:microsoft.com/office/officeart/2008/layout/LinedList"/>
    <dgm:cxn modelId="{C03DBCF4-71C4-4757-B2A0-EDDE4D528AF3}" type="presOf" srcId="{A1959D5F-06FE-43AC-A41F-A7925EBCCD16}" destId="{E4DB2CA5-73CF-437D-9E3A-49883AD55B2A}" srcOrd="0" destOrd="0" presId="urn:microsoft.com/office/officeart/2008/layout/LinedList"/>
    <dgm:cxn modelId="{67CBC419-C940-4FB6-BF78-9439EE6EE642}" type="presParOf" srcId="{FFD8E9DD-CCFB-443C-BB5F-FDDD94B3C734}" destId="{175C3231-4479-4137-A461-38CDC49D4D2F}" srcOrd="0" destOrd="0" presId="urn:microsoft.com/office/officeart/2008/layout/LinedList"/>
    <dgm:cxn modelId="{F594BB11-BA49-4C23-ACBB-9EA5608D6B21}" type="presParOf" srcId="{FFD8E9DD-CCFB-443C-BB5F-FDDD94B3C734}" destId="{7CF51F3B-D9DE-4E0B-8772-80C9120D6A59}" srcOrd="1" destOrd="0" presId="urn:microsoft.com/office/officeart/2008/layout/LinedList"/>
    <dgm:cxn modelId="{74DD522E-7A82-46CD-84D4-D7195C1CAFB8}" type="presParOf" srcId="{7CF51F3B-D9DE-4E0B-8772-80C9120D6A59}" destId="{9526CB42-9130-4D31-9D6D-D3A57FE56DF4}" srcOrd="0" destOrd="0" presId="urn:microsoft.com/office/officeart/2008/layout/LinedList"/>
    <dgm:cxn modelId="{391B7713-5549-4D3A-B4FA-F3F0DC900997}" type="presParOf" srcId="{7CF51F3B-D9DE-4E0B-8772-80C9120D6A59}" destId="{2036AE76-CADB-4578-AC16-54AAD1096078}" srcOrd="1" destOrd="0" presId="urn:microsoft.com/office/officeart/2008/layout/LinedList"/>
    <dgm:cxn modelId="{FFE31E13-47A8-4FE4-A98C-42FCB050547E}" type="presParOf" srcId="{2036AE76-CADB-4578-AC16-54AAD1096078}" destId="{64330D15-A7C7-4304-91E9-A2DACAEC27C2}" srcOrd="0" destOrd="0" presId="urn:microsoft.com/office/officeart/2008/layout/LinedList"/>
    <dgm:cxn modelId="{90FCD0D4-8EA7-438B-9B2B-579D0E792A3A}" type="presParOf" srcId="{2036AE76-CADB-4578-AC16-54AAD1096078}" destId="{E23875C8-61AC-47D0-9308-B83BDA3720D9}" srcOrd="1" destOrd="0" presId="urn:microsoft.com/office/officeart/2008/layout/LinedList"/>
    <dgm:cxn modelId="{FEF3F05F-3007-4F18-A2B8-D37B323F7333}" type="presParOf" srcId="{E23875C8-61AC-47D0-9308-B83BDA3720D9}" destId="{8413A569-65CA-47AB-83BB-2B6CEE9FBE7D}" srcOrd="0" destOrd="0" presId="urn:microsoft.com/office/officeart/2008/layout/LinedList"/>
    <dgm:cxn modelId="{B7489134-195E-4EE7-B6F0-5777E09CEE55}" type="presParOf" srcId="{E23875C8-61AC-47D0-9308-B83BDA3720D9}" destId="{22081B23-62AC-4995-8E7E-B25BB9E5EFA6}" srcOrd="1" destOrd="0" presId="urn:microsoft.com/office/officeart/2008/layout/LinedList"/>
    <dgm:cxn modelId="{522F0532-AD1C-4EF1-89EF-2C20307484F1}" type="presParOf" srcId="{E23875C8-61AC-47D0-9308-B83BDA3720D9}" destId="{B3A574DF-A33D-43C0-B50A-BE29E730D9B3}" srcOrd="2" destOrd="0" presId="urn:microsoft.com/office/officeart/2008/layout/LinedList"/>
    <dgm:cxn modelId="{5FA12DD0-1E2D-4981-BC92-43138420FB9D}" type="presParOf" srcId="{2036AE76-CADB-4578-AC16-54AAD1096078}" destId="{A67BC73B-E9A7-4842-81FC-9B502C0FCE45}" srcOrd="2" destOrd="0" presId="urn:microsoft.com/office/officeart/2008/layout/LinedList"/>
    <dgm:cxn modelId="{05C065A6-B1A6-42A4-9739-7FE9C161041E}" type="presParOf" srcId="{2036AE76-CADB-4578-AC16-54AAD1096078}" destId="{DA9A6EC8-933C-4CF3-B630-3D094F6CA3F8}" srcOrd="3" destOrd="0" presId="urn:microsoft.com/office/officeart/2008/layout/LinedList"/>
    <dgm:cxn modelId="{6DFAA09C-DD2A-4C5A-9EF6-2B3656CC12BF}" type="presParOf" srcId="{2036AE76-CADB-4578-AC16-54AAD1096078}" destId="{877B0EF3-5631-4179-9A46-C234752E7890}" srcOrd="4" destOrd="0" presId="urn:microsoft.com/office/officeart/2008/layout/LinedList"/>
    <dgm:cxn modelId="{ADCB218B-84B8-4893-9B02-AD584B2FA83B}" type="presParOf" srcId="{877B0EF3-5631-4179-9A46-C234752E7890}" destId="{26FCDF52-92DB-4E09-94F2-37F99372651A}" srcOrd="0" destOrd="0" presId="urn:microsoft.com/office/officeart/2008/layout/LinedList"/>
    <dgm:cxn modelId="{5FBCE4BB-B9E4-4E77-87D3-18F90DE5CC5B}" type="presParOf" srcId="{877B0EF3-5631-4179-9A46-C234752E7890}" destId="{F7E9AF9E-66E9-4323-A03A-F58E153412A3}" srcOrd="1" destOrd="0" presId="urn:microsoft.com/office/officeart/2008/layout/LinedList"/>
    <dgm:cxn modelId="{DB0C637F-F61F-48A9-8AF9-09273B7E236A}" type="presParOf" srcId="{877B0EF3-5631-4179-9A46-C234752E7890}" destId="{8DB67DAA-350D-43B5-A025-6C21AF11BF59}" srcOrd="2" destOrd="0" presId="urn:microsoft.com/office/officeart/2008/layout/LinedList"/>
    <dgm:cxn modelId="{9054C05C-8195-4607-BF14-9EA0FC7C9C36}" type="presParOf" srcId="{2036AE76-CADB-4578-AC16-54AAD1096078}" destId="{F9791E13-AA5E-4B87-901E-C90F581EB707}" srcOrd="5" destOrd="0" presId="urn:microsoft.com/office/officeart/2008/layout/LinedList"/>
    <dgm:cxn modelId="{B73EA7C4-DD35-4FF6-A28A-253173F1A7D1}" type="presParOf" srcId="{2036AE76-CADB-4578-AC16-54AAD1096078}" destId="{96B61461-4AF7-4398-A0DB-5AC6067B411A}" srcOrd="6" destOrd="0" presId="urn:microsoft.com/office/officeart/2008/layout/LinedList"/>
    <dgm:cxn modelId="{C78431C0-88A7-4C23-A54F-1F6CD8396515}" type="presParOf" srcId="{2036AE76-CADB-4578-AC16-54AAD1096078}" destId="{E5D035FF-7CB0-4648-AC64-883B1A820382}" srcOrd="7" destOrd="0" presId="urn:microsoft.com/office/officeart/2008/layout/LinedList"/>
    <dgm:cxn modelId="{C9043343-6871-4459-BCF4-B612A6D3ECB5}" type="presParOf" srcId="{E5D035FF-7CB0-4648-AC64-883B1A820382}" destId="{CC8A5C71-E9C2-4AF0-8B95-35B8DB518BC2}" srcOrd="0" destOrd="0" presId="urn:microsoft.com/office/officeart/2008/layout/LinedList"/>
    <dgm:cxn modelId="{8B8DEFB0-BB54-4729-80E7-C629713C40F8}" type="presParOf" srcId="{E5D035FF-7CB0-4648-AC64-883B1A820382}" destId="{A87DDCF7-CFA9-4719-9D69-D03BA1A33B72}" srcOrd="1" destOrd="0" presId="urn:microsoft.com/office/officeart/2008/layout/LinedList"/>
    <dgm:cxn modelId="{47839CE6-77A1-4DC0-B49C-2D14CEF95497}" type="presParOf" srcId="{E5D035FF-7CB0-4648-AC64-883B1A820382}" destId="{001C3C74-0A1D-4903-926F-FCF2B592700E}" srcOrd="2" destOrd="0" presId="urn:microsoft.com/office/officeart/2008/layout/LinedList"/>
    <dgm:cxn modelId="{F97BA33E-6160-4DE9-9589-1B298B9FA62D}" type="presParOf" srcId="{2036AE76-CADB-4578-AC16-54AAD1096078}" destId="{5F0B9725-D2E3-4E3B-ADCD-9F9FEDCFB413}" srcOrd="8" destOrd="0" presId="urn:microsoft.com/office/officeart/2008/layout/LinedList"/>
    <dgm:cxn modelId="{BE43F571-F459-4505-974F-663034BB06AC}" type="presParOf" srcId="{2036AE76-CADB-4578-AC16-54AAD1096078}" destId="{6C9A98EC-862A-471F-85AA-57C6E080FA41}" srcOrd="9" destOrd="0" presId="urn:microsoft.com/office/officeart/2008/layout/LinedList"/>
    <dgm:cxn modelId="{D9B5F92F-675D-45B0-867E-A2F81DBC61CC}" type="presParOf" srcId="{FFD8E9DD-CCFB-443C-BB5F-FDDD94B3C734}" destId="{BEB1881C-4293-41D8-92FF-55501F840FBE}" srcOrd="2" destOrd="0" presId="urn:microsoft.com/office/officeart/2008/layout/LinedList"/>
    <dgm:cxn modelId="{17B814D0-F0D3-42BD-9C17-5562A1895823}" type="presParOf" srcId="{FFD8E9DD-CCFB-443C-BB5F-FDDD94B3C734}" destId="{44AA5456-905C-46DA-9EDC-F94B10F69D84}" srcOrd="3" destOrd="0" presId="urn:microsoft.com/office/officeart/2008/layout/LinedList"/>
    <dgm:cxn modelId="{C32BA1D1-14D9-40EE-8E79-A5F276EE21C0}" type="presParOf" srcId="{44AA5456-905C-46DA-9EDC-F94B10F69D84}" destId="{EB116550-D263-4C2E-8254-D2DFA71F01A9}" srcOrd="0" destOrd="0" presId="urn:microsoft.com/office/officeart/2008/layout/LinedList"/>
    <dgm:cxn modelId="{7F149491-F877-4E01-8F5C-7BA308641C65}" type="presParOf" srcId="{44AA5456-905C-46DA-9EDC-F94B10F69D84}" destId="{364F3E59-17F8-4116-AB27-0BF9377B2778}" srcOrd="1" destOrd="0" presId="urn:microsoft.com/office/officeart/2008/layout/LinedList"/>
    <dgm:cxn modelId="{35CB0CFA-B736-42FA-A942-E42987FF6983}" type="presParOf" srcId="{364F3E59-17F8-4116-AB27-0BF9377B2778}" destId="{C1FE23F6-0791-4383-A222-6F9817FB7E66}" srcOrd="0" destOrd="0" presId="urn:microsoft.com/office/officeart/2008/layout/LinedList"/>
    <dgm:cxn modelId="{0BFFCCD2-B0E1-4785-9295-7770D7F06A81}" type="presParOf" srcId="{364F3E59-17F8-4116-AB27-0BF9377B2778}" destId="{83685B2B-5613-4EBE-91E0-E20395890391}" srcOrd="1" destOrd="0" presId="urn:microsoft.com/office/officeart/2008/layout/LinedList"/>
    <dgm:cxn modelId="{69FE897F-82E1-4F1E-AD9C-6B813B115FE0}" type="presParOf" srcId="{83685B2B-5613-4EBE-91E0-E20395890391}" destId="{1D78E7A4-9F02-4637-A3E5-A513A71F2C16}" srcOrd="0" destOrd="0" presId="urn:microsoft.com/office/officeart/2008/layout/LinedList"/>
    <dgm:cxn modelId="{EC77EE2E-8764-472F-B012-0164B5073B96}" type="presParOf" srcId="{83685B2B-5613-4EBE-91E0-E20395890391}" destId="{9A97D316-002B-4E7D-9855-80943576E121}" srcOrd="1" destOrd="0" presId="urn:microsoft.com/office/officeart/2008/layout/LinedList"/>
    <dgm:cxn modelId="{2B43A7A4-9A7D-4256-BFE6-56F9C699C5C4}" type="presParOf" srcId="{83685B2B-5613-4EBE-91E0-E20395890391}" destId="{5F521B77-8A6C-4D70-AE76-75D7D5AD4B15}" srcOrd="2" destOrd="0" presId="urn:microsoft.com/office/officeart/2008/layout/LinedList"/>
    <dgm:cxn modelId="{084E4140-FD99-4E96-AD60-EFAAF4DB64E4}" type="presParOf" srcId="{364F3E59-17F8-4116-AB27-0BF9377B2778}" destId="{A45B2A90-6E97-4213-AE8F-74461BCF9CF9}" srcOrd="2" destOrd="0" presId="urn:microsoft.com/office/officeart/2008/layout/LinedList"/>
    <dgm:cxn modelId="{7DF5360C-47B0-423E-A1D4-96720943D73F}" type="presParOf" srcId="{364F3E59-17F8-4116-AB27-0BF9377B2778}" destId="{08F87916-540F-4D91-8792-A106D297F464}" srcOrd="3" destOrd="0" presId="urn:microsoft.com/office/officeart/2008/layout/LinedList"/>
    <dgm:cxn modelId="{E2FAD848-F9FF-4AEA-AA3A-21F91723158D}" type="presParOf" srcId="{364F3E59-17F8-4116-AB27-0BF9377B2778}" destId="{AA79E6F3-68EE-4178-B63B-264A776F70C0}" srcOrd="4" destOrd="0" presId="urn:microsoft.com/office/officeart/2008/layout/LinedList"/>
    <dgm:cxn modelId="{51B70BF2-52E4-45E5-824A-867BB28DC316}" type="presParOf" srcId="{AA79E6F3-68EE-4178-B63B-264A776F70C0}" destId="{55D57EC6-4A9A-49C9-815D-84B13450D7A9}" srcOrd="0" destOrd="0" presId="urn:microsoft.com/office/officeart/2008/layout/LinedList"/>
    <dgm:cxn modelId="{F7024585-2D35-41A5-B3C6-2297A26F8BB4}" type="presParOf" srcId="{AA79E6F3-68EE-4178-B63B-264A776F70C0}" destId="{5C412468-3AFD-4082-9C46-82ACAED3B0EE}" srcOrd="1" destOrd="0" presId="urn:microsoft.com/office/officeart/2008/layout/LinedList"/>
    <dgm:cxn modelId="{A3DAE008-88A6-415F-9F38-523BF6999327}" type="presParOf" srcId="{AA79E6F3-68EE-4178-B63B-264A776F70C0}" destId="{32E13D2D-A12B-4763-8170-83E4A2C0E38B}" srcOrd="2" destOrd="0" presId="urn:microsoft.com/office/officeart/2008/layout/LinedList"/>
    <dgm:cxn modelId="{E7E692CE-5B08-4A36-B9C2-85465363FB46}" type="presParOf" srcId="{364F3E59-17F8-4116-AB27-0BF9377B2778}" destId="{92788DFF-F344-419D-A373-159F1CCCFD7F}" srcOrd="5" destOrd="0" presId="urn:microsoft.com/office/officeart/2008/layout/LinedList"/>
    <dgm:cxn modelId="{5EE66E3B-5919-4191-8CBB-777994C64EF8}" type="presParOf" srcId="{364F3E59-17F8-4116-AB27-0BF9377B2778}" destId="{08EC2A9E-0EF6-4BF3-8B44-9AA3E92AF9E8}" srcOrd="6" destOrd="0" presId="urn:microsoft.com/office/officeart/2008/layout/LinedList"/>
    <dgm:cxn modelId="{587784C0-6F95-4F13-B534-D9D5612713B0}" type="presParOf" srcId="{364F3E59-17F8-4116-AB27-0BF9377B2778}" destId="{05DE4F4E-F4C1-4052-BCAD-8AF31C2B8446}" srcOrd="7" destOrd="0" presId="urn:microsoft.com/office/officeart/2008/layout/LinedList"/>
    <dgm:cxn modelId="{93C4A35C-99B4-4D46-A6B0-B1973DE79158}" type="presParOf" srcId="{05DE4F4E-F4C1-4052-BCAD-8AF31C2B8446}" destId="{2347A692-57D8-4CEC-8151-7F1DF0EAAAC2}" srcOrd="0" destOrd="0" presId="urn:microsoft.com/office/officeart/2008/layout/LinedList"/>
    <dgm:cxn modelId="{EF7E1C35-2CDA-4146-8119-B6E30243CDC6}" type="presParOf" srcId="{05DE4F4E-F4C1-4052-BCAD-8AF31C2B8446}" destId="{8D067DF8-14A7-44B7-A075-B61295250772}" srcOrd="1" destOrd="0" presId="urn:microsoft.com/office/officeart/2008/layout/LinedList"/>
    <dgm:cxn modelId="{20917915-F483-40ED-8847-45AB4F0C7A64}" type="presParOf" srcId="{05DE4F4E-F4C1-4052-BCAD-8AF31C2B8446}" destId="{CA062066-F0CA-482E-9E6E-D7B163B232FC}" srcOrd="2" destOrd="0" presId="urn:microsoft.com/office/officeart/2008/layout/LinedList"/>
    <dgm:cxn modelId="{A3E2BF55-A6DC-4436-95EB-4DCD4012CECF}" type="presParOf" srcId="{364F3E59-17F8-4116-AB27-0BF9377B2778}" destId="{C0A905A0-714F-4CAF-B491-950D3F632FA9}" srcOrd="8" destOrd="0" presId="urn:microsoft.com/office/officeart/2008/layout/LinedList"/>
    <dgm:cxn modelId="{3F943908-FF8B-4536-A317-CCA86175AD13}" type="presParOf" srcId="{364F3E59-17F8-4116-AB27-0BF9377B2778}" destId="{D4DC5157-D30C-4A7B-A4FB-A26CACA95B9A}" srcOrd="9" destOrd="0" presId="urn:microsoft.com/office/officeart/2008/layout/LinedList"/>
    <dgm:cxn modelId="{7A559A88-F3C2-4661-B530-9A433C4E4196}" type="presParOf" srcId="{FFD8E9DD-CCFB-443C-BB5F-FDDD94B3C734}" destId="{54A4D764-93D2-4507-9336-BF5F61DC48C9}" srcOrd="4" destOrd="0" presId="urn:microsoft.com/office/officeart/2008/layout/LinedList"/>
    <dgm:cxn modelId="{98C7FD06-0854-4166-BF19-91B2F695224A}" type="presParOf" srcId="{FFD8E9DD-CCFB-443C-BB5F-FDDD94B3C734}" destId="{6C0AE54D-D56C-42F8-AFD8-4AEBA597CE83}" srcOrd="5" destOrd="0" presId="urn:microsoft.com/office/officeart/2008/layout/LinedList"/>
    <dgm:cxn modelId="{D4547515-E790-4B7A-B978-68C1EFDA341A}" type="presParOf" srcId="{6C0AE54D-D56C-42F8-AFD8-4AEBA597CE83}" destId="{E4DB2CA5-73CF-437D-9E3A-49883AD55B2A}" srcOrd="0" destOrd="0" presId="urn:microsoft.com/office/officeart/2008/layout/LinedList"/>
    <dgm:cxn modelId="{FA22197D-6628-4FC1-BA18-4220883196A9}" type="presParOf" srcId="{6C0AE54D-D56C-42F8-AFD8-4AEBA597CE83}" destId="{0FD635AE-582A-4D9C-875D-3D87FB63DE34}" srcOrd="1" destOrd="0" presId="urn:microsoft.com/office/officeart/2008/layout/LinedList"/>
    <dgm:cxn modelId="{7EC7AA30-F6EC-487C-943C-5DDE269CCFCA}" type="presParOf" srcId="{0FD635AE-582A-4D9C-875D-3D87FB63DE34}" destId="{BC2F8DC4-441E-4B0B-B185-15E15BFDB86D}" srcOrd="0" destOrd="0" presId="urn:microsoft.com/office/officeart/2008/layout/LinedList"/>
    <dgm:cxn modelId="{11F4918B-28D6-499F-AA98-260C614EEC56}" type="presParOf" srcId="{0FD635AE-582A-4D9C-875D-3D87FB63DE34}" destId="{C04957AF-6358-43A7-85D7-A101D62EE817}" srcOrd="1" destOrd="0" presId="urn:microsoft.com/office/officeart/2008/layout/LinedList"/>
    <dgm:cxn modelId="{D91B831E-4396-4A2C-BCD7-988756827DD3}" type="presParOf" srcId="{C04957AF-6358-43A7-85D7-A101D62EE817}" destId="{5DCC5413-916A-4F88-BAB9-EC92AE266820}" srcOrd="0" destOrd="0" presId="urn:microsoft.com/office/officeart/2008/layout/LinedList"/>
    <dgm:cxn modelId="{F4B3761E-BD0F-4AB8-BB84-E06CD8AFBE9E}" type="presParOf" srcId="{C04957AF-6358-43A7-85D7-A101D62EE817}" destId="{6E6232F2-3FB1-4A5C-BBC5-24A60FC0BD67}" srcOrd="1" destOrd="0" presId="urn:microsoft.com/office/officeart/2008/layout/LinedList"/>
    <dgm:cxn modelId="{E05E2E43-59AD-498A-9A65-90F23A49F750}" type="presParOf" srcId="{C04957AF-6358-43A7-85D7-A101D62EE817}" destId="{C9CCED3C-E49E-4EF9-9AEF-F55B62550FBC}" srcOrd="2" destOrd="0" presId="urn:microsoft.com/office/officeart/2008/layout/LinedList"/>
    <dgm:cxn modelId="{30DA5196-6551-4BB0-92D4-DB1B7D208A4C}" type="presParOf" srcId="{0FD635AE-582A-4D9C-875D-3D87FB63DE34}" destId="{918E2A9E-BCA8-4D4D-8FAD-884E682C360F}" srcOrd="2" destOrd="0" presId="urn:microsoft.com/office/officeart/2008/layout/LinedList"/>
    <dgm:cxn modelId="{8450F5EC-A081-4331-8F50-376D1A9E1958}" type="presParOf" srcId="{0FD635AE-582A-4D9C-875D-3D87FB63DE34}" destId="{8F422D4C-80E8-4FA9-BF3D-B7CDF0599286}" srcOrd="3" destOrd="0" presId="urn:microsoft.com/office/officeart/2008/layout/LinedList"/>
    <dgm:cxn modelId="{BEDDB947-B9CB-486E-B1F7-0BA6971FD95A}" type="presParOf" srcId="{0FD635AE-582A-4D9C-875D-3D87FB63DE34}" destId="{73B5FC21-F3BF-4061-B687-5BF17BDD7CF0}" srcOrd="4" destOrd="0" presId="urn:microsoft.com/office/officeart/2008/layout/LinedList"/>
    <dgm:cxn modelId="{6414C21E-7C6F-42B2-AA47-51D55169FC4A}" type="presParOf" srcId="{73B5FC21-F3BF-4061-B687-5BF17BDD7CF0}" destId="{71AC395A-71AA-4F46-A130-6AD2993651AB}" srcOrd="0" destOrd="0" presId="urn:microsoft.com/office/officeart/2008/layout/LinedList"/>
    <dgm:cxn modelId="{F07715F2-3130-4940-80C1-2FB5082DFB90}" type="presParOf" srcId="{73B5FC21-F3BF-4061-B687-5BF17BDD7CF0}" destId="{07105CA9-06F5-4F10-9843-55EDDAA3818A}" srcOrd="1" destOrd="0" presId="urn:microsoft.com/office/officeart/2008/layout/LinedList"/>
    <dgm:cxn modelId="{2005A8C5-A3CD-4244-9FF1-2463B959128B}" type="presParOf" srcId="{73B5FC21-F3BF-4061-B687-5BF17BDD7CF0}" destId="{3B2BA889-C437-4AF9-8697-7D043D5B4606}" srcOrd="2" destOrd="0" presId="urn:microsoft.com/office/officeart/2008/layout/LinedList"/>
    <dgm:cxn modelId="{975BD05C-4A7E-4B78-9FE5-A0990700942E}" type="presParOf" srcId="{0FD635AE-582A-4D9C-875D-3D87FB63DE34}" destId="{2C93983E-A582-4209-B641-F2A4B16E06ED}" srcOrd="5" destOrd="0" presId="urn:microsoft.com/office/officeart/2008/layout/LinedList"/>
    <dgm:cxn modelId="{050D6C2E-D724-496D-8B57-CE75EDA0A4A1}" type="presParOf" srcId="{0FD635AE-582A-4D9C-875D-3D87FB63DE34}" destId="{5AFED2F1-7DC7-4CAC-A087-A31208661575}" srcOrd="6" destOrd="0" presId="urn:microsoft.com/office/officeart/2008/layout/LinedList"/>
    <dgm:cxn modelId="{1DD8EA60-5B9E-4175-BDE6-D01E903DE722}" type="presParOf" srcId="{0FD635AE-582A-4D9C-875D-3D87FB63DE34}" destId="{65C98241-E77F-49F2-BAC3-0767722E3B01}" srcOrd="7" destOrd="0" presId="urn:microsoft.com/office/officeart/2008/layout/LinedList"/>
    <dgm:cxn modelId="{9B948628-E2A5-46D5-AC4B-696E983D082D}" type="presParOf" srcId="{65C98241-E77F-49F2-BAC3-0767722E3B01}" destId="{0B804C46-D740-4429-ADDB-50F4BFFEE767}" srcOrd="0" destOrd="0" presId="urn:microsoft.com/office/officeart/2008/layout/LinedList"/>
    <dgm:cxn modelId="{643A362A-2B0F-482F-86A8-9DF4D698AC68}" type="presParOf" srcId="{65C98241-E77F-49F2-BAC3-0767722E3B01}" destId="{FEB835A6-C4C0-4E33-9818-24799990F21B}" srcOrd="1" destOrd="0" presId="urn:microsoft.com/office/officeart/2008/layout/LinedList"/>
    <dgm:cxn modelId="{FF80269C-CCDF-4AA4-A07C-E8A92EFAE6B3}" type="presParOf" srcId="{65C98241-E77F-49F2-BAC3-0767722E3B01}" destId="{137E9E28-8538-414E-B782-9F952618AFD2}" srcOrd="2" destOrd="0" presId="urn:microsoft.com/office/officeart/2008/layout/LinedList"/>
    <dgm:cxn modelId="{4C245AB0-5022-4278-9C57-7930B859CDE1}" type="presParOf" srcId="{0FD635AE-582A-4D9C-875D-3D87FB63DE34}" destId="{39E35D4A-0A2C-4B88-B56A-E10CE6F3945E}" srcOrd="8" destOrd="0" presId="urn:microsoft.com/office/officeart/2008/layout/LinedList"/>
    <dgm:cxn modelId="{FD0308D2-AAE5-4A76-8BDD-A8B05186F300}" type="presParOf" srcId="{0FD635AE-582A-4D9C-875D-3D87FB63DE34}" destId="{613FECB0-03B5-47AC-B4B9-D400753B043C}"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219606C-88BC-4292-8C82-C31F6DFBB654}"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416C920C-CD2F-4D35-A513-52D52DDA7D32}">
      <dgm:prSet/>
      <dgm:spPr/>
      <dgm:t>
        <a:bodyPr/>
        <a:lstStyle/>
        <a:p>
          <a:r>
            <a:rPr lang="pt-PT"/>
            <a:t>1. Isomap Performance Visualization</a:t>
          </a:r>
          <a:endParaRPr lang="en-US"/>
        </a:p>
      </dgm:t>
    </dgm:pt>
    <dgm:pt modelId="{C442D0B2-60A0-479D-827A-375FE4062F1D}" type="parTrans" cxnId="{9B1AF4BF-61E7-420F-A3A3-B1277D02AE0B}">
      <dgm:prSet/>
      <dgm:spPr/>
      <dgm:t>
        <a:bodyPr/>
        <a:lstStyle/>
        <a:p>
          <a:endParaRPr lang="en-US"/>
        </a:p>
      </dgm:t>
    </dgm:pt>
    <dgm:pt modelId="{DE7245D5-11E8-4BF4-87F7-39BF889D5C98}" type="sibTrans" cxnId="{9B1AF4BF-61E7-420F-A3A3-B1277D02AE0B}">
      <dgm:prSet/>
      <dgm:spPr/>
      <dgm:t>
        <a:bodyPr/>
        <a:lstStyle/>
        <a:p>
          <a:endParaRPr lang="en-US"/>
        </a:p>
      </dgm:t>
    </dgm:pt>
    <dgm:pt modelId="{963CEE6A-8235-4274-ABA3-4E3EB305B943}">
      <dgm:prSet/>
      <dgm:spPr/>
      <dgm:t>
        <a:bodyPr/>
        <a:lstStyle/>
        <a:p>
          <a:r>
            <a:rPr lang="pt-PT" dirty="0"/>
            <a:t>- </a:t>
          </a:r>
          <a:r>
            <a:rPr lang="pt-PT" dirty="0" err="1"/>
            <a:t>Ploted</a:t>
          </a:r>
          <a:r>
            <a:rPr lang="pt-PT" dirty="0"/>
            <a:t> </a:t>
          </a:r>
          <a:r>
            <a:rPr lang="pt-PT" dirty="0" err="1"/>
            <a:t>n_components</a:t>
          </a:r>
          <a:r>
            <a:rPr lang="pt-PT" dirty="0"/>
            <a:t> </a:t>
          </a:r>
          <a:r>
            <a:rPr lang="pt-PT" dirty="0" err="1"/>
            <a:t>vs</a:t>
          </a:r>
          <a:r>
            <a:rPr lang="pt-PT" dirty="0"/>
            <a:t> CV MSE </a:t>
          </a:r>
          <a:r>
            <a:rPr lang="pt-PT" dirty="0" err="1"/>
            <a:t>with</a:t>
          </a:r>
          <a:r>
            <a:rPr lang="pt-PT" dirty="0"/>
            <a:t> </a:t>
          </a:r>
          <a:r>
            <a:rPr lang="pt-PT" dirty="0" err="1"/>
            <a:t>confidence</a:t>
          </a:r>
          <a:r>
            <a:rPr lang="pt-PT" dirty="0"/>
            <a:t> </a:t>
          </a:r>
          <a:r>
            <a:rPr lang="pt-PT" dirty="0" err="1"/>
            <a:t>intervals</a:t>
          </a:r>
          <a:r>
            <a:rPr lang="pt-PT" dirty="0"/>
            <a:t> to </a:t>
          </a:r>
          <a:r>
            <a:rPr lang="pt-PT" dirty="0" err="1"/>
            <a:t>identify</a:t>
          </a:r>
          <a:r>
            <a:rPr lang="pt-PT" dirty="0"/>
            <a:t> </a:t>
          </a:r>
          <a:r>
            <a:rPr lang="pt-PT" dirty="0" err="1"/>
            <a:t>optimal</a:t>
          </a:r>
          <a:r>
            <a:rPr lang="pt-PT" dirty="0"/>
            <a:t> </a:t>
          </a:r>
          <a:r>
            <a:rPr lang="pt-PT" dirty="0" err="1"/>
            <a:t>dimensionality</a:t>
          </a:r>
          <a:endParaRPr lang="en-US" dirty="0"/>
        </a:p>
      </dgm:t>
    </dgm:pt>
    <dgm:pt modelId="{5B13326D-18CC-43B8-9219-99B7945C3587}" type="parTrans" cxnId="{04F27E06-EC0B-409D-B2E8-63C28D2E14E5}">
      <dgm:prSet/>
      <dgm:spPr/>
      <dgm:t>
        <a:bodyPr/>
        <a:lstStyle/>
        <a:p>
          <a:endParaRPr lang="en-US"/>
        </a:p>
      </dgm:t>
    </dgm:pt>
    <dgm:pt modelId="{D0157938-8D40-4679-BB0E-D46DF1D7053A}" type="sibTrans" cxnId="{04F27E06-EC0B-409D-B2E8-63C28D2E14E5}">
      <dgm:prSet/>
      <dgm:spPr/>
      <dgm:t>
        <a:bodyPr/>
        <a:lstStyle/>
        <a:p>
          <a:endParaRPr lang="en-US"/>
        </a:p>
      </dgm:t>
    </dgm:pt>
    <dgm:pt modelId="{17D31962-4F77-4CA2-8AED-BEF2759D7968}">
      <dgm:prSet/>
      <dgm:spPr/>
      <dgm:t>
        <a:bodyPr/>
        <a:lstStyle/>
        <a:p>
          <a:r>
            <a:rPr lang="pt-PT"/>
            <a:t>- Marked best n_components with vertical line on the plot</a:t>
          </a:r>
          <a:endParaRPr lang="en-US"/>
        </a:p>
      </dgm:t>
    </dgm:pt>
    <dgm:pt modelId="{0759FBE8-A273-418F-86E0-8EB9C7FEE199}" type="parTrans" cxnId="{6079B75B-67F5-4126-843C-4D467D9A9B31}">
      <dgm:prSet/>
      <dgm:spPr/>
      <dgm:t>
        <a:bodyPr/>
        <a:lstStyle/>
        <a:p>
          <a:endParaRPr lang="en-US"/>
        </a:p>
      </dgm:t>
    </dgm:pt>
    <dgm:pt modelId="{01DFB255-C5A1-4E66-8734-CB94614B9000}" type="sibTrans" cxnId="{6079B75B-67F5-4126-843C-4D467D9A9B31}">
      <dgm:prSet/>
      <dgm:spPr/>
      <dgm:t>
        <a:bodyPr/>
        <a:lstStyle/>
        <a:p>
          <a:endParaRPr lang="en-US"/>
        </a:p>
      </dgm:t>
    </dgm:pt>
    <dgm:pt modelId="{EB1671FD-00DD-4C75-931E-A8F2A5BAC026}">
      <dgm:prSet/>
      <dgm:spPr/>
      <dgm:t>
        <a:bodyPr/>
        <a:lstStyle/>
        <a:p>
          <a:r>
            <a:rPr lang="pt-PT"/>
            <a:t>- Saved visualization showing performance trends across different component values</a:t>
          </a:r>
          <a:endParaRPr lang="en-US"/>
        </a:p>
      </dgm:t>
    </dgm:pt>
    <dgm:pt modelId="{17D2C707-2CBD-4B80-8BBD-B7471AA2A0F0}" type="parTrans" cxnId="{09B8B454-6FFE-4D0E-A1FD-D5CB2F5ED9A3}">
      <dgm:prSet/>
      <dgm:spPr/>
      <dgm:t>
        <a:bodyPr/>
        <a:lstStyle/>
        <a:p>
          <a:endParaRPr lang="en-US"/>
        </a:p>
      </dgm:t>
    </dgm:pt>
    <dgm:pt modelId="{7667F1E0-BECD-49E6-94BE-12776C3EB021}" type="sibTrans" cxnId="{09B8B454-6FFE-4D0E-A1FD-D5CB2F5ED9A3}">
      <dgm:prSet/>
      <dgm:spPr/>
      <dgm:t>
        <a:bodyPr/>
        <a:lstStyle/>
        <a:p>
          <a:endParaRPr lang="en-US"/>
        </a:p>
      </dgm:t>
    </dgm:pt>
    <dgm:pt modelId="{AB7826CA-3DA2-40EE-B31F-3C69A3DA7565}">
      <dgm:prSet/>
      <dgm:spPr/>
      <dgm:t>
        <a:bodyPr/>
        <a:lstStyle/>
        <a:p>
          <a:r>
            <a:rPr lang="pt-PT"/>
            <a:t>2. Model Comparison Plots</a:t>
          </a:r>
          <a:endParaRPr lang="en-US"/>
        </a:p>
      </dgm:t>
    </dgm:pt>
    <dgm:pt modelId="{A7B90579-F884-4DB8-A90D-CCECC92DC9C5}" type="parTrans" cxnId="{ABBD1F79-2DC0-4B2E-B2A0-9EC445F597E1}">
      <dgm:prSet/>
      <dgm:spPr/>
      <dgm:t>
        <a:bodyPr/>
        <a:lstStyle/>
        <a:p>
          <a:endParaRPr lang="en-US"/>
        </a:p>
      </dgm:t>
    </dgm:pt>
    <dgm:pt modelId="{820F6A74-8D74-49C9-BD68-F84359EC547F}" type="sibTrans" cxnId="{ABBD1F79-2DC0-4B2E-B2A0-9EC445F597E1}">
      <dgm:prSet/>
      <dgm:spPr/>
      <dgm:t>
        <a:bodyPr/>
        <a:lstStyle/>
        <a:p>
          <a:endParaRPr lang="en-US"/>
        </a:p>
      </dgm:t>
    </dgm:pt>
    <dgm:pt modelId="{855221A9-7452-4257-A458-7A316F5CC4A9}">
      <dgm:prSet/>
      <dgm:spPr/>
      <dgm:t>
        <a:bodyPr/>
        <a:lstStyle/>
        <a:p>
          <a:r>
            <a:rPr lang="pt-PT"/>
            <a:t>- Created side-by-side scatter plots comparing true vs predicted values</a:t>
          </a:r>
          <a:endParaRPr lang="en-US"/>
        </a:p>
      </dgm:t>
    </dgm:pt>
    <dgm:pt modelId="{4DD36B1F-4D20-4B34-BFFE-AEBF22A0F475}" type="parTrans" cxnId="{0D71B176-F0C3-400C-A6D7-87BDE2314015}">
      <dgm:prSet/>
      <dgm:spPr/>
      <dgm:t>
        <a:bodyPr/>
        <a:lstStyle/>
        <a:p>
          <a:endParaRPr lang="en-US"/>
        </a:p>
      </dgm:t>
    </dgm:pt>
    <dgm:pt modelId="{663FF54E-37D0-4C78-950C-7B64E94AB4E5}" type="sibTrans" cxnId="{0D71B176-F0C3-400C-A6D7-87BDE2314015}">
      <dgm:prSet/>
      <dgm:spPr/>
      <dgm:t>
        <a:bodyPr/>
        <a:lstStyle/>
        <a:p>
          <a:endParaRPr lang="en-US"/>
        </a:p>
      </dgm:t>
    </dgm:pt>
    <dgm:pt modelId="{6E4A60B9-308A-48BB-BC1E-9D4F85287865}">
      <dgm:prSet/>
      <dgm:spPr/>
      <dgm:t>
        <a:bodyPr/>
        <a:lstStyle/>
        <a:p>
          <a:r>
            <a:rPr lang="pt-PT"/>
            <a:t>- Visualized best imputation method (semi-supervised) vs best Isomap model</a:t>
          </a:r>
          <a:endParaRPr lang="en-US"/>
        </a:p>
      </dgm:t>
    </dgm:pt>
    <dgm:pt modelId="{1CB75F6E-C22D-4D6F-9BC2-9890C9C24A4B}" type="parTrans" cxnId="{3DCDD00C-DAFD-4ADF-9983-6505AA32E3B5}">
      <dgm:prSet/>
      <dgm:spPr/>
      <dgm:t>
        <a:bodyPr/>
        <a:lstStyle/>
        <a:p>
          <a:endParaRPr lang="en-US"/>
        </a:p>
      </dgm:t>
    </dgm:pt>
    <dgm:pt modelId="{E1E4D288-651A-406F-8B78-DA06023034FF}" type="sibTrans" cxnId="{3DCDD00C-DAFD-4ADF-9983-6505AA32E3B5}">
      <dgm:prSet/>
      <dgm:spPr/>
      <dgm:t>
        <a:bodyPr/>
        <a:lstStyle/>
        <a:p>
          <a:endParaRPr lang="en-US"/>
        </a:p>
      </dgm:t>
    </dgm:pt>
    <dgm:pt modelId="{9F234A0C-0088-4E5C-9398-BE39B3A03E7F}">
      <dgm:prSet/>
      <dgm:spPr/>
      <dgm:t>
        <a:bodyPr/>
        <a:lstStyle/>
        <a:p>
          <a:r>
            <a:rPr lang="pt-PT"/>
            <a:t>- Included MSE metrics on each plot for direct performance comparison</a:t>
          </a:r>
          <a:endParaRPr lang="en-US"/>
        </a:p>
      </dgm:t>
    </dgm:pt>
    <dgm:pt modelId="{C563D119-5A30-4D44-B07F-42705249CE1F}" type="parTrans" cxnId="{86ABCC56-9001-4D92-B9FA-D1A5EF4E3720}">
      <dgm:prSet/>
      <dgm:spPr/>
      <dgm:t>
        <a:bodyPr/>
        <a:lstStyle/>
        <a:p>
          <a:endParaRPr lang="en-US"/>
        </a:p>
      </dgm:t>
    </dgm:pt>
    <dgm:pt modelId="{DADE73DE-4C90-4114-A4E7-8CE40DBA6D80}" type="sibTrans" cxnId="{86ABCC56-9001-4D92-B9FA-D1A5EF4E3720}">
      <dgm:prSet/>
      <dgm:spPr/>
      <dgm:t>
        <a:bodyPr/>
        <a:lstStyle/>
        <a:p>
          <a:endParaRPr lang="en-US"/>
        </a:p>
      </dgm:t>
    </dgm:pt>
    <dgm:pt modelId="{C3958349-2E5B-4736-94A6-6171133DF1D3}">
      <dgm:prSet/>
      <dgm:spPr/>
      <dgm:t>
        <a:bodyPr/>
        <a:lstStyle/>
        <a:p>
          <a:r>
            <a:rPr lang="pt-PT"/>
            <a:t>3. Best Model Selection and Submission</a:t>
          </a:r>
          <a:endParaRPr lang="en-US"/>
        </a:p>
      </dgm:t>
    </dgm:pt>
    <dgm:pt modelId="{FC892CE4-6AF2-433C-98D0-D21F1F2B1581}" type="parTrans" cxnId="{60661F38-8DF4-4768-9774-47F676EE163E}">
      <dgm:prSet/>
      <dgm:spPr/>
      <dgm:t>
        <a:bodyPr/>
        <a:lstStyle/>
        <a:p>
          <a:endParaRPr lang="en-US"/>
        </a:p>
      </dgm:t>
    </dgm:pt>
    <dgm:pt modelId="{D043B88B-B2A2-4C82-9924-563DD135AF91}" type="sibTrans" cxnId="{60661F38-8DF4-4768-9774-47F676EE163E}">
      <dgm:prSet/>
      <dgm:spPr/>
      <dgm:t>
        <a:bodyPr/>
        <a:lstStyle/>
        <a:p>
          <a:endParaRPr lang="en-US"/>
        </a:p>
      </dgm:t>
    </dgm:pt>
    <dgm:pt modelId="{069A8B63-BC29-43BD-AACF-693F1DC1603C}">
      <dgm:prSet/>
      <dgm:spPr/>
      <dgm:t>
        <a:bodyPr/>
        <a:lstStyle/>
        <a:p>
          <a:r>
            <a:rPr lang="pt-PT"/>
            <a:t>- Compared cMSE between best imputation and Isomap models</a:t>
          </a:r>
          <a:endParaRPr lang="en-US"/>
        </a:p>
      </dgm:t>
    </dgm:pt>
    <dgm:pt modelId="{B9392062-179F-4DFC-9BB2-FF23ED243718}" type="parTrans" cxnId="{41E64BAE-E150-4697-A616-5CA9175534ED}">
      <dgm:prSet/>
      <dgm:spPr/>
      <dgm:t>
        <a:bodyPr/>
        <a:lstStyle/>
        <a:p>
          <a:endParaRPr lang="en-US"/>
        </a:p>
      </dgm:t>
    </dgm:pt>
    <dgm:pt modelId="{F1E32D0F-362E-4B31-A67E-CB0B92C283A8}" type="sibTrans" cxnId="{41E64BAE-E150-4697-A616-5CA9175534ED}">
      <dgm:prSet/>
      <dgm:spPr/>
      <dgm:t>
        <a:bodyPr/>
        <a:lstStyle/>
        <a:p>
          <a:endParaRPr lang="en-US"/>
        </a:p>
      </dgm:t>
    </dgm:pt>
    <dgm:pt modelId="{961B13F1-B74A-4B0D-BC66-03C521393879}">
      <dgm:prSet/>
      <dgm:spPr/>
      <dgm:t>
        <a:bodyPr/>
        <a:lstStyle/>
        <a:p>
          <a:r>
            <a:rPr lang="pt-PT"/>
            <a:t>- Selected model with lowest cMSE for test predictions</a:t>
          </a:r>
          <a:endParaRPr lang="en-US"/>
        </a:p>
      </dgm:t>
    </dgm:pt>
    <dgm:pt modelId="{68FDEC10-B380-42E5-B709-1236FC1DF5CC}" type="parTrans" cxnId="{09A07700-B8E2-4401-98E2-10D65EF6206C}">
      <dgm:prSet/>
      <dgm:spPr/>
      <dgm:t>
        <a:bodyPr/>
        <a:lstStyle/>
        <a:p>
          <a:endParaRPr lang="en-US"/>
        </a:p>
      </dgm:t>
    </dgm:pt>
    <dgm:pt modelId="{52AA779E-3A77-49B9-AA36-4DCFBFF6E547}" type="sibTrans" cxnId="{09A07700-B8E2-4401-98E2-10D65EF6206C}">
      <dgm:prSet/>
      <dgm:spPr/>
      <dgm:t>
        <a:bodyPr/>
        <a:lstStyle/>
        <a:p>
          <a:endParaRPr lang="en-US"/>
        </a:p>
      </dgm:t>
    </dgm:pt>
    <dgm:pt modelId="{F6A8D642-99BF-47E0-8A01-20C0928178EB}">
      <dgm:prSet/>
      <dgm:spPr/>
      <dgm:t>
        <a:bodyPr/>
        <a:lstStyle/>
        <a:p>
          <a:r>
            <a:rPr lang="pt-PT"/>
            <a:t>- Generated and saved Kaggle submission file with best model predictions</a:t>
          </a:r>
          <a:endParaRPr lang="en-US"/>
        </a:p>
      </dgm:t>
    </dgm:pt>
    <dgm:pt modelId="{E2B57DB7-B0E8-4C28-946E-35CE18D4FBFA}" type="parTrans" cxnId="{0DCF83D6-BB02-44E6-9325-46D349C9C822}">
      <dgm:prSet/>
      <dgm:spPr/>
      <dgm:t>
        <a:bodyPr/>
        <a:lstStyle/>
        <a:p>
          <a:endParaRPr lang="en-US"/>
        </a:p>
      </dgm:t>
    </dgm:pt>
    <dgm:pt modelId="{D214CB9F-46D0-4FC0-83EA-DF08EC324914}" type="sibTrans" cxnId="{0DCF83D6-BB02-44E6-9325-46D349C9C822}">
      <dgm:prSet/>
      <dgm:spPr/>
      <dgm:t>
        <a:bodyPr/>
        <a:lstStyle/>
        <a:p>
          <a:endParaRPr lang="en-US"/>
        </a:p>
      </dgm:t>
    </dgm:pt>
    <dgm:pt modelId="{38AE0844-1207-4BE4-9B9A-4865023A9FC2}" type="pres">
      <dgm:prSet presAssocID="{6219606C-88BC-4292-8C82-C31F6DFBB654}" presName="vert0" presStyleCnt="0">
        <dgm:presLayoutVars>
          <dgm:dir/>
          <dgm:animOne val="branch"/>
          <dgm:animLvl val="lvl"/>
        </dgm:presLayoutVars>
      </dgm:prSet>
      <dgm:spPr/>
    </dgm:pt>
    <dgm:pt modelId="{85F69661-179A-46CF-8E89-50B72998D101}" type="pres">
      <dgm:prSet presAssocID="{416C920C-CD2F-4D35-A513-52D52DDA7D32}" presName="thickLine" presStyleLbl="alignNode1" presStyleIdx="0" presStyleCnt="3"/>
      <dgm:spPr/>
    </dgm:pt>
    <dgm:pt modelId="{25644537-E0D0-4A4A-A3D7-60C5FCF29392}" type="pres">
      <dgm:prSet presAssocID="{416C920C-CD2F-4D35-A513-52D52DDA7D32}" presName="horz1" presStyleCnt="0"/>
      <dgm:spPr/>
    </dgm:pt>
    <dgm:pt modelId="{54EA6F71-B48A-4ED2-8137-EBA276FF3ADD}" type="pres">
      <dgm:prSet presAssocID="{416C920C-CD2F-4D35-A513-52D52DDA7D32}" presName="tx1" presStyleLbl="revTx" presStyleIdx="0" presStyleCnt="12"/>
      <dgm:spPr/>
    </dgm:pt>
    <dgm:pt modelId="{D7B8DCCF-39E1-471E-9A56-C451DEFA95C3}" type="pres">
      <dgm:prSet presAssocID="{416C920C-CD2F-4D35-A513-52D52DDA7D32}" presName="vert1" presStyleCnt="0"/>
      <dgm:spPr/>
    </dgm:pt>
    <dgm:pt modelId="{BE8F2F51-2C07-4BCD-B998-B307823D8167}" type="pres">
      <dgm:prSet presAssocID="{963CEE6A-8235-4274-ABA3-4E3EB305B943}" presName="vertSpace2a" presStyleCnt="0"/>
      <dgm:spPr/>
    </dgm:pt>
    <dgm:pt modelId="{19C517BA-D5C7-487E-9B13-E1352C19F337}" type="pres">
      <dgm:prSet presAssocID="{963CEE6A-8235-4274-ABA3-4E3EB305B943}" presName="horz2" presStyleCnt="0"/>
      <dgm:spPr/>
    </dgm:pt>
    <dgm:pt modelId="{C9A794F4-7E8C-40ED-A705-A67CC1A19B5D}" type="pres">
      <dgm:prSet presAssocID="{963CEE6A-8235-4274-ABA3-4E3EB305B943}" presName="horzSpace2" presStyleCnt="0"/>
      <dgm:spPr/>
    </dgm:pt>
    <dgm:pt modelId="{DDAD7E27-D50F-47C0-AF6A-4773423ABAAC}" type="pres">
      <dgm:prSet presAssocID="{963CEE6A-8235-4274-ABA3-4E3EB305B943}" presName="tx2" presStyleLbl="revTx" presStyleIdx="1" presStyleCnt="12"/>
      <dgm:spPr/>
    </dgm:pt>
    <dgm:pt modelId="{1A41FF86-C33B-46F5-9AF9-D9BCAE3D2074}" type="pres">
      <dgm:prSet presAssocID="{963CEE6A-8235-4274-ABA3-4E3EB305B943}" presName="vert2" presStyleCnt="0"/>
      <dgm:spPr/>
    </dgm:pt>
    <dgm:pt modelId="{B0CC17C1-5ED5-4C22-8B8B-1EF9A8B42289}" type="pres">
      <dgm:prSet presAssocID="{963CEE6A-8235-4274-ABA3-4E3EB305B943}" presName="thinLine2b" presStyleLbl="callout" presStyleIdx="0" presStyleCnt="9"/>
      <dgm:spPr/>
    </dgm:pt>
    <dgm:pt modelId="{2901225D-EB31-4D89-801B-EC3D1142133C}" type="pres">
      <dgm:prSet presAssocID="{963CEE6A-8235-4274-ABA3-4E3EB305B943}" presName="vertSpace2b" presStyleCnt="0"/>
      <dgm:spPr/>
    </dgm:pt>
    <dgm:pt modelId="{B4D63EB9-9030-4755-B947-36BFEBEBDF24}" type="pres">
      <dgm:prSet presAssocID="{17D31962-4F77-4CA2-8AED-BEF2759D7968}" presName="horz2" presStyleCnt="0"/>
      <dgm:spPr/>
    </dgm:pt>
    <dgm:pt modelId="{2614EA49-3BA8-4AC1-96AB-B02D4B227677}" type="pres">
      <dgm:prSet presAssocID="{17D31962-4F77-4CA2-8AED-BEF2759D7968}" presName="horzSpace2" presStyleCnt="0"/>
      <dgm:spPr/>
    </dgm:pt>
    <dgm:pt modelId="{8318BFBC-E752-4255-AECC-00A5195FF153}" type="pres">
      <dgm:prSet presAssocID="{17D31962-4F77-4CA2-8AED-BEF2759D7968}" presName="tx2" presStyleLbl="revTx" presStyleIdx="2" presStyleCnt="12"/>
      <dgm:spPr/>
    </dgm:pt>
    <dgm:pt modelId="{8CA8B8A0-588B-4A52-97F4-FBF5DCAD61EB}" type="pres">
      <dgm:prSet presAssocID="{17D31962-4F77-4CA2-8AED-BEF2759D7968}" presName="vert2" presStyleCnt="0"/>
      <dgm:spPr/>
    </dgm:pt>
    <dgm:pt modelId="{3E9CFAAA-10B7-4472-8600-4652AD77DF83}" type="pres">
      <dgm:prSet presAssocID="{17D31962-4F77-4CA2-8AED-BEF2759D7968}" presName="thinLine2b" presStyleLbl="callout" presStyleIdx="1" presStyleCnt="9"/>
      <dgm:spPr/>
    </dgm:pt>
    <dgm:pt modelId="{5AA3D087-86A3-48F9-8A2F-D85A8EF8FCFD}" type="pres">
      <dgm:prSet presAssocID="{17D31962-4F77-4CA2-8AED-BEF2759D7968}" presName="vertSpace2b" presStyleCnt="0"/>
      <dgm:spPr/>
    </dgm:pt>
    <dgm:pt modelId="{69364B3C-864E-4FF1-A140-83551671273D}" type="pres">
      <dgm:prSet presAssocID="{EB1671FD-00DD-4C75-931E-A8F2A5BAC026}" presName="horz2" presStyleCnt="0"/>
      <dgm:spPr/>
    </dgm:pt>
    <dgm:pt modelId="{160E9361-CFD3-4D9E-9CBB-B74D3E4894E0}" type="pres">
      <dgm:prSet presAssocID="{EB1671FD-00DD-4C75-931E-A8F2A5BAC026}" presName="horzSpace2" presStyleCnt="0"/>
      <dgm:spPr/>
    </dgm:pt>
    <dgm:pt modelId="{B9FF45D0-59F2-43AA-AFA5-BE697019B1A2}" type="pres">
      <dgm:prSet presAssocID="{EB1671FD-00DD-4C75-931E-A8F2A5BAC026}" presName="tx2" presStyleLbl="revTx" presStyleIdx="3" presStyleCnt="12"/>
      <dgm:spPr/>
    </dgm:pt>
    <dgm:pt modelId="{E3128088-2813-4462-B9AC-5BD6ACDC19AE}" type="pres">
      <dgm:prSet presAssocID="{EB1671FD-00DD-4C75-931E-A8F2A5BAC026}" presName="vert2" presStyleCnt="0"/>
      <dgm:spPr/>
    </dgm:pt>
    <dgm:pt modelId="{FB0E3AFF-60C9-4377-A4B5-68D2C9FD898D}" type="pres">
      <dgm:prSet presAssocID="{EB1671FD-00DD-4C75-931E-A8F2A5BAC026}" presName="thinLine2b" presStyleLbl="callout" presStyleIdx="2" presStyleCnt="9"/>
      <dgm:spPr/>
    </dgm:pt>
    <dgm:pt modelId="{42588EAE-FED9-4A2C-8C95-D31B8568D64B}" type="pres">
      <dgm:prSet presAssocID="{EB1671FD-00DD-4C75-931E-A8F2A5BAC026}" presName="vertSpace2b" presStyleCnt="0"/>
      <dgm:spPr/>
    </dgm:pt>
    <dgm:pt modelId="{E895F0D9-57A4-480D-ADC3-077C19B47C5A}" type="pres">
      <dgm:prSet presAssocID="{AB7826CA-3DA2-40EE-B31F-3C69A3DA7565}" presName="thickLine" presStyleLbl="alignNode1" presStyleIdx="1" presStyleCnt="3"/>
      <dgm:spPr/>
    </dgm:pt>
    <dgm:pt modelId="{7BD375E6-1E3B-4A02-8A57-1FD03F976646}" type="pres">
      <dgm:prSet presAssocID="{AB7826CA-3DA2-40EE-B31F-3C69A3DA7565}" presName="horz1" presStyleCnt="0"/>
      <dgm:spPr/>
    </dgm:pt>
    <dgm:pt modelId="{A21CD36F-CAF2-449D-B2EE-12C827D31EA4}" type="pres">
      <dgm:prSet presAssocID="{AB7826CA-3DA2-40EE-B31F-3C69A3DA7565}" presName="tx1" presStyleLbl="revTx" presStyleIdx="4" presStyleCnt="12"/>
      <dgm:spPr/>
    </dgm:pt>
    <dgm:pt modelId="{86956E16-5F86-4B76-B1CF-8DA7DB7668E1}" type="pres">
      <dgm:prSet presAssocID="{AB7826CA-3DA2-40EE-B31F-3C69A3DA7565}" presName="vert1" presStyleCnt="0"/>
      <dgm:spPr/>
    </dgm:pt>
    <dgm:pt modelId="{BFD19597-D3A6-495A-BDCC-C07208236C7B}" type="pres">
      <dgm:prSet presAssocID="{855221A9-7452-4257-A458-7A316F5CC4A9}" presName="vertSpace2a" presStyleCnt="0"/>
      <dgm:spPr/>
    </dgm:pt>
    <dgm:pt modelId="{D46F2B2D-7898-4F49-B509-2BE9E3CA6E94}" type="pres">
      <dgm:prSet presAssocID="{855221A9-7452-4257-A458-7A316F5CC4A9}" presName="horz2" presStyleCnt="0"/>
      <dgm:spPr/>
    </dgm:pt>
    <dgm:pt modelId="{BED1BF6C-396C-494A-96B8-3B856096625D}" type="pres">
      <dgm:prSet presAssocID="{855221A9-7452-4257-A458-7A316F5CC4A9}" presName="horzSpace2" presStyleCnt="0"/>
      <dgm:spPr/>
    </dgm:pt>
    <dgm:pt modelId="{58B5E5CC-C5C6-43DC-AF6A-7FCC67F27930}" type="pres">
      <dgm:prSet presAssocID="{855221A9-7452-4257-A458-7A316F5CC4A9}" presName="tx2" presStyleLbl="revTx" presStyleIdx="5" presStyleCnt="12"/>
      <dgm:spPr/>
    </dgm:pt>
    <dgm:pt modelId="{57F86368-7ED8-49D1-8CE8-2B7EC548AE72}" type="pres">
      <dgm:prSet presAssocID="{855221A9-7452-4257-A458-7A316F5CC4A9}" presName="vert2" presStyleCnt="0"/>
      <dgm:spPr/>
    </dgm:pt>
    <dgm:pt modelId="{906809A3-F168-4701-B65D-D6ADABB4E9DC}" type="pres">
      <dgm:prSet presAssocID="{855221A9-7452-4257-A458-7A316F5CC4A9}" presName="thinLine2b" presStyleLbl="callout" presStyleIdx="3" presStyleCnt="9"/>
      <dgm:spPr/>
    </dgm:pt>
    <dgm:pt modelId="{A1EDE3FE-7D63-43DC-9191-82203E58512D}" type="pres">
      <dgm:prSet presAssocID="{855221A9-7452-4257-A458-7A316F5CC4A9}" presName="vertSpace2b" presStyleCnt="0"/>
      <dgm:spPr/>
    </dgm:pt>
    <dgm:pt modelId="{32EF0480-2399-4EB6-8855-9045800433EA}" type="pres">
      <dgm:prSet presAssocID="{6E4A60B9-308A-48BB-BC1E-9D4F85287865}" presName="horz2" presStyleCnt="0"/>
      <dgm:spPr/>
    </dgm:pt>
    <dgm:pt modelId="{6BE80D48-D63A-4082-AF5A-FC7937C9EBB1}" type="pres">
      <dgm:prSet presAssocID="{6E4A60B9-308A-48BB-BC1E-9D4F85287865}" presName="horzSpace2" presStyleCnt="0"/>
      <dgm:spPr/>
    </dgm:pt>
    <dgm:pt modelId="{4016F18D-4B8F-46E1-8391-957B29549DA0}" type="pres">
      <dgm:prSet presAssocID="{6E4A60B9-308A-48BB-BC1E-9D4F85287865}" presName="tx2" presStyleLbl="revTx" presStyleIdx="6" presStyleCnt="12"/>
      <dgm:spPr/>
    </dgm:pt>
    <dgm:pt modelId="{E13A12A0-4B01-4964-B526-0506818BE640}" type="pres">
      <dgm:prSet presAssocID="{6E4A60B9-308A-48BB-BC1E-9D4F85287865}" presName="vert2" presStyleCnt="0"/>
      <dgm:spPr/>
    </dgm:pt>
    <dgm:pt modelId="{CE5B165B-852E-4DE8-A701-75ED928CC59F}" type="pres">
      <dgm:prSet presAssocID="{6E4A60B9-308A-48BB-BC1E-9D4F85287865}" presName="thinLine2b" presStyleLbl="callout" presStyleIdx="4" presStyleCnt="9"/>
      <dgm:spPr/>
    </dgm:pt>
    <dgm:pt modelId="{1994E5D3-5DD8-4C42-A406-AE907F9A7F48}" type="pres">
      <dgm:prSet presAssocID="{6E4A60B9-308A-48BB-BC1E-9D4F85287865}" presName="vertSpace2b" presStyleCnt="0"/>
      <dgm:spPr/>
    </dgm:pt>
    <dgm:pt modelId="{11283AF5-4761-4E0B-9D8A-ACC5DAA9CE8C}" type="pres">
      <dgm:prSet presAssocID="{9F234A0C-0088-4E5C-9398-BE39B3A03E7F}" presName="horz2" presStyleCnt="0"/>
      <dgm:spPr/>
    </dgm:pt>
    <dgm:pt modelId="{C6E5D449-249C-4CC8-BEE5-02E7917E6D06}" type="pres">
      <dgm:prSet presAssocID="{9F234A0C-0088-4E5C-9398-BE39B3A03E7F}" presName="horzSpace2" presStyleCnt="0"/>
      <dgm:spPr/>
    </dgm:pt>
    <dgm:pt modelId="{A242A541-FCF3-4F12-8863-11B2F94D3894}" type="pres">
      <dgm:prSet presAssocID="{9F234A0C-0088-4E5C-9398-BE39B3A03E7F}" presName="tx2" presStyleLbl="revTx" presStyleIdx="7" presStyleCnt="12"/>
      <dgm:spPr/>
    </dgm:pt>
    <dgm:pt modelId="{FC137D6F-A199-4453-940C-9CA3DCCE1B36}" type="pres">
      <dgm:prSet presAssocID="{9F234A0C-0088-4E5C-9398-BE39B3A03E7F}" presName="vert2" presStyleCnt="0"/>
      <dgm:spPr/>
    </dgm:pt>
    <dgm:pt modelId="{811FD35B-5623-4213-ADD3-390384D3192F}" type="pres">
      <dgm:prSet presAssocID="{9F234A0C-0088-4E5C-9398-BE39B3A03E7F}" presName="thinLine2b" presStyleLbl="callout" presStyleIdx="5" presStyleCnt="9"/>
      <dgm:spPr/>
    </dgm:pt>
    <dgm:pt modelId="{411371C2-18CD-411B-BEDC-3F13FCB33628}" type="pres">
      <dgm:prSet presAssocID="{9F234A0C-0088-4E5C-9398-BE39B3A03E7F}" presName="vertSpace2b" presStyleCnt="0"/>
      <dgm:spPr/>
    </dgm:pt>
    <dgm:pt modelId="{49955DD6-7AF4-4718-A29A-BD4A4D79BB16}" type="pres">
      <dgm:prSet presAssocID="{C3958349-2E5B-4736-94A6-6171133DF1D3}" presName="thickLine" presStyleLbl="alignNode1" presStyleIdx="2" presStyleCnt="3"/>
      <dgm:spPr/>
    </dgm:pt>
    <dgm:pt modelId="{2888D75B-0CC1-4C7B-8817-91A5741AD6BA}" type="pres">
      <dgm:prSet presAssocID="{C3958349-2E5B-4736-94A6-6171133DF1D3}" presName="horz1" presStyleCnt="0"/>
      <dgm:spPr/>
    </dgm:pt>
    <dgm:pt modelId="{63605F95-29EB-468A-933D-BF235225576C}" type="pres">
      <dgm:prSet presAssocID="{C3958349-2E5B-4736-94A6-6171133DF1D3}" presName="tx1" presStyleLbl="revTx" presStyleIdx="8" presStyleCnt="12"/>
      <dgm:spPr/>
    </dgm:pt>
    <dgm:pt modelId="{5E3FEBB1-2D26-4BC9-B831-1AB08445149B}" type="pres">
      <dgm:prSet presAssocID="{C3958349-2E5B-4736-94A6-6171133DF1D3}" presName="vert1" presStyleCnt="0"/>
      <dgm:spPr/>
    </dgm:pt>
    <dgm:pt modelId="{4CF4F856-CA01-444C-B87E-D81BBADF9394}" type="pres">
      <dgm:prSet presAssocID="{069A8B63-BC29-43BD-AACF-693F1DC1603C}" presName="vertSpace2a" presStyleCnt="0"/>
      <dgm:spPr/>
    </dgm:pt>
    <dgm:pt modelId="{AC9579B9-E608-4EDC-8D1D-E6478086738C}" type="pres">
      <dgm:prSet presAssocID="{069A8B63-BC29-43BD-AACF-693F1DC1603C}" presName="horz2" presStyleCnt="0"/>
      <dgm:spPr/>
    </dgm:pt>
    <dgm:pt modelId="{212E6D1E-60FC-42B2-B008-5A2F84206B61}" type="pres">
      <dgm:prSet presAssocID="{069A8B63-BC29-43BD-AACF-693F1DC1603C}" presName="horzSpace2" presStyleCnt="0"/>
      <dgm:spPr/>
    </dgm:pt>
    <dgm:pt modelId="{E7E0591D-8C06-4B0D-84E9-856D1B780E26}" type="pres">
      <dgm:prSet presAssocID="{069A8B63-BC29-43BD-AACF-693F1DC1603C}" presName="tx2" presStyleLbl="revTx" presStyleIdx="9" presStyleCnt="12"/>
      <dgm:spPr/>
    </dgm:pt>
    <dgm:pt modelId="{06CBA98E-6126-4954-95DB-52D66ED20236}" type="pres">
      <dgm:prSet presAssocID="{069A8B63-BC29-43BD-AACF-693F1DC1603C}" presName="vert2" presStyleCnt="0"/>
      <dgm:spPr/>
    </dgm:pt>
    <dgm:pt modelId="{4E4088E9-639A-4063-94C8-329223B5794D}" type="pres">
      <dgm:prSet presAssocID="{069A8B63-BC29-43BD-AACF-693F1DC1603C}" presName="thinLine2b" presStyleLbl="callout" presStyleIdx="6" presStyleCnt="9"/>
      <dgm:spPr/>
    </dgm:pt>
    <dgm:pt modelId="{EC7DD28B-CC9B-4113-BDDA-BFBD2307B990}" type="pres">
      <dgm:prSet presAssocID="{069A8B63-BC29-43BD-AACF-693F1DC1603C}" presName="vertSpace2b" presStyleCnt="0"/>
      <dgm:spPr/>
    </dgm:pt>
    <dgm:pt modelId="{324EBECF-9D47-46DE-9F17-349063F57026}" type="pres">
      <dgm:prSet presAssocID="{961B13F1-B74A-4B0D-BC66-03C521393879}" presName="horz2" presStyleCnt="0"/>
      <dgm:spPr/>
    </dgm:pt>
    <dgm:pt modelId="{47D594CB-EFD1-4CC2-90AD-FFDC9B7CC2BB}" type="pres">
      <dgm:prSet presAssocID="{961B13F1-B74A-4B0D-BC66-03C521393879}" presName="horzSpace2" presStyleCnt="0"/>
      <dgm:spPr/>
    </dgm:pt>
    <dgm:pt modelId="{775622FD-F6B3-4B28-A55C-CF071C6CCDF6}" type="pres">
      <dgm:prSet presAssocID="{961B13F1-B74A-4B0D-BC66-03C521393879}" presName="tx2" presStyleLbl="revTx" presStyleIdx="10" presStyleCnt="12"/>
      <dgm:spPr/>
    </dgm:pt>
    <dgm:pt modelId="{660FA01A-1B8D-4B5D-BEF8-D48B581D7203}" type="pres">
      <dgm:prSet presAssocID="{961B13F1-B74A-4B0D-BC66-03C521393879}" presName="vert2" presStyleCnt="0"/>
      <dgm:spPr/>
    </dgm:pt>
    <dgm:pt modelId="{BDCF2F6B-F319-422F-97AE-115B71CF29F7}" type="pres">
      <dgm:prSet presAssocID="{961B13F1-B74A-4B0D-BC66-03C521393879}" presName="thinLine2b" presStyleLbl="callout" presStyleIdx="7" presStyleCnt="9"/>
      <dgm:spPr/>
    </dgm:pt>
    <dgm:pt modelId="{E38F9763-0369-4F77-8561-412E9B9F3700}" type="pres">
      <dgm:prSet presAssocID="{961B13F1-B74A-4B0D-BC66-03C521393879}" presName="vertSpace2b" presStyleCnt="0"/>
      <dgm:spPr/>
    </dgm:pt>
    <dgm:pt modelId="{DE9D6646-C98A-43E2-9401-E13C04BADF2A}" type="pres">
      <dgm:prSet presAssocID="{F6A8D642-99BF-47E0-8A01-20C0928178EB}" presName="horz2" presStyleCnt="0"/>
      <dgm:spPr/>
    </dgm:pt>
    <dgm:pt modelId="{64FD686E-B6BF-4BFB-844D-792A631B3D17}" type="pres">
      <dgm:prSet presAssocID="{F6A8D642-99BF-47E0-8A01-20C0928178EB}" presName="horzSpace2" presStyleCnt="0"/>
      <dgm:spPr/>
    </dgm:pt>
    <dgm:pt modelId="{B1D704F5-3AF7-4619-B4C9-D2584550A1D0}" type="pres">
      <dgm:prSet presAssocID="{F6A8D642-99BF-47E0-8A01-20C0928178EB}" presName="tx2" presStyleLbl="revTx" presStyleIdx="11" presStyleCnt="12"/>
      <dgm:spPr/>
    </dgm:pt>
    <dgm:pt modelId="{656C3D47-91D5-4963-8CA5-FA923B3EFDF9}" type="pres">
      <dgm:prSet presAssocID="{F6A8D642-99BF-47E0-8A01-20C0928178EB}" presName="vert2" presStyleCnt="0"/>
      <dgm:spPr/>
    </dgm:pt>
    <dgm:pt modelId="{3C841C92-BD84-4570-B59C-EEAFBC3DF2C1}" type="pres">
      <dgm:prSet presAssocID="{F6A8D642-99BF-47E0-8A01-20C0928178EB}" presName="thinLine2b" presStyleLbl="callout" presStyleIdx="8" presStyleCnt="9"/>
      <dgm:spPr/>
    </dgm:pt>
    <dgm:pt modelId="{EFC49496-C2AD-45B6-A53E-D820EB6C0B63}" type="pres">
      <dgm:prSet presAssocID="{F6A8D642-99BF-47E0-8A01-20C0928178EB}" presName="vertSpace2b" presStyleCnt="0"/>
      <dgm:spPr/>
    </dgm:pt>
  </dgm:ptLst>
  <dgm:cxnLst>
    <dgm:cxn modelId="{09A07700-B8E2-4401-98E2-10D65EF6206C}" srcId="{C3958349-2E5B-4736-94A6-6171133DF1D3}" destId="{961B13F1-B74A-4B0D-BC66-03C521393879}" srcOrd="1" destOrd="0" parTransId="{68FDEC10-B380-42E5-B709-1236FC1DF5CC}" sibTransId="{52AA779E-3A77-49B9-AA36-4DCFBFF6E547}"/>
    <dgm:cxn modelId="{336F0002-2CF3-4C09-8DBC-4D68744D0548}" type="presOf" srcId="{9F234A0C-0088-4E5C-9398-BE39B3A03E7F}" destId="{A242A541-FCF3-4F12-8863-11B2F94D3894}" srcOrd="0" destOrd="0" presId="urn:microsoft.com/office/officeart/2008/layout/LinedList"/>
    <dgm:cxn modelId="{04F27E06-EC0B-409D-B2E8-63C28D2E14E5}" srcId="{416C920C-CD2F-4D35-A513-52D52DDA7D32}" destId="{963CEE6A-8235-4274-ABA3-4E3EB305B943}" srcOrd="0" destOrd="0" parTransId="{5B13326D-18CC-43B8-9219-99B7945C3587}" sibTransId="{D0157938-8D40-4679-BB0E-D46DF1D7053A}"/>
    <dgm:cxn modelId="{3DCDD00C-DAFD-4ADF-9983-6505AA32E3B5}" srcId="{AB7826CA-3DA2-40EE-B31F-3C69A3DA7565}" destId="{6E4A60B9-308A-48BB-BC1E-9D4F85287865}" srcOrd="1" destOrd="0" parTransId="{1CB75F6E-C22D-4D6F-9BC2-9890C9C24A4B}" sibTransId="{E1E4D288-651A-406F-8B78-DA06023034FF}"/>
    <dgm:cxn modelId="{60661F38-8DF4-4768-9774-47F676EE163E}" srcId="{6219606C-88BC-4292-8C82-C31F6DFBB654}" destId="{C3958349-2E5B-4736-94A6-6171133DF1D3}" srcOrd="2" destOrd="0" parTransId="{FC892CE4-6AF2-433C-98D0-D21F1F2B1581}" sibTransId="{D043B88B-B2A2-4C82-9924-563DD135AF91}"/>
    <dgm:cxn modelId="{C7693F5B-9EEC-4BD9-BF16-E24A14E3C5AA}" type="presOf" srcId="{C3958349-2E5B-4736-94A6-6171133DF1D3}" destId="{63605F95-29EB-468A-933D-BF235225576C}" srcOrd="0" destOrd="0" presId="urn:microsoft.com/office/officeart/2008/layout/LinedList"/>
    <dgm:cxn modelId="{6079B75B-67F5-4126-843C-4D467D9A9B31}" srcId="{416C920C-CD2F-4D35-A513-52D52DDA7D32}" destId="{17D31962-4F77-4CA2-8AED-BEF2759D7968}" srcOrd="1" destOrd="0" parTransId="{0759FBE8-A273-418F-86E0-8EB9C7FEE199}" sibTransId="{01DFB255-C5A1-4E66-8734-CB94614B9000}"/>
    <dgm:cxn modelId="{F56F1048-DFAF-4D34-8A95-766212B48575}" type="presOf" srcId="{AB7826CA-3DA2-40EE-B31F-3C69A3DA7565}" destId="{A21CD36F-CAF2-449D-B2EE-12C827D31EA4}" srcOrd="0" destOrd="0" presId="urn:microsoft.com/office/officeart/2008/layout/LinedList"/>
    <dgm:cxn modelId="{38EC5A49-977E-4600-B630-7E98DD8C9A12}" type="presOf" srcId="{6E4A60B9-308A-48BB-BC1E-9D4F85287865}" destId="{4016F18D-4B8F-46E1-8391-957B29549DA0}" srcOrd="0" destOrd="0" presId="urn:microsoft.com/office/officeart/2008/layout/LinedList"/>
    <dgm:cxn modelId="{09B8B454-6FFE-4D0E-A1FD-D5CB2F5ED9A3}" srcId="{416C920C-CD2F-4D35-A513-52D52DDA7D32}" destId="{EB1671FD-00DD-4C75-931E-A8F2A5BAC026}" srcOrd="2" destOrd="0" parTransId="{17D2C707-2CBD-4B80-8BBD-B7471AA2A0F0}" sibTransId="{7667F1E0-BECD-49E6-94BE-12776C3EB021}"/>
    <dgm:cxn modelId="{0D71B176-F0C3-400C-A6D7-87BDE2314015}" srcId="{AB7826CA-3DA2-40EE-B31F-3C69A3DA7565}" destId="{855221A9-7452-4257-A458-7A316F5CC4A9}" srcOrd="0" destOrd="0" parTransId="{4DD36B1F-4D20-4B34-BFFE-AEBF22A0F475}" sibTransId="{663FF54E-37D0-4C78-950C-7B64E94AB4E5}"/>
    <dgm:cxn modelId="{86ABCC56-9001-4D92-B9FA-D1A5EF4E3720}" srcId="{AB7826CA-3DA2-40EE-B31F-3C69A3DA7565}" destId="{9F234A0C-0088-4E5C-9398-BE39B3A03E7F}" srcOrd="2" destOrd="0" parTransId="{C563D119-5A30-4D44-B07F-42705249CE1F}" sibTransId="{DADE73DE-4C90-4114-A4E7-8CE40DBA6D80}"/>
    <dgm:cxn modelId="{ABBD1F79-2DC0-4B2E-B2A0-9EC445F597E1}" srcId="{6219606C-88BC-4292-8C82-C31F6DFBB654}" destId="{AB7826CA-3DA2-40EE-B31F-3C69A3DA7565}" srcOrd="1" destOrd="0" parTransId="{A7B90579-F884-4DB8-A90D-CCECC92DC9C5}" sibTransId="{820F6A74-8D74-49C9-BD68-F84359EC547F}"/>
    <dgm:cxn modelId="{A918788B-A096-4E2E-A103-ADC8991B16DA}" type="presOf" srcId="{6219606C-88BC-4292-8C82-C31F6DFBB654}" destId="{38AE0844-1207-4BE4-9B9A-4865023A9FC2}" srcOrd="0" destOrd="0" presId="urn:microsoft.com/office/officeart/2008/layout/LinedList"/>
    <dgm:cxn modelId="{BD07B59A-B166-496F-AF83-05A53F321F5F}" type="presOf" srcId="{961B13F1-B74A-4B0D-BC66-03C521393879}" destId="{775622FD-F6B3-4B28-A55C-CF071C6CCDF6}" srcOrd="0" destOrd="0" presId="urn:microsoft.com/office/officeart/2008/layout/LinedList"/>
    <dgm:cxn modelId="{0AD3A2A2-D9E6-412D-B272-EDD7166D8CF3}" type="presOf" srcId="{416C920C-CD2F-4D35-A513-52D52DDA7D32}" destId="{54EA6F71-B48A-4ED2-8137-EBA276FF3ADD}" srcOrd="0" destOrd="0" presId="urn:microsoft.com/office/officeart/2008/layout/LinedList"/>
    <dgm:cxn modelId="{4A6E46AA-2402-4A15-BEE2-0344AB290D72}" type="presOf" srcId="{17D31962-4F77-4CA2-8AED-BEF2759D7968}" destId="{8318BFBC-E752-4255-AECC-00A5195FF153}" srcOrd="0" destOrd="0" presId="urn:microsoft.com/office/officeart/2008/layout/LinedList"/>
    <dgm:cxn modelId="{4C732DAE-4EFA-4CA8-81C3-3A93DC63EE08}" type="presOf" srcId="{855221A9-7452-4257-A458-7A316F5CC4A9}" destId="{58B5E5CC-C5C6-43DC-AF6A-7FCC67F27930}" srcOrd="0" destOrd="0" presId="urn:microsoft.com/office/officeart/2008/layout/LinedList"/>
    <dgm:cxn modelId="{41E64BAE-E150-4697-A616-5CA9175534ED}" srcId="{C3958349-2E5B-4736-94A6-6171133DF1D3}" destId="{069A8B63-BC29-43BD-AACF-693F1DC1603C}" srcOrd="0" destOrd="0" parTransId="{B9392062-179F-4DFC-9BB2-FF23ED243718}" sibTransId="{F1E32D0F-362E-4B31-A67E-CB0B92C283A8}"/>
    <dgm:cxn modelId="{33D2E7AF-39DE-4555-AD1C-8397E742D829}" type="presOf" srcId="{069A8B63-BC29-43BD-AACF-693F1DC1603C}" destId="{E7E0591D-8C06-4B0D-84E9-856D1B780E26}" srcOrd="0" destOrd="0" presId="urn:microsoft.com/office/officeart/2008/layout/LinedList"/>
    <dgm:cxn modelId="{CB4B52B2-7D3F-47BA-917B-8C9F09BF35FE}" type="presOf" srcId="{963CEE6A-8235-4274-ABA3-4E3EB305B943}" destId="{DDAD7E27-D50F-47C0-AF6A-4773423ABAAC}" srcOrd="0" destOrd="0" presId="urn:microsoft.com/office/officeart/2008/layout/LinedList"/>
    <dgm:cxn modelId="{9B1AF4BF-61E7-420F-A3A3-B1277D02AE0B}" srcId="{6219606C-88BC-4292-8C82-C31F6DFBB654}" destId="{416C920C-CD2F-4D35-A513-52D52DDA7D32}" srcOrd="0" destOrd="0" parTransId="{C442D0B2-60A0-479D-827A-375FE4062F1D}" sibTransId="{DE7245D5-11E8-4BF4-87F7-39BF889D5C98}"/>
    <dgm:cxn modelId="{34C4CDD1-B22C-4512-907D-69B5FAA58DAD}" type="presOf" srcId="{EB1671FD-00DD-4C75-931E-A8F2A5BAC026}" destId="{B9FF45D0-59F2-43AA-AFA5-BE697019B1A2}" srcOrd="0" destOrd="0" presId="urn:microsoft.com/office/officeart/2008/layout/LinedList"/>
    <dgm:cxn modelId="{36DFF5D1-27E0-4515-9883-1021A6749E93}" type="presOf" srcId="{F6A8D642-99BF-47E0-8A01-20C0928178EB}" destId="{B1D704F5-3AF7-4619-B4C9-D2584550A1D0}" srcOrd="0" destOrd="0" presId="urn:microsoft.com/office/officeart/2008/layout/LinedList"/>
    <dgm:cxn modelId="{0DCF83D6-BB02-44E6-9325-46D349C9C822}" srcId="{C3958349-2E5B-4736-94A6-6171133DF1D3}" destId="{F6A8D642-99BF-47E0-8A01-20C0928178EB}" srcOrd="2" destOrd="0" parTransId="{E2B57DB7-B0E8-4C28-946E-35CE18D4FBFA}" sibTransId="{D214CB9F-46D0-4FC0-83EA-DF08EC324914}"/>
    <dgm:cxn modelId="{D223E0DC-7001-47EA-AC61-57747FE7366B}" type="presParOf" srcId="{38AE0844-1207-4BE4-9B9A-4865023A9FC2}" destId="{85F69661-179A-46CF-8E89-50B72998D101}" srcOrd="0" destOrd="0" presId="urn:microsoft.com/office/officeart/2008/layout/LinedList"/>
    <dgm:cxn modelId="{97C0BDAD-84B9-4F42-B5AE-E47002CF1A61}" type="presParOf" srcId="{38AE0844-1207-4BE4-9B9A-4865023A9FC2}" destId="{25644537-E0D0-4A4A-A3D7-60C5FCF29392}" srcOrd="1" destOrd="0" presId="urn:microsoft.com/office/officeart/2008/layout/LinedList"/>
    <dgm:cxn modelId="{657CFD87-7817-471E-84D1-F6F95B5F21E4}" type="presParOf" srcId="{25644537-E0D0-4A4A-A3D7-60C5FCF29392}" destId="{54EA6F71-B48A-4ED2-8137-EBA276FF3ADD}" srcOrd="0" destOrd="0" presId="urn:microsoft.com/office/officeart/2008/layout/LinedList"/>
    <dgm:cxn modelId="{03173628-2F3C-4DAF-9A1F-700B057943C3}" type="presParOf" srcId="{25644537-E0D0-4A4A-A3D7-60C5FCF29392}" destId="{D7B8DCCF-39E1-471E-9A56-C451DEFA95C3}" srcOrd="1" destOrd="0" presId="urn:microsoft.com/office/officeart/2008/layout/LinedList"/>
    <dgm:cxn modelId="{D5C555F2-6056-44EC-91D3-B4B811D7BE12}" type="presParOf" srcId="{D7B8DCCF-39E1-471E-9A56-C451DEFA95C3}" destId="{BE8F2F51-2C07-4BCD-B998-B307823D8167}" srcOrd="0" destOrd="0" presId="urn:microsoft.com/office/officeart/2008/layout/LinedList"/>
    <dgm:cxn modelId="{F0744388-4B42-4F83-AC96-31EF7CBC423D}" type="presParOf" srcId="{D7B8DCCF-39E1-471E-9A56-C451DEFA95C3}" destId="{19C517BA-D5C7-487E-9B13-E1352C19F337}" srcOrd="1" destOrd="0" presId="urn:microsoft.com/office/officeart/2008/layout/LinedList"/>
    <dgm:cxn modelId="{3E3C2AA6-6DE4-4AA8-B35A-A503C0DCAD4C}" type="presParOf" srcId="{19C517BA-D5C7-487E-9B13-E1352C19F337}" destId="{C9A794F4-7E8C-40ED-A705-A67CC1A19B5D}" srcOrd="0" destOrd="0" presId="urn:microsoft.com/office/officeart/2008/layout/LinedList"/>
    <dgm:cxn modelId="{6B3F56C1-B2B4-4010-9424-1BCACFCB6D0F}" type="presParOf" srcId="{19C517BA-D5C7-487E-9B13-E1352C19F337}" destId="{DDAD7E27-D50F-47C0-AF6A-4773423ABAAC}" srcOrd="1" destOrd="0" presId="urn:microsoft.com/office/officeart/2008/layout/LinedList"/>
    <dgm:cxn modelId="{5064312B-30BE-42C4-9FC0-B7F45726EF47}" type="presParOf" srcId="{19C517BA-D5C7-487E-9B13-E1352C19F337}" destId="{1A41FF86-C33B-46F5-9AF9-D9BCAE3D2074}" srcOrd="2" destOrd="0" presId="urn:microsoft.com/office/officeart/2008/layout/LinedList"/>
    <dgm:cxn modelId="{86C8F3BF-56DB-490B-8D36-50F6F6CDBE58}" type="presParOf" srcId="{D7B8DCCF-39E1-471E-9A56-C451DEFA95C3}" destId="{B0CC17C1-5ED5-4C22-8B8B-1EF9A8B42289}" srcOrd="2" destOrd="0" presId="urn:microsoft.com/office/officeart/2008/layout/LinedList"/>
    <dgm:cxn modelId="{340DA744-C743-48B2-AE8B-F496DC54B840}" type="presParOf" srcId="{D7B8DCCF-39E1-471E-9A56-C451DEFA95C3}" destId="{2901225D-EB31-4D89-801B-EC3D1142133C}" srcOrd="3" destOrd="0" presId="urn:microsoft.com/office/officeart/2008/layout/LinedList"/>
    <dgm:cxn modelId="{7885DAA3-9907-4B16-A3C5-8D630BE3314D}" type="presParOf" srcId="{D7B8DCCF-39E1-471E-9A56-C451DEFA95C3}" destId="{B4D63EB9-9030-4755-B947-36BFEBEBDF24}" srcOrd="4" destOrd="0" presId="urn:microsoft.com/office/officeart/2008/layout/LinedList"/>
    <dgm:cxn modelId="{F6D76116-6419-434B-B5A1-7F0C7AFE212D}" type="presParOf" srcId="{B4D63EB9-9030-4755-B947-36BFEBEBDF24}" destId="{2614EA49-3BA8-4AC1-96AB-B02D4B227677}" srcOrd="0" destOrd="0" presId="urn:microsoft.com/office/officeart/2008/layout/LinedList"/>
    <dgm:cxn modelId="{D763764C-CC1C-4E48-ACF4-D8C53F629431}" type="presParOf" srcId="{B4D63EB9-9030-4755-B947-36BFEBEBDF24}" destId="{8318BFBC-E752-4255-AECC-00A5195FF153}" srcOrd="1" destOrd="0" presId="urn:microsoft.com/office/officeart/2008/layout/LinedList"/>
    <dgm:cxn modelId="{954A86BF-026A-4A97-BF46-F6CF75FEDD72}" type="presParOf" srcId="{B4D63EB9-9030-4755-B947-36BFEBEBDF24}" destId="{8CA8B8A0-588B-4A52-97F4-FBF5DCAD61EB}" srcOrd="2" destOrd="0" presId="urn:microsoft.com/office/officeart/2008/layout/LinedList"/>
    <dgm:cxn modelId="{66E7FF7C-D6FE-4F03-AD21-5BDC53AD551E}" type="presParOf" srcId="{D7B8DCCF-39E1-471E-9A56-C451DEFA95C3}" destId="{3E9CFAAA-10B7-4472-8600-4652AD77DF83}" srcOrd="5" destOrd="0" presId="urn:microsoft.com/office/officeart/2008/layout/LinedList"/>
    <dgm:cxn modelId="{9FDCB01D-FD5E-49B2-954E-3076663D260F}" type="presParOf" srcId="{D7B8DCCF-39E1-471E-9A56-C451DEFA95C3}" destId="{5AA3D087-86A3-48F9-8A2F-D85A8EF8FCFD}" srcOrd="6" destOrd="0" presId="urn:microsoft.com/office/officeart/2008/layout/LinedList"/>
    <dgm:cxn modelId="{07636097-6C4D-4FAD-A3B9-FEFC9B968229}" type="presParOf" srcId="{D7B8DCCF-39E1-471E-9A56-C451DEFA95C3}" destId="{69364B3C-864E-4FF1-A140-83551671273D}" srcOrd="7" destOrd="0" presId="urn:microsoft.com/office/officeart/2008/layout/LinedList"/>
    <dgm:cxn modelId="{A751F0B9-FA09-4BCB-B5BD-42A5D948D357}" type="presParOf" srcId="{69364B3C-864E-4FF1-A140-83551671273D}" destId="{160E9361-CFD3-4D9E-9CBB-B74D3E4894E0}" srcOrd="0" destOrd="0" presId="urn:microsoft.com/office/officeart/2008/layout/LinedList"/>
    <dgm:cxn modelId="{C2FFFD13-EFF0-4155-8880-B76B54849D80}" type="presParOf" srcId="{69364B3C-864E-4FF1-A140-83551671273D}" destId="{B9FF45D0-59F2-43AA-AFA5-BE697019B1A2}" srcOrd="1" destOrd="0" presId="urn:microsoft.com/office/officeart/2008/layout/LinedList"/>
    <dgm:cxn modelId="{678A89D4-3C56-483B-8E1D-DF9182A0B5D4}" type="presParOf" srcId="{69364B3C-864E-4FF1-A140-83551671273D}" destId="{E3128088-2813-4462-B9AC-5BD6ACDC19AE}" srcOrd="2" destOrd="0" presId="urn:microsoft.com/office/officeart/2008/layout/LinedList"/>
    <dgm:cxn modelId="{36C21A15-497D-4790-9BE9-DB9C412DEB1F}" type="presParOf" srcId="{D7B8DCCF-39E1-471E-9A56-C451DEFA95C3}" destId="{FB0E3AFF-60C9-4377-A4B5-68D2C9FD898D}" srcOrd="8" destOrd="0" presId="urn:microsoft.com/office/officeart/2008/layout/LinedList"/>
    <dgm:cxn modelId="{EAAE4212-B98F-4D1E-86A4-D9155FD1635A}" type="presParOf" srcId="{D7B8DCCF-39E1-471E-9A56-C451DEFA95C3}" destId="{42588EAE-FED9-4A2C-8C95-D31B8568D64B}" srcOrd="9" destOrd="0" presId="urn:microsoft.com/office/officeart/2008/layout/LinedList"/>
    <dgm:cxn modelId="{538896AA-702F-4975-B677-C274E89C2527}" type="presParOf" srcId="{38AE0844-1207-4BE4-9B9A-4865023A9FC2}" destId="{E895F0D9-57A4-480D-ADC3-077C19B47C5A}" srcOrd="2" destOrd="0" presId="urn:microsoft.com/office/officeart/2008/layout/LinedList"/>
    <dgm:cxn modelId="{A5442283-8F05-4F32-9E26-1145BD7F98DB}" type="presParOf" srcId="{38AE0844-1207-4BE4-9B9A-4865023A9FC2}" destId="{7BD375E6-1E3B-4A02-8A57-1FD03F976646}" srcOrd="3" destOrd="0" presId="urn:microsoft.com/office/officeart/2008/layout/LinedList"/>
    <dgm:cxn modelId="{39CF4622-60B9-4813-A562-420A86DD8C2F}" type="presParOf" srcId="{7BD375E6-1E3B-4A02-8A57-1FD03F976646}" destId="{A21CD36F-CAF2-449D-B2EE-12C827D31EA4}" srcOrd="0" destOrd="0" presId="urn:microsoft.com/office/officeart/2008/layout/LinedList"/>
    <dgm:cxn modelId="{34853184-D3BD-47FE-82FA-71A28AB0FEC9}" type="presParOf" srcId="{7BD375E6-1E3B-4A02-8A57-1FD03F976646}" destId="{86956E16-5F86-4B76-B1CF-8DA7DB7668E1}" srcOrd="1" destOrd="0" presId="urn:microsoft.com/office/officeart/2008/layout/LinedList"/>
    <dgm:cxn modelId="{11100E88-CE1F-45CE-BD19-E78989D7EB11}" type="presParOf" srcId="{86956E16-5F86-4B76-B1CF-8DA7DB7668E1}" destId="{BFD19597-D3A6-495A-BDCC-C07208236C7B}" srcOrd="0" destOrd="0" presId="urn:microsoft.com/office/officeart/2008/layout/LinedList"/>
    <dgm:cxn modelId="{BBDAB4B2-DA06-41DC-A79C-A5206DFB79D3}" type="presParOf" srcId="{86956E16-5F86-4B76-B1CF-8DA7DB7668E1}" destId="{D46F2B2D-7898-4F49-B509-2BE9E3CA6E94}" srcOrd="1" destOrd="0" presId="urn:microsoft.com/office/officeart/2008/layout/LinedList"/>
    <dgm:cxn modelId="{5979335C-0C9C-496C-B28D-59ECC0012634}" type="presParOf" srcId="{D46F2B2D-7898-4F49-B509-2BE9E3CA6E94}" destId="{BED1BF6C-396C-494A-96B8-3B856096625D}" srcOrd="0" destOrd="0" presId="urn:microsoft.com/office/officeart/2008/layout/LinedList"/>
    <dgm:cxn modelId="{DE381D9C-FDA8-4195-9A2F-8E530C6A6228}" type="presParOf" srcId="{D46F2B2D-7898-4F49-B509-2BE9E3CA6E94}" destId="{58B5E5CC-C5C6-43DC-AF6A-7FCC67F27930}" srcOrd="1" destOrd="0" presId="urn:microsoft.com/office/officeart/2008/layout/LinedList"/>
    <dgm:cxn modelId="{CD840366-A0E0-49B9-9504-3DDF2C5298B1}" type="presParOf" srcId="{D46F2B2D-7898-4F49-B509-2BE9E3CA6E94}" destId="{57F86368-7ED8-49D1-8CE8-2B7EC548AE72}" srcOrd="2" destOrd="0" presId="urn:microsoft.com/office/officeart/2008/layout/LinedList"/>
    <dgm:cxn modelId="{874B3418-B79F-480E-B2AB-5442C87053BE}" type="presParOf" srcId="{86956E16-5F86-4B76-B1CF-8DA7DB7668E1}" destId="{906809A3-F168-4701-B65D-D6ADABB4E9DC}" srcOrd="2" destOrd="0" presId="urn:microsoft.com/office/officeart/2008/layout/LinedList"/>
    <dgm:cxn modelId="{606930CE-0654-4FBC-A6F9-947A95976C0C}" type="presParOf" srcId="{86956E16-5F86-4B76-B1CF-8DA7DB7668E1}" destId="{A1EDE3FE-7D63-43DC-9191-82203E58512D}" srcOrd="3" destOrd="0" presId="urn:microsoft.com/office/officeart/2008/layout/LinedList"/>
    <dgm:cxn modelId="{01369D36-8BD0-4A69-AADF-C71D73590450}" type="presParOf" srcId="{86956E16-5F86-4B76-B1CF-8DA7DB7668E1}" destId="{32EF0480-2399-4EB6-8855-9045800433EA}" srcOrd="4" destOrd="0" presId="urn:microsoft.com/office/officeart/2008/layout/LinedList"/>
    <dgm:cxn modelId="{F476F4A2-1716-47E1-8F0C-BAA3C60A4C83}" type="presParOf" srcId="{32EF0480-2399-4EB6-8855-9045800433EA}" destId="{6BE80D48-D63A-4082-AF5A-FC7937C9EBB1}" srcOrd="0" destOrd="0" presId="urn:microsoft.com/office/officeart/2008/layout/LinedList"/>
    <dgm:cxn modelId="{86957AC1-208E-4DA2-A226-5C94D3ACEA42}" type="presParOf" srcId="{32EF0480-2399-4EB6-8855-9045800433EA}" destId="{4016F18D-4B8F-46E1-8391-957B29549DA0}" srcOrd="1" destOrd="0" presId="urn:microsoft.com/office/officeart/2008/layout/LinedList"/>
    <dgm:cxn modelId="{E2F45873-0025-463A-9F15-A991FD892188}" type="presParOf" srcId="{32EF0480-2399-4EB6-8855-9045800433EA}" destId="{E13A12A0-4B01-4964-B526-0506818BE640}" srcOrd="2" destOrd="0" presId="urn:microsoft.com/office/officeart/2008/layout/LinedList"/>
    <dgm:cxn modelId="{989F4C1D-C599-431F-92A6-837BE212826A}" type="presParOf" srcId="{86956E16-5F86-4B76-B1CF-8DA7DB7668E1}" destId="{CE5B165B-852E-4DE8-A701-75ED928CC59F}" srcOrd="5" destOrd="0" presId="urn:microsoft.com/office/officeart/2008/layout/LinedList"/>
    <dgm:cxn modelId="{497A7CE6-7DD9-4DE1-ADE1-4B2E526DDA3F}" type="presParOf" srcId="{86956E16-5F86-4B76-B1CF-8DA7DB7668E1}" destId="{1994E5D3-5DD8-4C42-A406-AE907F9A7F48}" srcOrd="6" destOrd="0" presId="urn:microsoft.com/office/officeart/2008/layout/LinedList"/>
    <dgm:cxn modelId="{1DB6CBE6-2CF0-433B-A8BA-33F097CB143B}" type="presParOf" srcId="{86956E16-5F86-4B76-B1CF-8DA7DB7668E1}" destId="{11283AF5-4761-4E0B-9D8A-ACC5DAA9CE8C}" srcOrd="7" destOrd="0" presId="urn:microsoft.com/office/officeart/2008/layout/LinedList"/>
    <dgm:cxn modelId="{8CCC6E28-33D5-4CA2-9792-C74E2DAB1B8D}" type="presParOf" srcId="{11283AF5-4761-4E0B-9D8A-ACC5DAA9CE8C}" destId="{C6E5D449-249C-4CC8-BEE5-02E7917E6D06}" srcOrd="0" destOrd="0" presId="urn:microsoft.com/office/officeart/2008/layout/LinedList"/>
    <dgm:cxn modelId="{95B4BC91-8EB0-4D96-BC25-2C3AF397ABC8}" type="presParOf" srcId="{11283AF5-4761-4E0B-9D8A-ACC5DAA9CE8C}" destId="{A242A541-FCF3-4F12-8863-11B2F94D3894}" srcOrd="1" destOrd="0" presId="urn:microsoft.com/office/officeart/2008/layout/LinedList"/>
    <dgm:cxn modelId="{C5520294-1157-43EB-AEE4-7CABB84457A9}" type="presParOf" srcId="{11283AF5-4761-4E0B-9D8A-ACC5DAA9CE8C}" destId="{FC137D6F-A199-4453-940C-9CA3DCCE1B36}" srcOrd="2" destOrd="0" presId="urn:microsoft.com/office/officeart/2008/layout/LinedList"/>
    <dgm:cxn modelId="{2FAF2FF8-826F-4C1D-A3CB-DBECA15ACA82}" type="presParOf" srcId="{86956E16-5F86-4B76-B1CF-8DA7DB7668E1}" destId="{811FD35B-5623-4213-ADD3-390384D3192F}" srcOrd="8" destOrd="0" presId="urn:microsoft.com/office/officeart/2008/layout/LinedList"/>
    <dgm:cxn modelId="{88C737AC-21AF-4B23-9EAF-7A604EB92C9D}" type="presParOf" srcId="{86956E16-5F86-4B76-B1CF-8DA7DB7668E1}" destId="{411371C2-18CD-411B-BEDC-3F13FCB33628}" srcOrd="9" destOrd="0" presId="urn:microsoft.com/office/officeart/2008/layout/LinedList"/>
    <dgm:cxn modelId="{5D2AB741-EBD6-4AF5-B740-6AC04C8ADCC2}" type="presParOf" srcId="{38AE0844-1207-4BE4-9B9A-4865023A9FC2}" destId="{49955DD6-7AF4-4718-A29A-BD4A4D79BB16}" srcOrd="4" destOrd="0" presId="urn:microsoft.com/office/officeart/2008/layout/LinedList"/>
    <dgm:cxn modelId="{75937361-C57B-42D8-B03A-05DD2CD53749}" type="presParOf" srcId="{38AE0844-1207-4BE4-9B9A-4865023A9FC2}" destId="{2888D75B-0CC1-4C7B-8817-91A5741AD6BA}" srcOrd="5" destOrd="0" presId="urn:microsoft.com/office/officeart/2008/layout/LinedList"/>
    <dgm:cxn modelId="{C53514F3-2F15-4E04-88AE-DEC82ABC062F}" type="presParOf" srcId="{2888D75B-0CC1-4C7B-8817-91A5741AD6BA}" destId="{63605F95-29EB-468A-933D-BF235225576C}" srcOrd="0" destOrd="0" presId="urn:microsoft.com/office/officeart/2008/layout/LinedList"/>
    <dgm:cxn modelId="{0CB67131-2F53-482E-B3F6-35D7F5606669}" type="presParOf" srcId="{2888D75B-0CC1-4C7B-8817-91A5741AD6BA}" destId="{5E3FEBB1-2D26-4BC9-B831-1AB08445149B}" srcOrd="1" destOrd="0" presId="urn:microsoft.com/office/officeart/2008/layout/LinedList"/>
    <dgm:cxn modelId="{4A766712-BF2A-4CB5-B8AB-74F5EE735FD8}" type="presParOf" srcId="{5E3FEBB1-2D26-4BC9-B831-1AB08445149B}" destId="{4CF4F856-CA01-444C-B87E-D81BBADF9394}" srcOrd="0" destOrd="0" presId="urn:microsoft.com/office/officeart/2008/layout/LinedList"/>
    <dgm:cxn modelId="{BBBC9F5A-0458-46FF-8536-8706F942F283}" type="presParOf" srcId="{5E3FEBB1-2D26-4BC9-B831-1AB08445149B}" destId="{AC9579B9-E608-4EDC-8D1D-E6478086738C}" srcOrd="1" destOrd="0" presId="urn:microsoft.com/office/officeart/2008/layout/LinedList"/>
    <dgm:cxn modelId="{FC5DFBB9-5190-4714-BE32-EF006763F4C5}" type="presParOf" srcId="{AC9579B9-E608-4EDC-8D1D-E6478086738C}" destId="{212E6D1E-60FC-42B2-B008-5A2F84206B61}" srcOrd="0" destOrd="0" presId="urn:microsoft.com/office/officeart/2008/layout/LinedList"/>
    <dgm:cxn modelId="{961A7196-A0A5-4AE1-A3A9-24E9B1CA0806}" type="presParOf" srcId="{AC9579B9-E608-4EDC-8D1D-E6478086738C}" destId="{E7E0591D-8C06-4B0D-84E9-856D1B780E26}" srcOrd="1" destOrd="0" presId="urn:microsoft.com/office/officeart/2008/layout/LinedList"/>
    <dgm:cxn modelId="{36DDF3A4-2811-463F-8712-87AC459A72B1}" type="presParOf" srcId="{AC9579B9-E608-4EDC-8D1D-E6478086738C}" destId="{06CBA98E-6126-4954-95DB-52D66ED20236}" srcOrd="2" destOrd="0" presId="urn:microsoft.com/office/officeart/2008/layout/LinedList"/>
    <dgm:cxn modelId="{589C5E6C-0B0F-466A-B0AC-0034006B4C6C}" type="presParOf" srcId="{5E3FEBB1-2D26-4BC9-B831-1AB08445149B}" destId="{4E4088E9-639A-4063-94C8-329223B5794D}" srcOrd="2" destOrd="0" presId="urn:microsoft.com/office/officeart/2008/layout/LinedList"/>
    <dgm:cxn modelId="{4CA420E6-AB7E-4803-B607-18904C3645C8}" type="presParOf" srcId="{5E3FEBB1-2D26-4BC9-B831-1AB08445149B}" destId="{EC7DD28B-CC9B-4113-BDDA-BFBD2307B990}" srcOrd="3" destOrd="0" presId="urn:microsoft.com/office/officeart/2008/layout/LinedList"/>
    <dgm:cxn modelId="{D39D52C7-EF06-479C-AD36-C9310358ED7C}" type="presParOf" srcId="{5E3FEBB1-2D26-4BC9-B831-1AB08445149B}" destId="{324EBECF-9D47-46DE-9F17-349063F57026}" srcOrd="4" destOrd="0" presId="urn:microsoft.com/office/officeart/2008/layout/LinedList"/>
    <dgm:cxn modelId="{E201A8C5-3D33-4276-B6BF-163E89AFA447}" type="presParOf" srcId="{324EBECF-9D47-46DE-9F17-349063F57026}" destId="{47D594CB-EFD1-4CC2-90AD-FFDC9B7CC2BB}" srcOrd="0" destOrd="0" presId="urn:microsoft.com/office/officeart/2008/layout/LinedList"/>
    <dgm:cxn modelId="{525A4478-BD35-4D56-BEC3-7E7F98814524}" type="presParOf" srcId="{324EBECF-9D47-46DE-9F17-349063F57026}" destId="{775622FD-F6B3-4B28-A55C-CF071C6CCDF6}" srcOrd="1" destOrd="0" presId="urn:microsoft.com/office/officeart/2008/layout/LinedList"/>
    <dgm:cxn modelId="{3F6FFDE9-6765-470D-88E6-6C44F8C1D061}" type="presParOf" srcId="{324EBECF-9D47-46DE-9F17-349063F57026}" destId="{660FA01A-1B8D-4B5D-BEF8-D48B581D7203}" srcOrd="2" destOrd="0" presId="urn:microsoft.com/office/officeart/2008/layout/LinedList"/>
    <dgm:cxn modelId="{8FC4ECA8-1BC6-47EF-9E30-0CF469704315}" type="presParOf" srcId="{5E3FEBB1-2D26-4BC9-B831-1AB08445149B}" destId="{BDCF2F6B-F319-422F-97AE-115B71CF29F7}" srcOrd="5" destOrd="0" presId="urn:microsoft.com/office/officeart/2008/layout/LinedList"/>
    <dgm:cxn modelId="{5B9127B0-DFA7-4679-83CC-4B0D43079CBD}" type="presParOf" srcId="{5E3FEBB1-2D26-4BC9-B831-1AB08445149B}" destId="{E38F9763-0369-4F77-8561-412E9B9F3700}" srcOrd="6" destOrd="0" presId="urn:microsoft.com/office/officeart/2008/layout/LinedList"/>
    <dgm:cxn modelId="{3BC0CEBD-4619-4BCB-8042-34409540ABC7}" type="presParOf" srcId="{5E3FEBB1-2D26-4BC9-B831-1AB08445149B}" destId="{DE9D6646-C98A-43E2-9401-E13C04BADF2A}" srcOrd="7" destOrd="0" presId="urn:microsoft.com/office/officeart/2008/layout/LinedList"/>
    <dgm:cxn modelId="{A18B682F-A94F-4AD9-A56A-75DF14316DC6}" type="presParOf" srcId="{DE9D6646-C98A-43E2-9401-E13C04BADF2A}" destId="{64FD686E-B6BF-4BFB-844D-792A631B3D17}" srcOrd="0" destOrd="0" presId="urn:microsoft.com/office/officeart/2008/layout/LinedList"/>
    <dgm:cxn modelId="{31F90E9A-F863-43D0-9417-873A47E3480D}" type="presParOf" srcId="{DE9D6646-C98A-43E2-9401-E13C04BADF2A}" destId="{B1D704F5-3AF7-4619-B4C9-D2584550A1D0}" srcOrd="1" destOrd="0" presId="urn:microsoft.com/office/officeart/2008/layout/LinedList"/>
    <dgm:cxn modelId="{514BC1C2-53B4-4B6A-9CC1-D9E109CC42E4}" type="presParOf" srcId="{DE9D6646-C98A-43E2-9401-E13C04BADF2A}" destId="{656C3D47-91D5-4963-8CA5-FA923B3EFDF9}" srcOrd="2" destOrd="0" presId="urn:microsoft.com/office/officeart/2008/layout/LinedList"/>
    <dgm:cxn modelId="{DA843A90-C01B-4CA3-ABBF-A75F2405D526}" type="presParOf" srcId="{5E3FEBB1-2D26-4BC9-B831-1AB08445149B}" destId="{3C841C92-BD84-4570-B59C-EEAFBC3DF2C1}" srcOrd="8" destOrd="0" presId="urn:microsoft.com/office/officeart/2008/layout/LinedList"/>
    <dgm:cxn modelId="{006F0BB0-A689-4E83-945A-FA013ABBF9AE}" type="presParOf" srcId="{5E3FEBB1-2D26-4BC9-B831-1AB08445149B}" destId="{EFC49496-C2AD-45B6-A53E-D820EB6C0B63}"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FCD6BB-F4F3-4B92-BA58-AA338FB837A6}">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BE58617-76DB-4FF7-A327-087C70216EA8}">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1. Data Preparation</a:t>
          </a:r>
          <a:endParaRPr lang="en-US" sz="1300" kern="1200"/>
        </a:p>
      </dsp:txBody>
      <dsp:txXfrm>
        <a:off x="0" y="1593"/>
        <a:ext cx="1704120" cy="1087073"/>
      </dsp:txXfrm>
    </dsp:sp>
    <dsp:sp modelId="{0FF1B1A2-639D-4711-A8E7-86BE1D0FEC08}">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Loaded dataset with missing values (no imputation required)</a:t>
          </a:r>
          <a:endParaRPr lang="en-US" sz="1500" kern="1200"/>
        </a:p>
      </dsp:txBody>
      <dsp:txXfrm>
        <a:off x="1831929" y="18579"/>
        <a:ext cx="6688671" cy="339710"/>
      </dsp:txXfrm>
    </dsp:sp>
    <dsp:sp modelId="{36CB91F9-DBAA-4138-9DDC-52DDBA87FF3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1D0DBB-A542-4678-A09D-5F30682A2104}">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Removed rows with missing `SurvivalTime` values only</a:t>
          </a:r>
          <a:endParaRPr lang="en-US" sz="1500" kern="1200"/>
        </a:p>
      </dsp:txBody>
      <dsp:txXfrm>
        <a:off x="1831929" y="375275"/>
        <a:ext cx="6688671" cy="339710"/>
      </dsp:txXfrm>
    </dsp:sp>
    <dsp:sp modelId="{969DC354-D520-452C-931D-191D02EF6AB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4841BE0-E322-469E-9022-85CD48C8C2D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Defined feature matrix, target variable, and censoring indicator</a:t>
          </a:r>
          <a:endParaRPr lang="en-US" sz="1500" kern="1200"/>
        </a:p>
      </dsp:txBody>
      <dsp:txXfrm>
        <a:off x="1831929" y="731971"/>
        <a:ext cx="6688671" cy="339710"/>
      </dsp:txXfrm>
    </dsp:sp>
    <dsp:sp modelId="{3FBE0D09-C0AB-43A4-BA49-4E42F9DC0F5B}">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A5D90A-5EA0-45B1-836E-78174C679D79}">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E53BC91-6284-4CD5-A3D2-FDAC9D74BC86}">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2. Decision Tree Model</a:t>
          </a:r>
          <a:endParaRPr lang="en-US" sz="1300" kern="1200"/>
        </a:p>
      </dsp:txBody>
      <dsp:txXfrm>
        <a:off x="0" y="1088667"/>
        <a:ext cx="1704120" cy="1087073"/>
      </dsp:txXfrm>
    </dsp:sp>
    <dsp:sp modelId="{8E5834AB-316B-4EF3-867A-F4D77D9CD3F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Replaced</a:t>
          </a:r>
          <a:r>
            <a:rPr lang="pt-PT" sz="1500" kern="1200" dirty="0"/>
            <a:t> </a:t>
          </a:r>
          <a:r>
            <a:rPr lang="pt-PT" sz="1500" kern="1200" dirty="0" err="1"/>
            <a:t>missing</a:t>
          </a:r>
          <a:r>
            <a:rPr lang="pt-PT" sz="1500" kern="1200" dirty="0"/>
            <a:t> </a:t>
          </a:r>
          <a:r>
            <a:rPr lang="pt-PT" sz="1500" kern="1200" dirty="0" err="1"/>
            <a:t>values</a:t>
          </a:r>
          <a:r>
            <a:rPr lang="pt-PT" sz="1500" kern="1200" dirty="0"/>
            <a:t> </a:t>
          </a:r>
          <a:r>
            <a:rPr lang="pt-PT" sz="1500" kern="1200" dirty="0" err="1"/>
            <a:t>with</a:t>
          </a:r>
          <a:r>
            <a:rPr lang="pt-PT" sz="1500" kern="1200" dirty="0"/>
            <a:t> </a:t>
          </a:r>
          <a:r>
            <a:rPr lang="pt-PT" sz="1500" kern="1200" dirty="0" err="1"/>
            <a:t>placeholder</a:t>
          </a:r>
          <a:r>
            <a:rPr lang="pt-PT" sz="1500" kern="1200" dirty="0"/>
            <a:t> (-999) for </a:t>
          </a:r>
          <a:r>
            <a:rPr lang="pt-PT" sz="1500" kern="1200" dirty="0" err="1"/>
            <a:t>tree</a:t>
          </a:r>
          <a:r>
            <a:rPr lang="pt-PT" sz="1500" kern="1200" dirty="0"/>
            <a:t> </a:t>
          </a:r>
          <a:r>
            <a:rPr lang="pt-PT" sz="1500" kern="1200" dirty="0" err="1"/>
            <a:t>compatibility</a:t>
          </a:r>
          <a:endParaRPr lang="en-US" sz="1500" kern="1200" dirty="0"/>
        </a:p>
      </dsp:txBody>
      <dsp:txXfrm>
        <a:off x="1831929" y="1105652"/>
        <a:ext cx="6688671" cy="339710"/>
      </dsp:txXfrm>
    </dsp:sp>
    <dsp:sp modelId="{18525C7B-B043-4F51-822A-556DD5AD2042}">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2D8A29-9AFA-41C1-B370-9F9ECFC4C6D7}">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GridSearchCV with 5-fold cross-validation on hyperparameters</a:t>
          </a:r>
          <a:endParaRPr lang="en-US" sz="1500" kern="1200"/>
        </a:p>
      </dsp:txBody>
      <dsp:txXfrm>
        <a:off x="1831929" y="1462348"/>
        <a:ext cx="6688671" cy="339710"/>
      </dsp:txXfrm>
    </dsp:sp>
    <dsp:sp modelId="{82EE436A-08B1-4511-90B7-60B2D3F9E5C1}">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BEAF50-AAF6-4C11-B814-21AF7FF90B6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Visualized predictions, residuals, and feature importance</a:t>
          </a:r>
          <a:endParaRPr lang="en-US" sz="1500" kern="1200"/>
        </a:p>
      </dsp:txBody>
      <dsp:txXfrm>
        <a:off x="1831929" y="1819044"/>
        <a:ext cx="6688671" cy="339710"/>
      </dsp:txXfrm>
    </dsp:sp>
    <dsp:sp modelId="{481B6FFB-0075-48EE-8EDF-408A7FA983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D0AE056-0022-4723-8DAC-7AD099954DCA}">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4FF647B-CAC0-4CF9-A1EE-B44A3234D99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9530" tIns="49530" rIns="49530" bIns="49530" numCol="1" spcCol="1270" anchor="t" anchorCtr="0">
          <a:noAutofit/>
        </a:bodyPr>
        <a:lstStyle/>
        <a:p>
          <a:pPr marL="0" lvl="0" indent="0" algn="l" defTabSz="577850">
            <a:lnSpc>
              <a:spcPct val="90000"/>
            </a:lnSpc>
            <a:spcBef>
              <a:spcPct val="0"/>
            </a:spcBef>
            <a:spcAft>
              <a:spcPct val="35000"/>
            </a:spcAft>
            <a:buNone/>
          </a:pPr>
          <a:r>
            <a:rPr lang="pt-PT" sz="1300" kern="1200"/>
            <a:t>3. HistGradientBoosting Model</a:t>
          </a:r>
          <a:endParaRPr lang="en-US" sz="1300" kern="1200"/>
        </a:p>
      </dsp:txBody>
      <dsp:txXfrm>
        <a:off x="0" y="2175740"/>
        <a:ext cx="1704120" cy="1087073"/>
      </dsp:txXfrm>
    </dsp:sp>
    <dsp:sp modelId="{1640453F-C1C7-488D-8240-7AC1D409ABE0}">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Utilized native missing value support (no imputation needed)</a:t>
          </a:r>
          <a:endParaRPr lang="en-US" sz="1500" kern="1200"/>
        </a:p>
      </dsp:txBody>
      <dsp:txXfrm>
        <a:off x="1831929" y="2192726"/>
        <a:ext cx="6688671" cy="339710"/>
      </dsp:txXfrm>
    </dsp:sp>
    <dsp:sp modelId="{A5206167-8A71-4E84-B690-E3FBA9BF7144}">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080DE9-C3A9-4B65-B5BA-19BE799146D6}">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GridSearchCV with 5-fold cross-validation</a:t>
          </a:r>
          <a:endParaRPr lang="en-US" sz="1500" kern="1200"/>
        </a:p>
      </dsp:txBody>
      <dsp:txXfrm>
        <a:off x="1831929" y="2549422"/>
        <a:ext cx="6688671" cy="339710"/>
      </dsp:txXfrm>
    </dsp:sp>
    <dsp:sp modelId="{5CA7D8B5-6D20-4AB0-9632-905535E4BB5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5990BB-80DC-4E7A-ACF0-BD76AC709CE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training and CV predictions with performance visualizations</a:t>
          </a:r>
          <a:endParaRPr lang="en-US" sz="1500" kern="1200"/>
        </a:p>
      </dsp:txBody>
      <dsp:txXfrm>
        <a:off x="1831929" y="2906118"/>
        <a:ext cx="6688671" cy="339710"/>
      </dsp:txXfrm>
    </dsp:sp>
    <dsp:sp modelId="{E7B0B8EF-AD11-42E5-8D9E-555055A1964D}">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DD539DC-0054-433C-BFF6-906ECD40E93B}">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078136CB-E713-4A43-BEE0-F1329075E10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4. CatBoost Standard Regression</a:t>
          </a:r>
          <a:endParaRPr lang="en-US" sz="2300" kern="1200"/>
        </a:p>
      </dsp:txBody>
      <dsp:txXfrm>
        <a:off x="0" y="0"/>
        <a:ext cx="1704120" cy="1632203"/>
      </dsp:txXfrm>
    </dsp:sp>
    <dsp:sp modelId="{029FFF75-6E38-48BD-9216-FEB0BBA6055C}">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Leveraged CatBoost's native missing value handling</a:t>
          </a:r>
          <a:endParaRPr lang="en-US" sz="1500" kern="1200"/>
        </a:p>
      </dsp:txBody>
      <dsp:txXfrm>
        <a:off x="1831929" y="25503"/>
        <a:ext cx="6688671" cy="510063"/>
      </dsp:txXfrm>
    </dsp:sp>
    <dsp:sp modelId="{B02B9570-D33E-41FD-BAAC-190DCE22EF65}">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F081F4-007F-40A1-8AE9-7C9CB483B0F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Performed</a:t>
          </a:r>
          <a:r>
            <a:rPr lang="pt-PT" sz="1500" kern="1200" dirty="0"/>
            <a:t> </a:t>
          </a:r>
          <a:r>
            <a:rPr lang="pt-PT" sz="1500" kern="1200" dirty="0" err="1"/>
            <a:t>GridSearchCV</a:t>
          </a:r>
          <a:r>
            <a:rPr lang="pt-PT" sz="1500" kern="1200" dirty="0"/>
            <a:t> </a:t>
          </a:r>
          <a:r>
            <a:rPr lang="pt-PT" sz="1500" kern="1200" dirty="0" err="1"/>
            <a:t>with</a:t>
          </a:r>
          <a:r>
            <a:rPr lang="pt-PT" sz="1500" kern="1200" dirty="0"/>
            <a:t> 5-fold cross-</a:t>
          </a:r>
          <a:r>
            <a:rPr lang="pt-PT" sz="1500" kern="1200" dirty="0" err="1"/>
            <a:t>validation</a:t>
          </a:r>
          <a:endParaRPr lang="en-US" sz="1500" kern="1200" dirty="0"/>
        </a:p>
      </dsp:txBody>
      <dsp:txXfrm>
        <a:off x="1831929" y="561070"/>
        <a:ext cx="6688671" cy="510063"/>
      </dsp:txXfrm>
    </dsp:sp>
    <dsp:sp modelId="{C83D911C-1F65-477D-A669-7A7A27EB6BA3}">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3AAEA86-1161-43AC-BD2A-5646A27ED40F}">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Evaluated performance with scatter plots, residuals, and feature importance</a:t>
          </a:r>
          <a:endParaRPr lang="en-US" sz="1500" kern="1200"/>
        </a:p>
      </dsp:txBody>
      <dsp:txXfrm>
        <a:off x="1831929" y="1096637"/>
        <a:ext cx="6688671" cy="510063"/>
      </dsp:txXfrm>
    </dsp:sp>
    <dsp:sp modelId="{40E00083-F488-4F99-AE3D-305B0BC9432A}">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5CE7CB5-CC27-4253-A55C-C38D5955AB33}">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971E9F3-E05C-421A-B44A-AD3CFC100AF6}">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5. CatBoost AFT (Survival Analysis)</a:t>
          </a:r>
          <a:endParaRPr lang="en-US" sz="2300" kern="1200"/>
        </a:p>
      </dsp:txBody>
      <dsp:txXfrm>
        <a:off x="0" y="1632203"/>
        <a:ext cx="1704120" cy="1632203"/>
      </dsp:txXfrm>
    </dsp:sp>
    <dsp:sp modelId="{4C12E240-BA0B-4A63-95E8-171BA5311534}">
      <dsp:nvSpPr>
        <dsp:cNvPr id="0" name=""/>
        <dsp:cNvSpPr/>
      </dsp:nvSpPr>
      <dsp:spPr>
        <a:xfrm>
          <a:off x="1831929" y="165770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Implemented Accelerated Failure Time model for censored data handling</a:t>
          </a:r>
          <a:endParaRPr lang="en-US" sz="1500" kern="1200"/>
        </a:p>
      </dsp:txBody>
      <dsp:txXfrm>
        <a:off x="1831929" y="1657707"/>
        <a:ext cx="6688671" cy="510063"/>
      </dsp:txXfrm>
    </dsp:sp>
    <dsp:sp modelId="{19D18F56-F26F-4FA4-B50B-51DBE76629AC}">
      <dsp:nvSpPr>
        <dsp:cNvPr id="0" name=""/>
        <dsp:cNvSpPr/>
      </dsp:nvSpPr>
      <dsp:spPr>
        <a:xfrm>
          <a:off x="1704120" y="216777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F332C1-F8E5-4625-94CE-3F75F2B15BB8}">
      <dsp:nvSpPr>
        <dsp:cNvPr id="0" name=""/>
        <dsp:cNvSpPr/>
      </dsp:nvSpPr>
      <dsp:spPr>
        <a:xfrm>
          <a:off x="1831929" y="2193274"/>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Created interval targets (y_lower, y_upper) and trained with SurvivalAft loss</a:t>
          </a:r>
          <a:endParaRPr lang="en-US" sz="1500" kern="1200"/>
        </a:p>
      </dsp:txBody>
      <dsp:txXfrm>
        <a:off x="1831929" y="2193274"/>
        <a:ext cx="6688671" cy="510063"/>
      </dsp:txXfrm>
    </dsp:sp>
    <dsp:sp modelId="{68D99E98-09AC-465E-9B26-6090E48A830F}">
      <dsp:nvSpPr>
        <dsp:cNvPr id="0" name=""/>
        <dsp:cNvSpPr/>
      </dsp:nvSpPr>
      <dsp:spPr>
        <a:xfrm>
          <a:off x="1704120" y="270333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14498D9-1B1B-488D-8943-2C74D41A713C}">
      <dsp:nvSpPr>
        <dsp:cNvPr id="0" name=""/>
        <dsp:cNvSpPr/>
      </dsp:nvSpPr>
      <dsp:spPr>
        <a:xfrm>
          <a:off x="1831929" y="2728841"/>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and aligned with Task 3.2 dataset for comparison</a:t>
          </a:r>
          <a:endParaRPr lang="en-US" sz="1500" kern="1200"/>
        </a:p>
      </dsp:txBody>
      <dsp:txXfrm>
        <a:off x="1831929" y="2728841"/>
        <a:ext cx="6688671" cy="510063"/>
      </dsp:txXfrm>
    </dsp:sp>
    <dsp:sp modelId="{A6DBBB32-F956-40FB-A956-A288B9293FA2}">
      <dsp:nvSpPr>
        <dsp:cNvPr id="0" name=""/>
        <dsp:cNvSpPr/>
      </dsp:nvSpPr>
      <dsp:spPr>
        <a:xfrm>
          <a:off x="1704120" y="323890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5C3231-4479-4137-A461-38CDC49D4D2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526CB42-9130-4D31-9D6D-D3A57FE56DF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1. Data Preparation and Split</a:t>
          </a:r>
        </a:p>
      </dsp:txBody>
      <dsp:txXfrm>
        <a:off x="0" y="1593"/>
        <a:ext cx="1704120" cy="1087073"/>
      </dsp:txXfrm>
    </dsp:sp>
    <dsp:sp modelId="{22081B23-62AC-4995-8E7E-B25BB9E5EFA6}">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Loaded full dataset and separated labeled (with SurvivalTime) and unlabeled (missing SurvivalTime) samples</a:t>
          </a:r>
        </a:p>
      </dsp:txBody>
      <dsp:txXfrm>
        <a:off x="1831929" y="18579"/>
        <a:ext cx="6688671" cy="339710"/>
      </dsp:txXfrm>
    </dsp:sp>
    <dsp:sp modelId="{A67BC73B-E9A7-4842-81FC-9B502C0FCE45}">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7E9AF9E-66E9-4323-A03A-F58E153412A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Combined labeled and unlabeled feature matrices for semi-supervised learning</a:t>
          </a:r>
        </a:p>
      </dsp:txBody>
      <dsp:txXfrm>
        <a:off x="1831929" y="375275"/>
        <a:ext cx="6688671" cy="339710"/>
      </dsp:txXfrm>
    </dsp:sp>
    <dsp:sp modelId="{F9791E13-AA5E-4B87-901E-C90F581EB70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87DDCF7-CFA9-4719-9D69-D03BA1A33B7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Preserved censoring indicators and target values for labeled data only</a:t>
          </a:r>
        </a:p>
      </dsp:txBody>
      <dsp:txXfrm>
        <a:off x="1831929" y="731971"/>
        <a:ext cx="6688671" cy="339710"/>
      </dsp:txXfrm>
    </dsp:sp>
    <dsp:sp modelId="{5F0B9725-D2E3-4E3B-ADCD-9F9FEDCFB413}">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EB1881C-4293-41D8-92FF-55501F840FBE}">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B116550-D263-4C2E-8254-D2DFA71F01A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2. Semi-Supervised Imputation Testing</a:t>
          </a:r>
        </a:p>
      </dsp:txBody>
      <dsp:txXfrm>
        <a:off x="0" y="1088667"/>
        <a:ext cx="1704120" cy="1087073"/>
      </dsp:txXfrm>
    </dsp:sp>
    <dsp:sp modelId="{9A97D316-002B-4E7D-9855-80943576E121}">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Fitted imputers (Mean, KNN, Iterative) on combined labeled+unlabeled data</a:t>
          </a:r>
        </a:p>
      </dsp:txBody>
      <dsp:txXfrm>
        <a:off x="1831929" y="1105652"/>
        <a:ext cx="6688671" cy="339710"/>
      </dsp:txXfrm>
    </dsp:sp>
    <dsp:sp modelId="{A45B2A90-6E97-4213-AE8F-74461BCF9CF9}">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C412468-3AFD-4082-9C46-82ACAED3B0EE}">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Extracted imputed labeled features for model training and evaluation</a:t>
          </a:r>
        </a:p>
      </dsp:txBody>
      <dsp:txXfrm>
        <a:off x="1831929" y="1462348"/>
        <a:ext cx="6688671" cy="339710"/>
      </dsp:txXfrm>
    </dsp:sp>
    <dsp:sp modelId="{92788DFF-F344-419D-A373-159F1CCCFD7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D067DF8-14A7-44B7-A075-B61295250772}">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Compared imputation strategies using 5-fold cross-validation with Linear Regression</a:t>
          </a:r>
        </a:p>
      </dsp:txBody>
      <dsp:txXfrm>
        <a:off x="1831929" y="1819044"/>
        <a:ext cx="6688671" cy="339710"/>
      </dsp:txXfrm>
    </dsp:sp>
    <dsp:sp modelId="{C0A905A0-714F-4CAF-B491-950D3F632FA9}">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4A4D764-93D2-4507-9336-BF5F61DC48C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4DB2CA5-73CF-437D-9E3A-49883AD55B2A}">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en-US" sz="1800" kern="1200"/>
            <a:t>3. Isomap with Semi-Supervised Learning</a:t>
          </a:r>
        </a:p>
      </dsp:txBody>
      <dsp:txXfrm>
        <a:off x="0" y="2175740"/>
        <a:ext cx="1704120" cy="1087073"/>
      </dsp:txXfrm>
    </dsp:sp>
    <dsp:sp modelId="{6E6232F2-3FB1-4A5C-BBC5-24A60FC0BD67}">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Selected best imputation method from comparison results</a:t>
          </a:r>
        </a:p>
      </dsp:txBody>
      <dsp:txXfrm>
        <a:off x="1831929" y="2192726"/>
        <a:ext cx="6688671" cy="339710"/>
      </dsp:txXfrm>
    </dsp:sp>
    <dsp:sp modelId="{918E2A9E-BCA8-4D4D-8FAD-884E682C360F}">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7105CA9-06F5-4F10-9843-55EDDAA3818A}">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Fitted Isomap on combined scaled data (labeled + unlabeled) for dimensionality reduction</a:t>
          </a:r>
        </a:p>
      </dsp:txBody>
      <dsp:txXfrm>
        <a:off x="1831929" y="2549422"/>
        <a:ext cx="6688671" cy="339710"/>
      </dsp:txXfrm>
    </dsp:sp>
    <dsp:sp modelId="{2C93983E-A582-4209-B641-F2A4B16E06ED}">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EB835A6-C4C0-4E33-9818-24799990F21B}">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8100" tIns="38100" rIns="38100" bIns="38100" numCol="1" spcCol="1270" anchor="t" anchorCtr="0">
          <a:noAutofit/>
        </a:bodyPr>
        <a:lstStyle/>
        <a:p>
          <a:pPr marL="0" lvl="0" indent="0" algn="l" defTabSz="444500">
            <a:lnSpc>
              <a:spcPct val="90000"/>
            </a:lnSpc>
            <a:spcBef>
              <a:spcPct val="0"/>
            </a:spcBef>
            <a:spcAft>
              <a:spcPct val="35000"/>
            </a:spcAft>
            <a:buNone/>
          </a:pPr>
          <a:r>
            <a:rPr lang="en-US" sz="1000" kern="1200"/>
            <a:t>- Tested multiple n_components values (2-8) using cross-validation to find optimal dimensionality</a:t>
          </a:r>
        </a:p>
      </dsp:txBody>
      <dsp:txXfrm>
        <a:off x="1831929" y="2906118"/>
        <a:ext cx="6688671" cy="339710"/>
      </dsp:txXfrm>
    </dsp:sp>
    <dsp:sp modelId="{39E35D4A-0A2C-4B88-B56A-E10CE6F3945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F69661-179A-46CF-8E89-50B72998D101}">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4EA6F71-B48A-4ED2-8137-EBA276FF3ADD}">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1. Isomap Performance Visualization</a:t>
          </a:r>
          <a:endParaRPr lang="en-US" sz="1900" kern="1200"/>
        </a:p>
      </dsp:txBody>
      <dsp:txXfrm>
        <a:off x="0" y="1593"/>
        <a:ext cx="1704120" cy="1087073"/>
      </dsp:txXfrm>
    </dsp:sp>
    <dsp:sp modelId="{DDAD7E27-D50F-47C0-AF6A-4773423ABAAC}">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Ploted</a:t>
          </a:r>
          <a:r>
            <a:rPr lang="pt-PT" sz="1200" kern="1200" dirty="0"/>
            <a:t> </a:t>
          </a:r>
          <a:r>
            <a:rPr lang="pt-PT" sz="1200" kern="1200" dirty="0" err="1"/>
            <a:t>n_components</a:t>
          </a:r>
          <a:r>
            <a:rPr lang="pt-PT" sz="1200" kern="1200" dirty="0"/>
            <a:t> </a:t>
          </a:r>
          <a:r>
            <a:rPr lang="pt-PT" sz="1200" kern="1200" dirty="0" err="1"/>
            <a:t>vs</a:t>
          </a:r>
          <a:r>
            <a:rPr lang="pt-PT" sz="1200" kern="1200" dirty="0"/>
            <a:t> CV MSE </a:t>
          </a:r>
          <a:r>
            <a:rPr lang="pt-PT" sz="1200" kern="1200" dirty="0" err="1"/>
            <a:t>with</a:t>
          </a:r>
          <a:r>
            <a:rPr lang="pt-PT" sz="1200" kern="1200" dirty="0"/>
            <a:t> </a:t>
          </a:r>
          <a:r>
            <a:rPr lang="pt-PT" sz="1200" kern="1200" dirty="0" err="1"/>
            <a:t>confidence</a:t>
          </a:r>
          <a:r>
            <a:rPr lang="pt-PT" sz="1200" kern="1200" dirty="0"/>
            <a:t> </a:t>
          </a:r>
          <a:r>
            <a:rPr lang="pt-PT" sz="1200" kern="1200" dirty="0" err="1"/>
            <a:t>intervals</a:t>
          </a:r>
          <a:r>
            <a:rPr lang="pt-PT" sz="1200" kern="1200" dirty="0"/>
            <a:t> to </a:t>
          </a:r>
          <a:r>
            <a:rPr lang="pt-PT" sz="1200" kern="1200" dirty="0" err="1"/>
            <a:t>identify</a:t>
          </a:r>
          <a:r>
            <a:rPr lang="pt-PT" sz="1200" kern="1200" dirty="0"/>
            <a:t> </a:t>
          </a:r>
          <a:r>
            <a:rPr lang="pt-PT" sz="1200" kern="1200" dirty="0" err="1"/>
            <a:t>optimal</a:t>
          </a:r>
          <a:r>
            <a:rPr lang="pt-PT" sz="1200" kern="1200" dirty="0"/>
            <a:t> </a:t>
          </a:r>
          <a:r>
            <a:rPr lang="pt-PT" sz="1200" kern="1200" dirty="0" err="1"/>
            <a:t>dimensionality</a:t>
          </a:r>
          <a:endParaRPr lang="en-US" sz="1200" kern="1200" dirty="0"/>
        </a:p>
      </dsp:txBody>
      <dsp:txXfrm>
        <a:off x="1831929" y="18579"/>
        <a:ext cx="6688671" cy="339710"/>
      </dsp:txXfrm>
    </dsp:sp>
    <dsp:sp modelId="{B0CC17C1-5ED5-4C22-8B8B-1EF9A8B42289}">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18BFBC-E752-4255-AECC-00A5195FF15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best n_components with vertical line on the plot</a:t>
          </a:r>
          <a:endParaRPr lang="en-US" sz="1200" kern="1200"/>
        </a:p>
      </dsp:txBody>
      <dsp:txXfrm>
        <a:off x="1831929" y="375275"/>
        <a:ext cx="6688671" cy="339710"/>
      </dsp:txXfrm>
    </dsp:sp>
    <dsp:sp modelId="{3E9CFAAA-10B7-4472-8600-4652AD77DF83}">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9FF45D0-59F2-43AA-AFA5-BE697019B1A2}">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visualization showing performance trends across different component values</a:t>
          </a:r>
          <a:endParaRPr lang="en-US" sz="1200" kern="1200"/>
        </a:p>
      </dsp:txBody>
      <dsp:txXfrm>
        <a:off x="1831929" y="731971"/>
        <a:ext cx="6688671" cy="339710"/>
      </dsp:txXfrm>
    </dsp:sp>
    <dsp:sp modelId="{FB0E3AFF-60C9-4377-A4B5-68D2C9FD898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95F0D9-57A4-480D-ADC3-077C19B47C5A}">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21CD36F-CAF2-449D-B2EE-12C827D31EA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2. Model Comparison Plots</a:t>
          </a:r>
          <a:endParaRPr lang="en-US" sz="1900" kern="1200"/>
        </a:p>
      </dsp:txBody>
      <dsp:txXfrm>
        <a:off x="0" y="1088667"/>
        <a:ext cx="1704120" cy="1087073"/>
      </dsp:txXfrm>
    </dsp:sp>
    <dsp:sp modelId="{58B5E5CC-C5C6-43DC-AF6A-7FCC67F27930}">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side-by-side scatter plots comparing true vs predicted values</a:t>
          </a:r>
          <a:endParaRPr lang="en-US" sz="1200" kern="1200"/>
        </a:p>
      </dsp:txBody>
      <dsp:txXfrm>
        <a:off x="1831929" y="1105652"/>
        <a:ext cx="6688671" cy="339710"/>
      </dsp:txXfrm>
    </dsp:sp>
    <dsp:sp modelId="{906809A3-F168-4701-B65D-D6ADABB4E9DC}">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016F18D-4B8F-46E1-8391-957B29549DA0}">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Visualized best imputation method (semi-supervised) vs best Isomap model</a:t>
          </a:r>
          <a:endParaRPr lang="en-US" sz="1200" kern="1200"/>
        </a:p>
      </dsp:txBody>
      <dsp:txXfrm>
        <a:off x="1831929" y="1462348"/>
        <a:ext cx="6688671" cy="339710"/>
      </dsp:txXfrm>
    </dsp:sp>
    <dsp:sp modelId="{CE5B165B-852E-4DE8-A701-75ED928CC59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42A541-FCF3-4F12-8863-11B2F94D3894}">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MSE metrics on each plot for direct performance comparison</a:t>
          </a:r>
          <a:endParaRPr lang="en-US" sz="1200" kern="1200"/>
        </a:p>
      </dsp:txBody>
      <dsp:txXfrm>
        <a:off x="1831929" y="1819044"/>
        <a:ext cx="6688671" cy="339710"/>
      </dsp:txXfrm>
    </dsp:sp>
    <dsp:sp modelId="{811FD35B-5623-4213-ADD3-390384D3192F}">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955DD6-7AF4-4718-A29A-BD4A4D79BB1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05F95-29EB-468A-933D-BF235225576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pt-PT" sz="1900" kern="1200"/>
            <a:t>3. Best Model Selection and Submission</a:t>
          </a:r>
          <a:endParaRPr lang="en-US" sz="1900" kern="1200"/>
        </a:p>
      </dsp:txBody>
      <dsp:txXfrm>
        <a:off x="0" y="2175740"/>
        <a:ext cx="1704120" cy="1087073"/>
      </dsp:txXfrm>
    </dsp:sp>
    <dsp:sp modelId="{E7E0591D-8C06-4B0D-84E9-856D1B780E2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cMSE between best imputation and Isomap models</a:t>
          </a:r>
          <a:endParaRPr lang="en-US" sz="1200" kern="1200"/>
        </a:p>
      </dsp:txBody>
      <dsp:txXfrm>
        <a:off x="1831929" y="2192726"/>
        <a:ext cx="6688671" cy="339710"/>
      </dsp:txXfrm>
    </dsp:sp>
    <dsp:sp modelId="{4E4088E9-639A-4063-94C8-329223B5794D}">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75622FD-F6B3-4B28-A55C-CF071C6CCDF6}">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model with lowest cMSE for test predictions</a:t>
          </a:r>
          <a:endParaRPr lang="en-US" sz="1200" kern="1200"/>
        </a:p>
      </dsp:txBody>
      <dsp:txXfrm>
        <a:off x="1831929" y="2549422"/>
        <a:ext cx="6688671" cy="339710"/>
      </dsp:txXfrm>
    </dsp:sp>
    <dsp:sp modelId="{BDCF2F6B-F319-422F-97AE-115B71CF29F7}">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1D704F5-3AF7-4619-B4C9-D2584550A1D0}">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and saved Kaggle submission file with best model predictions</a:t>
          </a:r>
          <a:endParaRPr lang="en-US" sz="1200" kern="1200"/>
        </a:p>
      </dsp:txBody>
      <dsp:txXfrm>
        <a:off x="1831929" y="2906118"/>
        <a:ext cx="6688671" cy="339710"/>
      </dsp:txXfrm>
    </dsp:sp>
    <dsp:sp modelId="{3C841C92-BD84-4570-B59C-EEAFBC3DF2C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ção da Imagem do Diapositivo 1"/>
          <p:cNvSpPr>
            <a:spLocks noGrp="1" noRot="1" noChangeAspect="1"/>
          </p:cNvSpPr>
          <p:nvPr>
            <p:ph type="sldImg"/>
          </p:nvPr>
        </p:nvSpPr>
        <p:spPr/>
      </p:sp>
      <p:sp>
        <p:nvSpPr>
          <p:cNvPr id="3" name="Marcador de Posição de Notas 2"/>
          <p:cNvSpPr>
            <a:spLocks noGrp="1"/>
          </p:cNvSpPr>
          <p:nvPr>
            <p:ph type="body" idx="1"/>
          </p:nvPr>
        </p:nvSpPr>
        <p:spPr/>
        <p:txBody>
          <a:bodyPr/>
          <a:lstStyle/>
          <a:p>
            <a:endParaRPr lang="pt-PT" dirty="0"/>
          </a:p>
        </p:txBody>
      </p:sp>
    </p:spTree>
    <p:extLst>
      <p:ext uri="{BB962C8B-B14F-4D97-AF65-F5344CB8AC3E}">
        <p14:creationId xmlns:p14="http://schemas.microsoft.com/office/powerpoint/2010/main" val="36003417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0D92006A-4457-75B3-D7FF-1E58A424F013}"/>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73A4B519-F50B-6E0B-56B0-998ADEE57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68A56088-0307-655F-A04A-A4099FEB3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984054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CAF85337-9701-2CED-ADFB-25A354B2C25B}"/>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3DA73F0-CCAC-06C6-729E-684396A78E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E9835F35-7D01-3C2F-12CD-6A9214CCB1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0657655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ção da Imagem do Diapositivo 1"/>
          <p:cNvSpPr>
            <a:spLocks noGrp="1" noRot="1" noChangeAspect="1"/>
          </p:cNvSpPr>
          <p:nvPr>
            <p:ph type="sldImg"/>
          </p:nvPr>
        </p:nvSpPr>
        <p:spPr>
          <a:xfrm>
            <a:off x="381000" y="685800"/>
            <a:ext cx="6096000" cy="3429000"/>
          </a:xfrm>
        </p:spPr>
      </p:sp>
      <p:sp>
        <p:nvSpPr>
          <p:cNvPr id="3" name="Marcador de Posição de Notas 2"/>
          <p:cNvSpPr>
            <a:spLocks noGrp="1"/>
          </p:cNvSpPr>
          <p:nvPr>
            <p:ph type="body" idx="1"/>
          </p:nvPr>
        </p:nvSpPr>
        <p:spPr/>
        <p:txBody>
          <a:bodyPr/>
          <a:lstStyle/>
          <a:p>
            <a:endParaRPr lang="pt-PT" dirty="0"/>
          </a:p>
        </p:txBody>
      </p:sp>
    </p:spTree>
    <p:extLst>
      <p:ext uri="{BB962C8B-B14F-4D97-AF65-F5344CB8AC3E}">
        <p14:creationId xmlns:p14="http://schemas.microsoft.com/office/powerpoint/2010/main" val="20420191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6E8FB-FD78-05F7-0625-78537D0BFF80}"/>
            </a:ext>
          </a:extLst>
        </p:cNvPr>
        <p:cNvGrpSpPr/>
        <p:nvPr/>
      </p:nvGrpSpPr>
      <p:grpSpPr>
        <a:xfrm>
          <a:off x="0" y="0"/>
          <a:ext cx="0" cy="0"/>
          <a:chOff x="0" y="0"/>
          <a:chExt cx="0" cy="0"/>
        </a:xfrm>
      </p:grpSpPr>
      <p:sp>
        <p:nvSpPr>
          <p:cNvPr id="2" name="Marcador de Posição da Imagem do Diapositivo 1">
            <a:extLst>
              <a:ext uri="{FF2B5EF4-FFF2-40B4-BE49-F238E27FC236}">
                <a16:creationId xmlns:a16="http://schemas.microsoft.com/office/drawing/2014/main" id="{6B2574D5-F945-1EAC-6EB9-A9C1E403E26B}"/>
              </a:ext>
            </a:extLst>
          </p:cNvPr>
          <p:cNvSpPr>
            <a:spLocks noGrp="1" noRot="1" noChangeAspect="1"/>
          </p:cNvSpPr>
          <p:nvPr>
            <p:ph type="sldImg"/>
          </p:nvPr>
        </p:nvSpPr>
        <p:spPr>
          <a:xfrm>
            <a:off x="381000" y="685800"/>
            <a:ext cx="6096000" cy="3429000"/>
          </a:xfrm>
        </p:spPr>
      </p:sp>
      <p:sp>
        <p:nvSpPr>
          <p:cNvPr id="3" name="Marcador de Posição de Notas 2">
            <a:extLst>
              <a:ext uri="{FF2B5EF4-FFF2-40B4-BE49-F238E27FC236}">
                <a16:creationId xmlns:a16="http://schemas.microsoft.com/office/drawing/2014/main" id="{C6D6C0F5-97C3-E881-43D9-6FF7C8CE5886}"/>
              </a:ext>
            </a:extLst>
          </p:cNvPr>
          <p:cNvSpPr>
            <a:spLocks noGrp="1"/>
          </p:cNvSpPr>
          <p:nvPr>
            <p:ph type="body" idx="1"/>
          </p:nvPr>
        </p:nvSpPr>
        <p:spPr/>
        <p:txBody>
          <a:bodyPr/>
          <a:lstStyle/>
          <a:p>
            <a:endParaRPr lang="pt-PT" dirty="0"/>
          </a:p>
        </p:txBody>
      </p:sp>
    </p:spTree>
    <p:extLst>
      <p:ext uri="{BB962C8B-B14F-4D97-AF65-F5344CB8AC3E}">
        <p14:creationId xmlns:p14="http://schemas.microsoft.com/office/powerpoint/2010/main" val="36930846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ítulo e Objet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00CB2DE-08B3-CE87-6C17-A193D7156B0C}"/>
              </a:ext>
            </a:extLst>
          </p:cNvPr>
          <p:cNvSpPr>
            <a:spLocks noGrp="1"/>
          </p:cNvSpPr>
          <p:nvPr>
            <p:ph type="title"/>
          </p:nvPr>
        </p:nvSpPr>
        <p:spPr/>
        <p:txBody>
          <a:bodyPr/>
          <a:lstStyle/>
          <a:p>
            <a:r>
              <a:rPr lang="pt-PT"/>
              <a:t>Clique para editar o estilo de título do Modelo Global</a:t>
            </a:r>
          </a:p>
        </p:txBody>
      </p:sp>
      <p:sp>
        <p:nvSpPr>
          <p:cNvPr id="3" name="Marcador de Posição de Conteúdo 2">
            <a:extLst>
              <a:ext uri="{FF2B5EF4-FFF2-40B4-BE49-F238E27FC236}">
                <a16:creationId xmlns:a16="http://schemas.microsoft.com/office/drawing/2014/main" id="{80744F51-D4B3-318C-3316-5CC306A8741D}"/>
              </a:ext>
            </a:extLst>
          </p:cNvPr>
          <p:cNvSpPr>
            <a:spLocks noGrp="1"/>
          </p:cNvSpPr>
          <p:nvPr>
            <p:ph idx="1"/>
          </p:nvPr>
        </p:nvSpPr>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Data 3">
            <a:extLst>
              <a:ext uri="{FF2B5EF4-FFF2-40B4-BE49-F238E27FC236}">
                <a16:creationId xmlns:a16="http://schemas.microsoft.com/office/drawing/2014/main" id="{C84439CA-F86A-FF90-3CE1-AFE4FE189F96}"/>
              </a:ext>
            </a:extLst>
          </p:cNvPr>
          <p:cNvSpPr>
            <a:spLocks noGrp="1"/>
          </p:cNvSpPr>
          <p:nvPr>
            <p:ph type="dt" sz="half" idx="10"/>
          </p:nvPr>
        </p:nvSpPr>
        <p:spPr/>
        <p:txBody>
          <a:bodyPr/>
          <a:lstStyle/>
          <a:p>
            <a:fld id="{978C06FB-765A-CB46-900E-F07860FA375D}" type="datetimeFigureOut">
              <a:rPr lang="pt-PT" smtClean="0"/>
              <a:t>19/12/2025</a:t>
            </a:fld>
            <a:endParaRPr lang="pt-PT"/>
          </a:p>
        </p:txBody>
      </p:sp>
      <p:sp>
        <p:nvSpPr>
          <p:cNvPr id="5" name="Marcador de Posição do Rodapé 4">
            <a:extLst>
              <a:ext uri="{FF2B5EF4-FFF2-40B4-BE49-F238E27FC236}">
                <a16:creationId xmlns:a16="http://schemas.microsoft.com/office/drawing/2014/main" id="{2EA2CB25-7D99-CBF8-7C1B-3F35D46D7CC2}"/>
              </a:ext>
            </a:extLst>
          </p:cNvPr>
          <p:cNvSpPr>
            <a:spLocks noGrp="1"/>
          </p:cNvSpPr>
          <p:nvPr>
            <p:ph type="ftr" sz="quarter" idx="11"/>
          </p:nvPr>
        </p:nvSpPr>
        <p:spPr/>
        <p:txBody>
          <a:bodyPr/>
          <a:lstStyle/>
          <a:p>
            <a:endParaRPr lang="pt-PT"/>
          </a:p>
        </p:txBody>
      </p:sp>
      <p:sp>
        <p:nvSpPr>
          <p:cNvPr id="6" name="Marcador de Posição do Número do Diapositivo 5">
            <a:extLst>
              <a:ext uri="{FF2B5EF4-FFF2-40B4-BE49-F238E27FC236}">
                <a16:creationId xmlns:a16="http://schemas.microsoft.com/office/drawing/2014/main" id="{FFE4199B-5434-87E6-2B9C-B0EBBFD203F3}"/>
              </a:ext>
            </a:extLst>
          </p:cNvPr>
          <p:cNvSpPr>
            <a:spLocks noGrp="1"/>
          </p:cNvSpPr>
          <p:nvPr>
            <p:ph type="sldNum" sz="quarter" idx="12"/>
          </p:nvPr>
        </p:nvSpPr>
        <p:spPr/>
        <p:txBody>
          <a:bodyPr/>
          <a:lstStyle/>
          <a:p>
            <a:fld id="{AF6446DD-4515-E24D-853A-3BCC30E26954}" type="slidenum">
              <a:rPr lang="pt-PT" smtClean="0"/>
              <a:t>‹nº›</a:t>
            </a:fld>
            <a:endParaRPr lang="pt-PT"/>
          </a:p>
        </p:txBody>
      </p:sp>
    </p:spTree>
    <p:extLst>
      <p:ext uri="{BB962C8B-B14F-4D97-AF65-F5344CB8AC3E}">
        <p14:creationId xmlns:p14="http://schemas.microsoft.com/office/powerpoint/2010/main" val="38552122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5.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4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2.58777 </a:t>
            </a:r>
          </a:p>
          <a:p>
            <a:pPr marL="0" lvl="0" indent="0" algn="l" rtl="0">
              <a:spcBef>
                <a:spcPts val="1200"/>
              </a:spcBef>
              <a:spcAft>
                <a:spcPts val="0"/>
              </a:spcAft>
              <a:buNone/>
            </a:pPr>
            <a:r>
              <a:rPr lang="en" dirty="0"/>
              <a:t>Leaderboard</a:t>
            </a:r>
            <a:r>
              <a:rPr lang="en-US" dirty="0"/>
              <a:t> private</a:t>
            </a:r>
            <a:r>
              <a:rPr lang="en" dirty="0"/>
              <a:t> ranking: 30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a:t>Results and Analysis from task [1.1]</a:t>
            </a:r>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1905979" y="1058133"/>
            <a:ext cx="4626621" cy="2761324"/>
          </a:xfrm>
          <a:prstGeom prst="rect">
            <a:avLst/>
          </a:prstGeom>
        </p:spPr>
      </p:pic>
      <p:sp>
        <p:nvSpPr>
          <p:cNvPr id="10" name="Rectangle 4">
            <a:extLst>
              <a:ext uri="{FF2B5EF4-FFF2-40B4-BE49-F238E27FC236}">
                <a16:creationId xmlns:a16="http://schemas.microsoft.com/office/drawing/2014/main" id="{670EAC4C-706C-C6EE-B30E-052863C0BF2B}"/>
              </a:ext>
            </a:extLst>
          </p:cNvPr>
          <p:cNvSpPr>
            <a:spLocks noGrp="1" noChangeArrowheads="1"/>
          </p:cNvSpPr>
          <p:nvPr>
            <p:ph type="body" idx="1"/>
          </p:nvPr>
        </p:nvSpPr>
        <p:spPr bwMode="auto">
          <a:xfrm>
            <a:off x="431711" y="3927581"/>
            <a:ext cx="831509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a:ln>
                  <a:noFill/>
                </a:ln>
                <a:solidFill>
                  <a:schemeClr val="tx1"/>
                </a:solidFill>
                <a:effectLst/>
                <a:latin typeface="Arial" panose="020B0604020202020204" pitchFamily="34" charset="0"/>
              </a:rPr>
              <a:t>Bar </a:t>
            </a:r>
            <a:r>
              <a:rPr kumimoji="0" lang="pt-PT" altLang="pt-PT" sz="1800" b="0" i="0" u="none" strike="noStrike" cap="none" normalizeH="0" baseline="0" dirty="0" err="1">
                <a:ln>
                  <a:noFill/>
                </a:ln>
                <a:solidFill>
                  <a:schemeClr val="tx1"/>
                </a:solidFill>
                <a:effectLst/>
                <a:latin typeface="Arial" panose="020B0604020202020204" pitchFamily="34" charset="0"/>
              </a:rPr>
              <a:t>chart</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showing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missing-value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counts</a:t>
            </a:r>
            <a:r>
              <a:rPr kumimoji="0" lang="pt-PT" altLang="pt-PT" sz="1800" b="0" i="0" u="none" strike="noStrike" cap="none" normalizeH="0" baseline="0" dirty="0">
                <a:ln>
                  <a:noFill/>
                </a:ln>
                <a:solidFill>
                  <a:schemeClr val="tx1"/>
                </a:solidFill>
                <a:effectLst/>
                <a:latin typeface="Arial" panose="020B0604020202020204" pitchFamily="34" charset="0"/>
              </a:rPr>
              <a:t> per </a:t>
            </a:r>
            <a:r>
              <a:rPr kumimoji="0" lang="pt-PT" altLang="pt-PT" sz="1800" b="0" i="0" u="none" strike="noStrike" cap="none" normalizeH="0" baseline="0" dirty="0" err="1">
                <a:ln>
                  <a:noFill/>
                </a:ln>
                <a:solidFill>
                  <a:schemeClr val="tx1"/>
                </a:solidFill>
                <a:effectLst/>
                <a:latin typeface="Arial" panose="020B0604020202020204" pitchFamily="34" charset="0"/>
              </a:rPr>
              <a:t>variable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with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labels</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indicating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how</a:t>
            </a:r>
            <a:r>
              <a:rPr kumimoji="0" lang="pt-PT" altLang="pt-PT" sz="1800" b="0" i="0" u="none" strike="noStrike" cap="none" normalizeH="0" baseline="0" dirty="0">
                <a:ln>
                  <a:noFill/>
                </a:ln>
                <a:solidFill>
                  <a:schemeClr val="tx1"/>
                </a:solidFill>
                <a:effectLst/>
                <a:latin typeface="Arial" panose="020B0604020202020204" pitchFamily="34" charset="0"/>
              </a:rPr>
              <a:t> </a:t>
            </a:r>
          </a:p>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err="1">
                <a:ln>
                  <a:noFill/>
                </a:ln>
                <a:solidFill>
                  <a:schemeClr val="tx1"/>
                </a:solidFill>
                <a:effectLst/>
                <a:latin typeface="Arial" panose="020B0604020202020204" pitchFamily="34" charset="0"/>
              </a:rPr>
              <a:t>many</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entries</a:t>
            </a:r>
            <a:r>
              <a:rPr kumimoji="0" lang="pt-PT" altLang="pt-PT" sz="1800" b="0" i="0" u="none" strike="noStrike" cap="none" normalizeH="0" baseline="0" dirty="0">
                <a:ln>
                  <a:noFill/>
                </a:ln>
                <a:solidFill>
                  <a:schemeClr val="tx1"/>
                </a:solidFill>
                <a:effectLst/>
                <a:latin typeface="Arial" panose="020B0604020202020204" pitchFamily="34" charset="0"/>
              </a:rPr>
              <a:t> are </a:t>
            </a:r>
            <a:r>
              <a:rPr kumimoji="0" lang="pt-PT" altLang="pt-PT" sz="1800" b="0" i="0" u="none" strike="noStrike" cap="none" normalizeH="0" baseline="0" dirty="0" err="1">
                <a:ln>
                  <a:noFill/>
                </a:ln>
                <a:solidFill>
                  <a:schemeClr val="tx1"/>
                </a:solidFill>
                <a:effectLst/>
                <a:latin typeface="Arial" panose="020B0604020202020204" pitchFamily="34" charset="0"/>
              </a:rPr>
              <a:t>missing</a:t>
            </a:r>
            <a:r>
              <a:rPr kumimoji="0" lang="pt-PT" altLang="pt-PT" sz="1800" b="0" i="0" u="none" strike="noStrike" cap="none" normalizeH="0" baseline="0" dirty="0">
                <a:ln>
                  <a:noFill/>
                </a:ln>
                <a:solidFill>
                  <a:schemeClr val="tx1"/>
                </a:solidFill>
                <a:effectLst/>
                <a:latin typeface="Arial" panose="020B0604020202020204" pitchFamily="34" charset="0"/>
              </a:rPr>
              <a:t> in </a:t>
            </a:r>
            <a:r>
              <a:rPr kumimoji="0" lang="pt-PT" altLang="pt-PT" sz="1800" b="0" i="0" u="none" strike="noStrike" cap="none" normalizeH="0" baseline="0" dirty="0" err="1">
                <a:ln>
                  <a:noFill/>
                </a:ln>
                <a:solidFill>
                  <a:schemeClr val="tx1"/>
                </a:solidFill>
                <a:effectLst/>
                <a:latin typeface="Arial" panose="020B0604020202020204" pitchFamily="34" charset="0"/>
              </a:rPr>
              <a:t>each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column</a:t>
            </a:r>
            <a:r>
              <a:rPr kumimoji="0" lang="pt-PT" altLang="pt-PT"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1862686" y="1119323"/>
            <a:ext cx="4411867" cy="2740752"/>
          </a:xfrm>
          <a:prstGeom prst="rect">
            <a:avLst/>
          </a:prstGeom>
        </p:spPr>
      </p:pic>
      <p:sp>
        <p:nvSpPr>
          <p:cNvPr id="8" name="CaixaDeTexto 7">
            <a:extLst>
              <a:ext uri="{FF2B5EF4-FFF2-40B4-BE49-F238E27FC236}">
                <a16:creationId xmlns:a16="http://schemas.microsoft.com/office/drawing/2014/main" id="{DF3DC718-1BAE-BACE-2976-D5CCECA29C69}"/>
              </a:ext>
            </a:extLst>
          </p:cNvPr>
          <p:cNvSpPr txBox="1"/>
          <p:nvPr/>
        </p:nvSpPr>
        <p:spPr>
          <a:xfrm>
            <a:off x="646545" y="4069567"/>
            <a:ext cx="7850909" cy="646331"/>
          </a:xfrm>
          <a:prstGeom prst="rect">
            <a:avLst/>
          </a:prstGeom>
          <a:noFill/>
        </p:spPr>
        <p:txBody>
          <a:bodyPr wrap="square" rtlCol="0">
            <a:spAutoFit/>
          </a:bodyPr>
          <a:lstStyle/>
          <a:p>
            <a:pPr algn="ctr"/>
            <a:r>
              <a:rPr lang="en-US" sz="1800" dirty="0"/>
              <a:t>Heatmap showing correlations between missing-value patterns across selected variables, with mostly weak relationships.</a:t>
            </a:r>
            <a:endParaRPr lang="pt-PT" sz="1800" dirty="0"/>
          </a:p>
        </p:txBody>
      </p:sp>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1817227" y="1017725"/>
            <a:ext cx="5142497" cy="3069862"/>
          </a:xfrm>
          <a:prstGeom prst="rect">
            <a:avLst/>
          </a:prstGeom>
        </p:spPr>
      </p:pic>
      <p:sp>
        <p:nvSpPr>
          <p:cNvPr id="5" name="CaixaDeTexto 4">
            <a:extLst>
              <a:ext uri="{FF2B5EF4-FFF2-40B4-BE49-F238E27FC236}">
                <a16:creationId xmlns:a16="http://schemas.microsoft.com/office/drawing/2014/main" id="{C1BF6140-2520-1EDC-8384-2A5982C55852}"/>
              </a:ext>
            </a:extLst>
          </p:cNvPr>
          <p:cNvSpPr txBox="1"/>
          <p:nvPr/>
        </p:nvSpPr>
        <p:spPr>
          <a:xfrm>
            <a:off x="230909" y="4156363"/>
            <a:ext cx="8377382" cy="861774"/>
          </a:xfrm>
          <a:prstGeom prst="rect">
            <a:avLst/>
          </a:prstGeom>
          <a:noFill/>
        </p:spPr>
        <p:txBody>
          <a:bodyPr wrap="square" rtlCol="0">
            <a:spAutoFit/>
          </a:bodyPr>
          <a:lstStyle/>
          <a:p>
            <a:pPr algn="ctr"/>
            <a:r>
              <a:rPr lang="en-US" sz="1800" dirty="0"/>
              <a:t>Matrix plot highlighting which entries are missing across variables, showing the distribution and density of gaps in the dataset.</a:t>
            </a:r>
          </a:p>
          <a:p>
            <a:endParaRPr lang="pt-PT" dirty="0"/>
          </a:p>
        </p:txBody>
      </p:sp>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1484475" y="1017725"/>
            <a:ext cx="6175049" cy="2934616"/>
          </a:xfrm>
          <a:prstGeom prst="rect">
            <a:avLst/>
          </a:prstGeom>
        </p:spPr>
      </p:pic>
      <p:sp>
        <p:nvSpPr>
          <p:cNvPr id="9" name="CaixaDeTexto 8">
            <a:extLst>
              <a:ext uri="{FF2B5EF4-FFF2-40B4-BE49-F238E27FC236}">
                <a16:creationId xmlns:a16="http://schemas.microsoft.com/office/drawing/2014/main" id="{B191E14A-BE57-3B18-4B42-7D9F6FB14575}"/>
              </a:ext>
            </a:extLst>
          </p:cNvPr>
          <p:cNvSpPr txBox="1"/>
          <p:nvPr/>
        </p:nvSpPr>
        <p:spPr>
          <a:xfrm>
            <a:off x="406398" y="4125775"/>
            <a:ext cx="8331201" cy="646331"/>
          </a:xfrm>
          <a:prstGeom prst="rect">
            <a:avLst/>
          </a:prstGeom>
          <a:noFill/>
        </p:spPr>
        <p:txBody>
          <a:bodyPr wrap="square">
            <a:spAutoFit/>
          </a:bodyPr>
          <a:lstStyle/>
          <a:p>
            <a:pPr algn="ctr"/>
            <a:r>
              <a:rPr lang="en-US" sz="1800" dirty="0"/>
              <a:t>Matrix plot showing the cleaned dataset, confirming that all variables have no remaining missing values.</a:t>
            </a:r>
          </a:p>
        </p:txBody>
      </p:sp>
    </p:spTree>
    <p:extLst>
      <p:ext uri="{BB962C8B-B14F-4D97-AF65-F5344CB8AC3E}">
        <p14:creationId xmlns:p14="http://schemas.microsoft.com/office/powerpoint/2010/main" val="4006165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10</a:t>
            </a:fld>
            <a:endParaRPr lang="en" sz="900"/>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3"/>
          <a:srcRect t="-160" r="-4" b="-745"/>
          <a:stretch>
            <a:fillRect/>
          </a:stretch>
        </p:blipFill>
        <p:spPr>
          <a:xfrm>
            <a:off x="311700" y="1006322"/>
            <a:ext cx="3784627" cy="3916660"/>
          </a:xfrm>
          <a:prstGeom prst="rect">
            <a:avLst/>
          </a:prstGeom>
          <a:noFill/>
          <a:ln>
            <a:noFill/>
          </a:ln>
        </p:spPr>
      </p:pic>
      <p:sp>
        <p:nvSpPr>
          <p:cNvPr id="5" name="CaixaDeTexto 4">
            <a:extLst>
              <a:ext uri="{FF2B5EF4-FFF2-40B4-BE49-F238E27FC236}">
                <a16:creationId xmlns:a16="http://schemas.microsoft.com/office/drawing/2014/main" id="{090A0575-F7C1-C360-8F2C-211809105D04}"/>
              </a:ext>
            </a:extLst>
          </p:cNvPr>
          <p:cNvSpPr txBox="1"/>
          <p:nvPr/>
        </p:nvSpPr>
        <p:spPr>
          <a:xfrm>
            <a:off x="4762500" y="1351389"/>
            <a:ext cx="4069800" cy="3264408"/>
          </a:xfrm>
          <a:prstGeom prst="rect">
            <a:avLst/>
          </a:prstGeom>
          <a:noFill/>
          <a:ln>
            <a:noFill/>
          </a:ln>
        </p:spPr>
        <p:txBody>
          <a:bodyPr rtlCol="0" anchor="t">
            <a:normAutofit/>
          </a:bodyPr>
          <a:lstStyle/>
          <a:p>
            <a:pPr algn="ctr">
              <a:lnSpc>
                <a:spcPct val="90000"/>
              </a:lnSpc>
              <a:spcAft>
                <a:spcPts val="600"/>
              </a:spcAft>
              <a:buFont typeface="Arial"/>
              <a:buNone/>
            </a:pPr>
            <a:r>
              <a:rPr lang="en-US" sz="900" b="0" i="0" u="none" strike="noStrike" cap="none" dirty="0">
                <a:solidFill>
                  <a:schemeClr val="dk1"/>
                </a:solidFill>
              </a:rPr>
              <a:t>Age</a:t>
            </a:r>
            <a:br>
              <a:rPr lang="en-US" sz="900" b="0" i="0" u="none" strike="noStrike" cap="none" dirty="0">
                <a:solidFill>
                  <a:schemeClr val="dk1"/>
                </a:solidFill>
              </a:rPr>
            </a:br>
            <a:r>
              <a:rPr lang="en-US" sz="900" b="0" i="0" u="none" strike="noStrike" cap="none" dirty="0">
                <a:solidFill>
                  <a:schemeClr val="dk1"/>
                </a:solidFill>
              </a:rPr>
              <a:t>• Roughly uniform distribution between 40 and 85.</a:t>
            </a:r>
            <a:br>
              <a:rPr lang="en-US" sz="900" b="0" i="0" u="none" strike="noStrike" cap="none" dirty="0">
                <a:solidFill>
                  <a:schemeClr val="dk1"/>
                </a:solidFill>
              </a:rPr>
            </a:br>
            <a:r>
              <a:rPr lang="en-US" sz="900" b="0" i="0" u="none" strike="noStrike" cap="none" dirty="0">
                <a:solidFill>
                  <a:schemeClr val="dk1"/>
                </a:solidFill>
              </a:rPr>
              <a:t>• No clear relationship with Stage, Gender, or </a:t>
            </a:r>
            <a:r>
              <a:rPr lang="en-US" sz="900" b="0" i="0" u="none" strike="noStrike" cap="none" dirty="0" err="1">
                <a:solidFill>
                  <a:schemeClr val="dk1"/>
                </a:solidFill>
              </a:rPr>
              <a:t>TreatmentType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Slight indication that lower ages may correspond to higher </a:t>
            </a:r>
            <a:r>
              <a:rPr lang="en-US" sz="900" b="0" i="0" u="none" strike="noStrike" cap="none" dirty="0" err="1">
                <a:solidFill>
                  <a:schemeClr val="dk1"/>
                </a:solidFill>
              </a:rPr>
              <a:t>SurvivalTime</a:t>
            </a:r>
            <a:r>
              <a:rPr lang="en-US" sz="900" b="0" i="0" u="none" strike="noStrike" cap="none" dirty="0">
                <a:solidFill>
                  <a:schemeClr val="dk1"/>
                </a:solidFill>
              </a:rPr>
              <a:t>, but with large variability.</a:t>
            </a:r>
          </a:p>
          <a:p>
            <a:pPr algn="ctr">
              <a:lnSpc>
                <a:spcPct val="90000"/>
              </a:lnSpc>
              <a:spcAft>
                <a:spcPts val="600"/>
              </a:spcAft>
              <a:buFont typeface="Arial"/>
              <a:buNone/>
            </a:pPr>
            <a:r>
              <a:rPr lang="en-US" sz="900" b="0" i="0" u="none" strike="noStrike" cap="none" dirty="0">
                <a:solidFill>
                  <a:schemeClr val="dk1"/>
                </a:solidFill>
              </a:rPr>
              <a:t>Gender</a:t>
            </a:r>
            <a:br>
              <a:rPr lang="en-US" sz="900" b="0" i="0" u="none" strike="noStrike" cap="none" dirty="0">
                <a:solidFill>
                  <a:schemeClr val="dk1"/>
                </a:solidFill>
              </a:rPr>
            </a:br>
            <a:r>
              <a:rPr lang="en-US" sz="900" b="0" i="0" u="none" strike="noStrike" cap="none" dirty="0">
                <a:solidFill>
                  <a:schemeClr val="dk1"/>
                </a:solidFill>
              </a:rPr>
              <a:t>• Binary variable with no meaningful pattern across other features.</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dirty="0">
                <a:solidFill>
                  <a:schemeClr val="dk1"/>
                </a:solidFill>
              </a:rPr>
              <a:t> </a:t>
            </a:r>
            <a:r>
              <a:rPr lang="en-US" sz="900" b="0" i="0" u="none" strike="noStrike" cap="none" dirty="0">
                <a:solidFill>
                  <a:schemeClr val="dk1"/>
                </a:solidFill>
              </a:rPr>
              <a:t>similarly distributed between genders.</a:t>
            </a:r>
          </a:p>
          <a:p>
            <a:pPr algn="ctr">
              <a:lnSpc>
                <a:spcPct val="90000"/>
              </a:lnSpc>
              <a:spcAft>
                <a:spcPts val="600"/>
              </a:spcAft>
              <a:buFont typeface="Arial"/>
              <a:buNone/>
            </a:pPr>
            <a:r>
              <a:rPr lang="en-US" sz="900" b="0" i="0" u="none" strike="noStrike" cap="none" dirty="0">
                <a:solidFill>
                  <a:schemeClr val="dk1"/>
                </a:solidFill>
              </a:rPr>
              <a:t>Stage</a:t>
            </a:r>
            <a:br>
              <a:rPr lang="en-US" sz="900" b="0" i="0" u="none" strike="noStrike" cap="none" dirty="0">
                <a:solidFill>
                  <a:schemeClr val="dk1"/>
                </a:solidFill>
              </a:rPr>
            </a:br>
            <a:r>
              <a:rPr lang="en-US" sz="900" b="0" i="0" u="none" strike="noStrike" cap="none" dirty="0">
                <a:solidFill>
                  <a:schemeClr val="dk1"/>
                </a:solidFill>
              </a:rPr>
              <a:t>• Balanced distribution across stages 1–4.</a:t>
            </a:r>
            <a:br>
              <a:rPr lang="en-US" sz="900" b="0" i="0" u="none" strike="noStrike" cap="none" dirty="0">
                <a:solidFill>
                  <a:schemeClr val="dk1"/>
                </a:solidFill>
              </a:rPr>
            </a:br>
            <a:r>
              <a:rPr lang="en-US" sz="900" b="0" i="0" u="none" strike="noStrike" cap="none" dirty="0">
                <a:solidFill>
                  <a:schemeClr val="dk1"/>
                </a:solidFill>
              </a:rPr>
              <a:t>• Clear trend: higher stages correspond to lower </a:t>
            </a:r>
            <a:r>
              <a:rPr lang="en-US" sz="900" b="0" i="0" u="none" strike="noStrike" cap="none" dirty="0" err="1">
                <a:solidFill>
                  <a:schemeClr val="dk1"/>
                </a:solidFill>
              </a:rPr>
              <a:t>SurvivalTime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No noticeable relationship with Age or Gender.</a:t>
            </a:r>
          </a:p>
          <a:p>
            <a:pPr algn="ctr">
              <a:lnSpc>
                <a:spcPct val="90000"/>
              </a:lnSpc>
              <a:spcAft>
                <a:spcPts val="600"/>
              </a:spcAft>
              <a:buFont typeface="Arial"/>
              <a:buNone/>
            </a:pPr>
            <a:r>
              <a:rPr lang="en-US" sz="900" b="0" i="0" u="none" strike="noStrike" cap="none" dirty="0" err="1">
                <a:solidFill>
                  <a:schemeClr val="dk1"/>
                </a:solidFill>
              </a:rPr>
              <a:t>TreatmentType</a:t>
            </a:r>
            <a:br>
              <a:rPr lang="en-US" sz="900" b="0" i="0" u="none" strike="noStrike" cap="none" dirty="0">
                <a:solidFill>
                  <a:schemeClr val="dk1"/>
                </a:solidFill>
              </a:rPr>
            </a:br>
            <a:r>
              <a:rPr lang="en-US" sz="900" b="0" i="0" u="none" strike="noStrike" cap="none" dirty="0">
                <a:solidFill>
                  <a:schemeClr val="dk1"/>
                </a:solidFill>
              </a:rPr>
              <a:t>• Most individuals fall into one or two treatment categories.</a:t>
            </a:r>
            <a:br>
              <a:rPr lang="en-US" sz="900" b="0" i="0" u="none" strike="noStrike" cap="none" dirty="0">
                <a:solidFill>
                  <a:schemeClr val="dk1"/>
                </a:solidFill>
              </a:rPr>
            </a:br>
            <a:r>
              <a:rPr lang="en-US" sz="900" b="0" i="0" u="none" strike="noStrike" cap="none" dirty="0">
                <a:solidFill>
                  <a:schemeClr val="dk1"/>
                </a:solidFill>
              </a:rPr>
              <a:t>• No strong association with Age or Gender.</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b="0" i="0" u="none" strike="noStrike" cap="none" dirty="0">
                <a:solidFill>
                  <a:schemeClr val="dk1"/>
                </a:solidFill>
              </a:rPr>
              <a:t> varies within each treatment group without strong separation.</a:t>
            </a:r>
          </a:p>
          <a:p>
            <a:pPr algn="ctr">
              <a:lnSpc>
                <a:spcPct val="90000"/>
              </a:lnSpc>
              <a:spcAft>
                <a:spcPts val="600"/>
              </a:spcAft>
              <a:buFont typeface="Arial"/>
              <a:buNone/>
            </a:pPr>
            <a:r>
              <a:rPr lang="en-US" sz="900" b="0" i="0" u="none" strike="noStrike" cap="none" dirty="0" err="1">
                <a:solidFill>
                  <a:schemeClr val="dk1"/>
                </a:solidFill>
              </a:rPr>
              <a:t>SurvivalTime</a:t>
            </a:r>
            <a:br>
              <a:rPr lang="en-US" sz="900" b="0" i="0" u="none" strike="noStrike" cap="none" dirty="0">
                <a:solidFill>
                  <a:schemeClr val="dk1"/>
                </a:solidFill>
              </a:rPr>
            </a:br>
            <a:r>
              <a:rPr lang="en-US" sz="900" b="0" i="0" u="none" strike="noStrike" cap="none" dirty="0">
                <a:solidFill>
                  <a:schemeClr val="dk1"/>
                </a:solidFill>
              </a:rPr>
              <a:t>• Right-skewed distribution, with most values between 1 and 5 months.</a:t>
            </a:r>
            <a:br>
              <a:rPr lang="en-US" sz="900" b="0" i="0" u="none" strike="noStrike" cap="none" dirty="0">
                <a:solidFill>
                  <a:schemeClr val="dk1"/>
                </a:solidFill>
              </a:rPr>
            </a:br>
            <a:r>
              <a:rPr lang="en-US" sz="900" b="0" i="0" u="none" strike="noStrike" cap="none" dirty="0">
                <a:solidFill>
                  <a:schemeClr val="dk1"/>
                </a:solidFill>
              </a:rPr>
              <a:t>• Strongest visible relationship is with Stage (more advanced stages → shorter survival).</a:t>
            </a:r>
            <a:br>
              <a:rPr lang="en-US" sz="900" b="0" i="0" u="none" strike="noStrike" cap="none" dirty="0">
                <a:solidFill>
                  <a:schemeClr val="dk1"/>
                </a:solidFill>
              </a:rPr>
            </a:br>
            <a:r>
              <a:rPr lang="en-US" sz="900" b="0" i="0" u="none" strike="noStrike" cap="none" dirty="0">
                <a:solidFill>
                  <a:schemeClr val="dk1"/>
                </a:solidFill>
              </a:rPr>
              <a:t>• No clear patterns with Gender or </a:t>
            </a:r>
            <a:r>
              <a:rPr lang="en-US" sz="900" b="0" i="0" u="none" strike="noStrike" cap="none" dirty="0" err="1">
                <a:solidFill>
                  <a:schemeClr val="dk1"/>
                </a:solidFill>
              </a:rPr>
              <a:t>TreatmentType</a:t>
            </a:r>
            <a:r>
              <a:rPr lang="en-US" sz="900" b="0" i="0" u="none" strike="noStrike" cap="none" dirty="0">
                <a:solidFill>
                  <a:schemeClr val="dk1"/>
                </a:solidFill>
              </a:rPr>
              <a:t>.</a:t>
            </a:r>
          </a:p>
          <a:p>
            <a:pPr algn="ctr">
              <a:lnSpc>
                <a:spcPct val="90000"/>
              </a:lnSpc>
              <a:spcAft>
                <a:spcPts val="600"/>
              </a:spcAft>
            </a:pPr>
            <a:endParaRPr lang="en-US" sz="900" b="0" i="0" u="none" strike="noStrike" cap="none" dirty="0">
              <a:solidFill>
                <a:schemeClr val="dk1"/>
              </a:solidFill>
            </a:endParaRPr>
          </a:p>
        </p:txBody>
      </p:sp>
    </p:spTree>
    <p:extLst>
      <p:ext uri="{BB962C8B-B14F-4D97-AF65-F5344CB8AC3E}">
        <p14:creationId xmlns:p14="http://schemas.microsoft.com/office/powerpoint/2010/main" val="603348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1101-FB49-3F5E-9E1B-BC785C0562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486254-7F46-D9E0-EE6A-669525D1950F}"/>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D848EBC0-96DA-7203-92B0-1DEB50DE9C16}"/>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11</a:t>
            </a:fld>
            <a:endParaRPr lang="en" sz="900"/>
          </a:p>
        </p:txBody>
      </p:sp>
      <p:graphicFrame>
        <p:nvGraphicFramePr>
          <p:cNvPr id="8" name="Tabela 7">
            <a:extLst>
              <a:ext uri="{FF2B5EF4-FFF2-40B4-BE49-F238E27FC236}">
                <a16:creationId xmlns:a16="http://schemas.microsoft.com/office/drawing/2014/main" id="{8701AAC0-DD07-8FF0-2A5A-EF1A3D70DA30}"/>
              </a:ext>
            </a:extLst>
          </p:cNvPr>
          <p:cNvGraphicFramePr>
            <a:graphicFrameLocks noGrp="1"/>
          </p:cNvGraphicFramePr>
          <p:nvPr>
            <p:extLst>
              <p:ext uri="{D42A27DB-BD31-4B8C-83A1-F6EECF244321}">
                <p14:modId xmlns:p14="http://schemas.microsoft.com/office/powerpoint/2010/main" val="1395034641"/>
              </p:ext>
            </p:extLst>
          </p:nvPr>
        </p:nvGraphicFramePr>
        <p:xfrm>
          <a:off x="1231280" y="1549090"/>
          <a:ext cx="6096000" cy="148336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Simple</a:t>
                      </a:r>
                      <a:r>
                        <a:rPr lang="pt-PT" dirty="0"/>
                        <a:t> Split</a:t>
                      </a:r>
                    </a:p>
                  </a:txBody>
                  <a:tcPr/>
                </a:tc>
                <a:tc>
                  <a:txBody>
                    <a:bodyPr/>
                    <a:lstStyle/>
                    <a:p>
                      <a:r>
                        <a:rPr lang="pt-PT" dirty="0"/>
                        <a:t>5.0473</a:t>
                      </a:r>
                    </a:p>
                  </a:txBody>
                  <a:tcPr/>
                </a:tc>
                <a:tc>
                  <a:txBody>
                    <a:bodyPr/>
                    <a:lstStyle/>
                    <a:p>
                      <a:r>
                        <a:rPr lang="pt-PT" sz="1400" b="0" u="none" strike="noStrike" cap="none" dirty="0">
                          <a:solidFill>
                            <a:schemeClr val="dk1"/>
                          </a:solidFill>
                          <a:effectLst/>
                          <a:sym typeface="Arial"/>
                        </a:rPr>
                        <a:t>5.0473</a:t>
                      </a:r>
                      <a:endParaRPr lang="pt-PT" dirty="0"/>
                    </a:p>
                  </a:txBody>
                  <a:tcPr/>
                </a:tc>
                <a:extLst>
                  <a:ext uri="{0D108BD9-81ED-4DB2-BD59-A6C34878D82A}">
                    <a16:rowId xmlns:a16="http://schemas.microsoft.com/office/drawing/2014/main" val="3342851220"/>
                  </a:ext>
                </a:extLst>
              </a:tr>
              <a:tr h="370840">
                <a:tc>
                  <a:txBody>
                    <a:bodyPr/>
                    <a:lstStyle/>
                    <a:p>
                      <a:r>
                        <a:rPr lang="pt-PT" dirty="0"/>
                        <a:t>Cross-</a:t>
                      </a:r>
                      <a:r>
                        <a:rPr lang="pt-PT" dirty="0" err="1"/>
                        <a:t>Validation</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extLst>
                  <a:ext uri="{0D108BD9-81ED-4DB2-BD59-A6C34878D82A}">
                    <a16:rowId xmlns:a16="http://schemas.microsoft.com/office/drawing/2014/main" val="3370096487"/>
                  </a:ext>
                </a:extLst>
              </a:tr>
              <a:tr h="370840">
                <a:tc>
                  <a:txBody>
                    <a:bodyPr/>
                    <a:lstStyle/>
                    <a:p>
                      <a:r>
                        <a:rPr lang="pt-PT" dirty="0"/>
                        <a:t>Pipeline</a:t>
                      </a:r>
                    </a:p>
                  </a:txBody>
                  <a:tcPr/>
                </a:tc>
                <a:tc>
                  <a:txBody>
                    <a:bodyPr/>
                    <a:lstStyle/>
                    <a:p>
                      <a:r>
                        <a:rPr lang="pt-PT" sz="1400" b="0" u="none" strike="noStrike" cap="none" dirty="0">
                          <a:solidFill>
                            <a:schemeClr val="dk1"/>
                          </a:solidFill>
                          <a:effectLst/>
                          <a:sym typeface="Arial"/>
                        </a:rPr>
                        <a:t>4.4112</a:t>
                      </a:r>
                      <a:endParaRPr lang="pt-PT" dirty="0"/>
                    </a:p>
                  </a:txBody>
                  <a:tcPr/>
                </a:tc>
                <a:tc>
                  <a:txBody>
                    <a:bodyPr/>
                    <a:lstStyle/>
                    <a:p>
                      <a:r>
                        <a:rPr lang="pt-PT" sz="1400" b="0" u="none" strike="noStrike" cap="none" dirty="0">
                          <a:solidFill>
                            <a:schemeClr val="dk1"/>
                          </a:solidFill>
                          <a:effectLst/>
                          <a:sym typeface="Arial"/>
                        </a:rPr>
                        <a:t>4.4112</a:t>
                      </a:r>
                      <a:endParaRPr lang="pt-PT" dirty="0"/>
                    </a:p>
                  </a:txBody>
                  <a:tcPr/>
                </a:tc>
                <a:extLst>
                  <a:ext uri="{0D108BD9-81ED-4DB2-BD59-A6C34878D82A}">
                    <a16:rowId xmlns:a16="http://schemas.microsoft.com/office/drawing/2014/main" val="2334557051"/>
                  </a:ext>
                </a:extLst>
              </a:tr>
            </a:tbl>
          </a:graphicData>
        </a:graphic>
      </p:graphicFrame>
      <p:sp>
        <p:nvSpPr>
          <p:cNvPr id="9" name="CaixaDeTexto 8">
            <a:extLst>
              <a:ext uri="{FF2B5EF4-FFF2-40B4-BE49-F238E27FC236}">
                <a16:creationId xmlns:a16="http://schemas.microsoft.com/office/drawing/2014/main" id="{D43E6FA5-18AC-C144-AB0A-0A047C97EBE8}"/>
              </a:ext>
            </a:extLst>
          </p:cNvPr>
          <p:cNvSpPr txBox="1"/>
          <p:nvPr/>
        </p:nvSpPr>
        <p:spPr>
          <a:xfrm>
            <a:off x="543621" y="3563815"/>
            <a:ext cx="8056757" cy="954107"/>
          </a:xfrm>
          <a:prstGeom prst="rect">
            <a:avLst/>
          </a:prstGeom>
          <a:noFill/>
        </p:spPr>
        <p:txBody>
          <a:bodyPr wrap="square" rtlCol="0">
            <a:spAutoFit/>
          </a:bodyPr>
          <a:lstStyle/>
          <a:p>
            <a:r>
              <a:rPr lang="en-US" dirty="0"/>
              <a:t>The results show that cross-validation improves performance compared to a simple train–test split, reducing the MSE by almost one unit. </a:t>
            </a:r>
          </a:p>
          <a:p>
            <a:r>
              <a:rPr lang="en-US" dirty="0"/>
              <a:t>The pipeline approach performs slightly worse than cross-validation but still better than the simple split.</a:t>
            </a:r>
            <a:endParaRPr lang="pt-PT" dirty="0"/>
          </a:p>
        </p:txBody>
      </p:sp>
    </p:spTree>
    <p:extLst>
      <p:ext uri="{BB962C8B-B14F-4D97-AF65-F5344CB8AC3E}">
        <p14:creationId xmlns:p14="http://schemas.microsoft.com/office/powerpoint/2010/main" val="285336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92257" y="1086996"/>
            <a:ext cx="7759485" cy="2727915"/>
          </a:xfrm>
          <a:prstGeom prst="rect">
            <a:avLst/>
          </a:prstGeom>
        </p:spPr>
      </p:pic>
      <p:sp>
        <p:nvSpPr>
          <p:cNvPr id="5" name="CaixaDeTexto 4">
            <a:extLst>
              <a:ext uri="{FF2B5EF4-FFF2-40B4-BE49-F238E27FC236}">
                <a16:creationId xmlns:a16="http://schemas.microsoft.com/office/drawing/2014/main" id="{8DD8C66C-2523-9FD2-AF27-6D3890E5F29D}"/>
              </a:ext>
            </a:extLst>
          </p:cNvPr>
          <p:cNvSpPr txBox="1"/>
          <p:nvPr/>
        </p:nvSpPr>
        <p:spPr>
          <a:xfrm>
            <a:off x="277091" y="3973949"/>
            <a:ext cx="8146473" cy="1384995"/>
          </a:xfrm>
          <a:prstGeom prst="rect">
            <a:avLst/>
          </a:prstGeom>
          <a:noFill/>
        </p:spPr>
        <p:txBody>
          <a:bodyPr wrap="square" rtlCol="0">
            <a:spAutoFit/>
          </a:bodyPr>
          <a:lstStyle/>
          <a:p>
            <a:pPr algn="just"/>
            <a:r>
              <a:rPr lang="en-US" dirty="0"/>
              <a:t>The scatter plot shows that the model’s predictions are squeezed into a narrow band, mostly around 4–6 years and rarely follow the true values across their full range. </a:t>
            </a:r>
          </a:p>
          <a:p>
            <a:pPr algn="just"/>
            <a:r>
              <a:rPr lang="en-US" dirty="0"/>
              <a:t>The boxplots make this even clearer: the true survival times vary widely, while the predicted ones stay tightly grouped. </a:t>
            </a:r>
          </a:p>
          <a:p>
            <a:pPr algn="just"/>
            <a:r>
              <a:rPr lang="en-US" dirty="0"/>
              <a:t>Overall, the model isn’t capturing the real variability in the data and is underfitting.</a:t>
            </a:r>
          </a:p>
          <a:p>
            <a:pPr algn="just"/>
            <a:endParaRPr lang="pt-PT" dirty="0"/>
          </a:p>
        </p:txBody>
      </p:sp>
    </p:spTree>
    <p:extLst>
      <p:ext uri="{BB962C8B-B14F-4D97-AF65-F5344CB8AC3E}">
        <p14:creationId xmlns:p14="http://schemas.microsoft.com/office/powerpoint/2010/main" val="26565612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BD89-724B-912A-9623-65AAF5CDD91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ECED1B7-F3DE-7766-DC7B-CE2BA15FC37D}"/>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76E2471A-D2CC-9C2B-9F42-35221726DE87}"/>
              </a:ext>
            </a:extLst>
          </p:cNvPr>
          <p:cNvSpPr>
            <a:spLocks noGrp="1"/>
          </p:cNvSpPr>
          <p:nvPr>
            <p:ph type="body" idx="1"/>
          </p:nvPr>
        </p:nvSpPr>
        <p:spPr/>
        <p:txBody>
          <a:bodyPr/>
          <a:lstStyle/>
          <a:p>
            <a:r>
              <a:rPr lang="en-US" dirty="0"/>
              <a:t>Baseline Model Training with Cross-Validation</a:t>
            </a:r>
            <a:br>
              <a:rPr lang="en-US" dirty="0"/>
            </a:br>
            <a:br>
              <a:rPr lang="en-US" dirty="0"/>
            </a:br>
            <a:br>
              <a:rPr lang="en-US" dirty="0"/>
            </a:br>
            <a:endParaRPr lang="pt-PT" dirty="0"/>
          </a:p>
        </p:txBody>
      </p:sp>
      <p:sp>
        <p:nvSpPr>
          <p:cNvPr id="4" name="Slide Number Placeholder 3">
            <a:extLst>
              <a:ext uri="{FF2B5EF4-FFF2-40B4-BE49-F238E27FC236}">
                <a16:creationId xmlns:a16="http://schemas.microsoft.com/office/drawing/2014/main" id="{51DB8FF6-593E-A8D4-C701-B8FF057CB03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graphicFrame>
        <p:nvGraphicFramePr>
          <p:cNvPr id="5" name="Tabela 4">
            <a:extLst>
              <a:ext uri="{FF2B5EF4-FFF2-40B4-BE49-F238E27FC236}">
                <a16:creationId xmlns:a16="http://schemas.microsoft.com/office/drawing/2014/main" id="{B04185E3-219A-78AC-4FAF-3CB45075247E}"/>
              </a:ext>
            </a:extLst>
          </p:cNvPr>
          <p:cNvGraphicFramePr>
            <a:graphicFrameLocks noGrp="1"/>
          </p:cNvGraphicFramePr>
          <p:nvPr>
            <p:extLst>
              <p:ext uri="{D42A27DB-BD31-4B8C-83A1-F6EECF244321}">
                <p14:modId xmlns:p14="http://schemas.microsoft.com/office/powerpoint/2010/main" val="22124504"/>
              </p:ext>
            </p:extLst>
          </p:nvPr>
        </p:nvGraphicFramePr>
        <p:xfrm>
          <a:off x="1524000" y="2200910"/>
          <a:ext cx="6096000" cy="74168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176002428"/>
                    </a:ext>
                  </a:extLst>
                </a:gridCol>
                <a:gridCol w="2032000">
                  <a:extLst>
                    <a:ext uri="{9D8B030D-6E8A-4147-A177-3AD203B41FA5}">
                      <a16:colId xmlns:a16="http://schemas.microsoft.com/office/drawing/2014/main" val="3071465648"/>
                    </a:ext>
                  </a:extLst>
                </a:gridCol>
                <a:gridCol w="2032000">
                  <a:extLst>
                    <a:ext uri="{9D8B030D-6E8A-4147-A177-3AD203B41FA5}">
                      <a16:colId xmlns:a16="http://schemas.microsoft.com/office/drawing/2014/main" val="3595856794"/>
                    </a:ext>
                  </a:extLst>
                </a:gridCol>
              </a:tblGrid>
              <a:tr h="370840">
                <a:tc>
                  <a:txBody>
                    <a:bodyPr/>
                    <a:lstStyle/>
                    <a:p>
                      <a:pPr algn="ctr"/>
                      <a:r>
                        <a:rPr lang="pt-PT" dirty="0"/>
                        <a:t>MSE</a:t>
                      </a:r>
                    </a:p>
                  </a:txBody>
                  <a:tcPr/>
                </a:tc>
                <a:tc>
                  <a:txBody>
                    <a:bodyPr/>
                    <a:lstStyle/>
                    <a:p>
                      <a:pPr algn="ctr"/>
                      <a:r>
                        <a:rPr lang="pt-PT" dirty="0" err="1"/>
                        <a:t>cMSE</a:t>
                      </a:r>
                      <a:endParaRPr lang="pt-PT" dirty="0"/>
                    </a:p>
                  </a:txBody>
                  <a:tcPr/>
                </a:tc>
                <a:tc>
                  <a:txBody>
                    <a:bodyPr/>
                    <a:lstStyle/>
                    <a:p>
                      <a:pPr algn="ctr"/>
                      <a:r>
                        <a:rPr lang="pt-PT" dirty="0" err="1"/>
                        <a:t>Best</a:t>
                      </a:r>
                      <a:r>
                        <a:rPr lang="pt-PT" dirty="0"/>
                        <a:t> </a:t>
                      </a:r>
                      <a:r>
                        <a:rPr lang="pt-PT" dirty="0" err="1"/>
                        <a:t>Kaggle</a:t>
                      </a:r>
                      <a:r>
                        <a:rPr lang="pt-PT" dirty="0"/>
                        <a:t> Score	</a:t>
                      </a:r>
                    </a:p>
                  </a:txBody>
                  <a:tcPr/>
                </a:tc>
                <a:extLst>
                  <a:ext uri="{0D108BD9-81ED-4DB2-BD59-A6C34878D82A}">
                    <a16:rowId xmlns:a16="http://schemas.microsoft.com/office/drawing/2014/main" val="1624641579"/>
                  </a:ext>
                </a:extLst>
              </a:tr>
              <a:tr h="370840">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dirty="0"/>
                        <a:t>3.87347</a:t>
                      </a:r>
                    </a:p>
                  </a:txBody>
                  <a:tcPr/>
                </a:tc>
                <a:extLst>
                  <a:ext uri="{0D108BD9-81ED-4DB2-BD59-A6C34878D82A}">
                    <a16:rowId xmlns:a16="http://schemas.microsoft.com/office/drawing/2014/main" val="2943483964"/>
                  </a:ext>
                </a:extLst>
              </a:tr>
            </a:tbl>
          </a:graphicData>
        </a:graphic>
      </p:graphicFrame>
    </p:spTree>
    <p:extLst>
      <p:ext uri="{BB962C8B-B14F-4D97-AF65-F5344CB8AC3E}">
        <p14:creationId xmlns:p14="http://schemas.microsoft.com/office/powerpoint/2010/main" val="2061155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2533110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19</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r>
              <a:rPr lang="pt-PT" dirty="0" err="1"/>
              <a:t>Model</a:t>
            </a:r>
            <a:r>
              <a:rPr lang="pt-PT" dirty="0"/>
              <a:t> performance for </a:t>
            </a:r>
            <a:r>
              <a:rPr lang="pt-PT" dirty="0" err="1"/>
              <a:t>polynomial</a:t>
            </a:r>
            <a:r>
              <a:rPr lang="pt-PT" dirty="0"/>
              <a:t> </a:t>
            </a:r>
            <a:r>
              <a:rPr lang="pt-PT" dirty="0" err="1"/>
              <a:t>and</a:t>
            </a:r>
            <a:r>
              <a:rPr lang="pt-PT" dirty="0"/>
              <a:t> k-NN </a:t>
            </a:r>
            <a:r>
              <a:rPr lang="pt-PT" dirty="0" err="1"/>
              <a:t>Regression</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graphicFrame>
        <p:nvGraphicFramePr>
          <p:cNvPr id="5" name="Tabela 4">
            <a:extLst>
              <a:ext uri="{FF2B5EF4-FFF2-40B4-BE49-F238E27FC236}">
                <a16:creationId xmlns:a16="http://schemas.microsoft.com/office/drawing/2014/main" id="{B27B7A02-3135-78A8-E9DB-72FDAF00CA03}"/>
              </a:ext>
            </a:extLst>
          </p:cNvPr>
          <p:cNvGraphicFramePr>
            <a:graphicFrameLocks noGrp="1"/>
          </p:cNvGraphicFramePr>
          <p:nvPr>
            <p:extLst>
              <p:ext uri="{D42A27DB-BD31-4B8C-83A1-F6EECF244321}">
                <p14:modId xmlns:p14="http://schemas.microsoft.com/office/powerpoint/2010/main" val="2912775230"/>
              </p:ext>
            </p:extLst>
          </p:nvPr>
        </p:nvGraphicFramePr>
        <p:xfrm>
          <a:off x="1524000" y="2001672"/>
          <a:ext cx="6096000" cy="111252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Polynomial</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extLst>
                  <a:ext uri="{0D108BD9-81ED-4DB2-BD59-A6C34878D82A}">
                    <a16:rowId xmlns:a16="http://schemas.microsoft.com/office/drawing/2014/main" val="3342851220"/>
                  </a:ext>
                </a:extLst>
              </a:tr>
              <a:tr h="370840">
                <a:tc>
                  <a:txBody>
                    <a:bodyPr/>
                    <a:lstStyle/>
                    <a:p>
                      <a:r>
                        <a:rPr lang="pt-PT" dirty="0"/>
                        <a:t>k-NN</a:t>
                      </a:r>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extLst>
                  <a:ext uri="{0D108BD9-81ED-4DB2-BD59-A6C34878D82A}">
                    <a16:rowId xmlns:a16="http://schemas.microsoft.com/office/drawing/2014/main" val="3370096487"/>
                  </a:ext>
                </a:extLst>
              </a:tr>
            </a:tbl>
          </a:graphicData>
        </a:graphic>
      </p:graphicFrame>
    </p:spTree>
    <p:extLst>
      <p:ext uri="{BB962C8B-B14F-4D97-AF65-F5344CB8AC3E}">
        <p14:creationId xmlns:p14="http://schemas.microsoft.com/office/powerpoint/2010/main" val="41362947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extLst>
      <p:ext uri="{BB962C8B-B14F-4D97-AF65-F5344CB8AC3E}">
        <p14:creationId xmlns:p14="http://schemas.microsoft.com/office/powerpoint/2010/main" val="359010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23</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EAB2D-FC67-D23E-C895-B072B37209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65921A1-6575-ECC0-23F1-05D73B923CD4}"/>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D94689D3-1C01-3D1D-D897-0554902BCE9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54C06112-ED95-AC55-5DE3-724184B71C3E}"/>
              </a:ext>
            </a:extLst>
          </p:cNvPr>
          <p:cNvPicPr>
            <a:picLocks noChangeAspect="1"/>
          </p:cNvPicPr>
          <p:nvPr/>
        </p:nvPicPr>
        <p:blipFill>
          <a:blip r:embed="rId2"/>
          <a:stretch>
            <a:fillRect/>
          </a:stretch>
        </p:blipFill>
        <p:spPr>
          <a:xfrm>
            <a:off x="616016" y="1195206"/>
            <a:ext cx="7719461" cy="2531707"/>
          </a:xfrm>
          <a:prstGeom prst="rect">
            <a:avLst/>
          </a:prstGeom>
        </p:spPr>
      </p:pic>
      <p:sp>
        <p:nvSpPr>
          <p:cNvPr id="8" name="CaixaDeTexto 7">
            <a:extLst>
              <a:ext uri="{FF2B5EF4-FFF2-40B4-BE49-F238E27FC236}">
                <a16:creationId xmlns:a16="http://schemas.microsoft.com/office/drawing/2014/main" id="{B7EFED4E-6B65-1706-8B44-3E39E67320CE}"/>
              </a:ext>
            </a:extLst>
          </p:cNvPr>
          <p:cNvSpPr txBox="1"/>
          <p:nvPr/>
        </p:nvSpPr>
        <p:spPr>
          <a:xfrm>
            <a:off x="468745" y="3735454"/>
            <a:ext cx="8206510" cy="1384995"/>
          </a:xfrm>
          <a:prstGeom prst="rect">
            <a:avLst/>
          </a:prstGeom>
          <a:noFill/>
        </p:spPr>
        <p:txBody>
          <a:bodyPr wrap="square" rtlCol="0">
            <a:spAutoFit/>
          </a:bodyPr>
          <a:lstStyle/>
          <a:p>
            <a:r>
              <a:rPr lang="en-US" dirty="0"/>
              <a:t>The tuning results show that polynomial regression performs best at degree 1, meaning that adding polynomial terms does not improve the model and only increases error. </a:t>
            </a:r>
          </a:p>
          <a:p>
            <a:r>
              <a:rPr lang="en-US" dirty="0"/>
              <a:t>In contrast, k-NN regression benefits from increasing the number of neighbors: the error decreases steadily and reaches its minimum around k = 10. </a:t>
            </a:r>
          </a:p>
          <a:p>
            <a:r>
              <a:rPr lang="en-US" dirty="0"/>
              <a:t>This indicates that a smoother, more averaged prediction strategy fits the data better than more complex polynomial relationships.</a:t>
            </a:r>
            <a:endParaRPr lang="pt-PT" dirty="0"/>
          </a:p>
        </p:txBody>
      </p:sp>
    </p:spTree>
    <p:extLst>
      <p:ext uri="{BB962C8B-B14F-4D97-AF65-F5344CB8AC3E}">
        <p14:creationId xmlns:p14="http://schemas.microsoft.com/office/powerpoint/2010/main" val="24712188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
        <p:nvSpPr>
          <p:cNvPr id="5" name="CaixaDeTexto 4">
            <a:extLst>
              <a:ext uri="{FF2B5EF4-FFF2-40B4-BE49-F238E27FC236}">
                <a16:creationId xmlns:a16="http://schemas.microsoft.com/office/drawing/2014/main" id="{9A16CF9E-6C9C-74C8-F48C-31B0BA383B13}"/>
              </a:ext>
            </a:extLst>
          </p:cNvPr>
          <p:cNvSpPr txBox="1"/>
          <p:nvPr/>
        </p:nvSpPr>
        <p:spPr>
          <a:xfrm>
            <a:off x="512617" y="3320472"/>
            <a:ext cx="8118764" cy="1169551"/>
          </a:xfrm>
          <a:prstGeom prst="rect">
            <a:avLst/>
          </a:prstGeom>
          <a:noFill/>
        </p:spPr>
        <p:txBody>
          <a:bodyPr wrap="square" rtlCol="0">
            <a:spAutoFit/>
          </a:bodyPr>
          <a:lstStyle/>
          <a:p>
            <a:r>
              <a:rPr lang="en-US" dirty="0"/>
              <a:t>The baseline and polynomial regression models behave almost identically: both compress predictions into a narrow band and fail to follow the true survival times across their full range. </a:t>
            </a:r>
          </a:p>
          <a:p>
            <a:r>
              <a:rPr lang="en-US" dirty="0"/>
              <a:t>The k-NN model improves this pattern. It spreads predictions more realistically and gets closer to the ideal diagonal, which is reflected in its lower MSE. </a:t>
            </a:r>
          </a:p>
          <a:p>
            <a:r>
              <a:rPr lang="en-US" dirty="0"/>
              <a:t>Even so, the improvement is modest, and the model still underestimates higher survival times.</a:t>
            </a:r>
            <a:endParaRPr lang="pt-PT" dirty="0"/>
          </a:p>
        </p:txBody>
      </p:sp>
    </p:spTree>
    <p:extLst>
      <p:ext uri="{BB962C8B-B14F-4D97-AF65-F5344CB8AC3E}">
        <p14:creationId xmlns:p14="http://schemas.microsoft.com/office/powerpoint/2010/main" val="15999853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9" name="Marcador de Posição do Texto 8">
            <a:extLst>
              <a:ext uri="{FF2B5EF4-FFF2-40B4-BE49-F238E27FC236}">
                <a16:creationId xmlns:a16="http://schemas.microsoft.com/office/drawing/2014/main" id="{52C4FE18-DAD8-8D42-F1D1-51164FBAA726}"/>
              </a:ext>
            </a:extLst>
          </p:cNvPr>
          <p:cNvSpPr>
            <a:spLocks noGrp="1"/>
          </p:cNvSpPr>
          <p:nvPr>
            <p:ph type="body" idx="1"/>
          </p:nvPr>
        </p:nvSpPr>
        <p:spPr/>
        <p:txBody>
          <a:bodyPr/>
          <a:lstStyle/>
          <a:p>
            <a:endParaRPr lang="pt-PT" dirty="0"/>
          </a:p>
          <a:p>
            <a:endParaRPr lang="pt-PT" dirty="0"/>
          </a:p>
          <a:p>
            <a:endParaRPr lang="pt-PT" dirty="0"/>
          </a:p>
          <a:p>
            <a:pPr marL="114300" indent="0">
              <a:buNone/>
            </a:pPr>
            <a:endParaRPr lang="pt-PT" dirty="0"/>
          </a:p>
          <a:p>
            <a:r>
              <a:rPr lang="pt-PT" dirty="0" err="1"/>
              <a:t>Best</a:t>
            </a:r>
            <a:r>
              <a:rPr lang="pt-PT" dirty="0"/>
              <a:t> </a:t>
            </a:r>
            <a:r>
              <a:rPr lang="pt-PT" dirty="0" err="1"/>
              <a:t>submission</a:t>
            </a:r>
            <a:r>
              <a:rPr lang="pt-PT" dirty="0"/>
              <a:t> for non-linear in </a:t>
            </a:r>
            <a:r>
              <a:rPr lang="pt-PT" dirty="0" err="1"/>
              <a:t>Kaggle</a:t>
            </a:r>
            <a:r>
              <a:rPr lang="pt-PT" dirty="0"/>
              <a:t>: </a:t>
            </a:r>
            <a:r>
              <a:rPr lang="pt-PT" b="1" dirty="0"/>
              <a:t>3.29914</a:t>
            </a:r>
          </a:p>
          <a:p>
            <a:r>
              <a:rPr lang="pt-PT" dirty="0" err="1"/>
              <a:t>Best</a:t>
            </a:r>
            <a:r>
              <a:rPr lang="pt-PT" dirty="0"/>
              <a:t> </a:t>
            </a:r>
            <a:r>
              <a:rPr lang="pt-PT" dirty="0" err="1"/>
              <a:t>submission</a:t>
            </a:r>
            <a:r>
              <a:rPr lang="pt-PT" dirty="0"/>
              <a:t> </a:t>
            </a:r>
            <a:r>
              <a:rPr lang="pt-PT" dirty="0" err="1"/>
              <a:t>model</a:t>
            </a:r>
            <a:r>
              <a:rPr lang="pt-PT" dirty="0"/>
              <a:t> : K-NN </a:t>
            </a:r>
            <a:r>
              <a:rPr lang="pt-PT" dirty="0" err="1"/>
              <a:t>Regressor</a:t>
            </a:r>
            <a:endParaRPr lang="pt-PT" b="1"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extLst>
      <p:ext uri="{BB962C8B-B14F-4D97-AF65-F5344CB8AC3E}">
        <p14:creationId xmlns:p14="http://schemas.microsoft.com/office/powerpoint/2010/main" val="5883309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217499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28</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graphicFrame>
        <p:nvGraphicFramePr>
          <p:cNvPr id="6" name="Tabela 5">
            <a:extLst>
              <a:ext uri="{FF2B5EF4-FFF2-40B4-BE49-F238E27FC236}">
                <a16:creationId xmlns:a16="http://schemas.microsoft.com/office/drawing/2014/main" id="{311E3CAA-5CA4-43C7-C719-FF7969AC6739}"/>
              </a:ext>
            </a:extLst>
          </p:cNvPr>
          <p:cNvGraphicFramePr>
            <a:graphicFrameLocks noGrp="1"/>
          </p:cNvGraphicFramePr>
          <p:nvPr>
            <p:extLst>
              <p:ext uri="{D42A27DB-BD31-4B8C-83A1-F6EECF244321}">
                <p14:modId xmlns:p14="http://schemas.microsoft.com/office/powerpoint/2010/main" val="1844552389"/>
              </p:ext>
            </p:extLst>
          </p:nvPr>
        </p:nvGraphicFramePr>
        <p:xfrm>
          <a:off x="1524000" y="1523423"/>
          <a:ext cx="6096000" cy="1630680"/>
        </p:xfrm>
        <a:graphic>
          <a:graphicData uri="http://schemas.openxmlformats.org/drawingml/2006/table">
            <a:tbl>
              <a:tblPr firstRow="1" bandRow="1">
                <a:tableStyleId>{C083E6E3-FA7D-4D7B-A595-EF9225AFEA82}</a:tableStyleId>
              </a:tblPr>
              <a:tblGrid>
                <a:gridCol w="1219200">
                  <a:extLst>
                    <a:ext uri="{9D8B030D-6E8A-4147-A177-3AD203B41FA5}">
                      <a16:colId xmlns:a16="http://schemas.microsoft.com/office/drawing/2014/main" val="2174148809"/>
                    </a:ext>
                  </a:extLst>
                </a:gridCol>
                <a:gridCol w="1219200">
                  <a:extLst>
                    <a:ext uri="{9D8B030D-6E8A-4147-A177-3AD203B41FA5}">
                      <a16:colId xmlns:a16="http://schemas.microsoft.com/office/drawing/2014/main" val="1121482984"/>
                    </a:ext>
                  </a:extLst>
                </a:gridCol>
                <a:gridCol w="1219200">
                  <a:extLst>
                    <a:ext uri="{9D8B030D-6E8A-4147-A177-3AD203B41FA5}">
                      <a16:colId xmlns:a16="http://schemas.microsoft.com/office/drawing/2014/main" val="29651385"/>
                    </a:ext>
                  </a:extLst>
                </a:gridCol>
                <a:gridCol w="1219200">
                  <a:extLst>
                    <a:ext uri="{9D8B030D-6E8A-4147-A177-3AD203B41FA5}">
                      <a16:colId xmlns:a16="http://schemas.microsoft.com/office/drawing/2014/main" val="1033759608"/>
                    </a:ext>
                  </a:extLst>
                </a:gridCol>
                <a:gridCol w="1219200">
                  <a:extLst>
                    <a:ext uri="{9D8B030D-6E8A-4147-A177-3AD203B41FA5}">
                      <a16:colId xmlns:a16="http://schemas.microsoft.com/office/drawing/2014/main" val="3314719906"/>
                    </a:ext>
                  </a:extLst>
                </a:gridCol>
              </a:tblGrid>
              <a:tr h="370840">
                <a:tc>
                  <a:txBody>
                    <a:bodyPr/>
                    <a:lstStyle/>
                    <a:p>
                      <a:r>
                        <a:rPr lang="pt-PT" dirty="0" err="1"/>
                        <a:t>Imputation</a:t>
                      </a:r>
                      <a:r>
                        <a:rPr lang="pt-PT" dirty="0"/>
                        <a:t> </a:t>
                      </a:r>
                      <a:r>
                        <a:rPr lang="pt-PT" dirty="0" err="1"/>
                        <a:t>Strategy</a:t>
                      </a:r>
                      <a:endParaRPr lang="pt-PT" dirty="0"/>
                    </a:p>
                  </a:txBody>
                  <a:tcPr/>
                </a:tc>
                <a:tc>
                  <a:txBody>
                    <a:bodyPr/>
                    <a:lstStyle/>
                    <a:p>
                      <a:r>
                        <a:rPr lang="pt-PT" dirty="0" err="1"/>
                        <a:t>cMSE</a:t>
                      </a:r>
                      <a:r>
                        <a:rPr lang="pt-PT" dirty="0"/>
                        <a:t> (</a:t>
                      </a:r>
                      <a:r>
                        <a:rPr lang="pt-PT" dirty="0" err="1"/>
                        <a:t>Train</a:t>
                      </a:r>
                      <a:r>
                        <a:rPr lang="pt-PT" dirty="0"/>
                        <a:t>/</a:t>
                      </a:r>
                      <a:r>
                        <a:rPr lang="pt-PT" dirty="0" err="1"/>
                        <a:t>Test</a:t>
                      </a:r>
                      <a:r>
                        <a:rPr lang="pt-PT" dirty="0"/>
                        <a:t>)</a:t>
                      </a:r>
                    </a:p>
                  </a:txBody>
                  <a:tcPr/>
                </a:tc>
                <a:tc>
                  <a:txBody>
                    <a:bodyPr/>
                    <a:lstStyle/>
                    <a:p>
                      <a:r>
                        <a:rPr lang="pt-PT" dirty="0" err="1"/>
                        <a:t>cMSE</a:t>
                      </a:r>
                      <a:r>
                        <a:rPr lang="pt-PT" dirty="0"/>
                        <a:t> (Cross-</a:t>
                      </a:r>
                      <a:r>
                        <a:rPr lang="pt-PT" dirty="0" err="1"/>
                        <a:t>Val</a:t>
                      </a:r>
                      <a:r>
                        <a:rPr lang="pt-PT" dirty="0"/>
                        <a:t>)</a:t>
                      </a:r>
                    </a:p>
                  </a:txBody>
                  <a:tcPr/>
                </a:tc>
                <a:tc>
                  <a:txBody>
                    <a:bodyPr/>
                    <a:lstStyle/>
                    <a:p>
                      <a:r>
                        <a:rPr lang="pt-PT" dirty="0" err="1"/>
                        <a:t>cMSE</a:t>
                      </a:r>
                      <a:r>
                        <a:rPr lang="pt-PT" dirty="0"/>
                        <a:t> (KNN </a:t>
                      </a:r>
                      <a:r>
                        <a:rPr lang="pt-PT" dirty="0" err="1"/>
                        <a:t>Model</a:t>
                      </a:r>
                      <a:r>
                        <a:rPr lang="pt-PT" dirty="0"/>
                        <a:t>)</a:t>
                      </a:r>
                    </a:p>
                  </a:txBody>
                  <a:tcPr/>
                </a:tc>
                <a:tc>
                  <a:txBody>
                    <a:bodyPr/>
                    <a:lstStyle/>
                    <a:p>
                      <a:r>
                        <a:rPr lang="pt-PT" dirty="0" err="1"/>
                        <a:t>Best</a:t>
                      </a:r>
                      <a:r>
                        <a:rPr lang="pt-PT" dirty="0"/>
                        <a:t> k (KNN </a:t>
                      </a:r>
                      <a:r>
                        <a:rPr lang="pt-PT" dirty="0" err="1"/>
                        <a:t>Model</a:t>
                      </a:r>
                      <a:r>
                        <a:rPr lang="pt-PT" dirty="0"/>
                        <a:t>)</a:t>
                      </a:r>
                    </a:p>
                  </a:txBody>
                  <a:tcPr/>
                </a:tc>
                <a:extLst>
                  <a:ext uri="{0D108BD9-81ED-4DB2-BD59-A6C34878D82A}">
                    <a16:rowId xmlns:a16="http://schemas.microsoft.com/office/drawing/2014/main" val="3875671144"/>
                  </a:ext>
                </a:extLst>
              </a:tr>
              <a:tr h="370840">
                <a:tc>
                  <a:txBody>
                    <a:bodyPr/>
                    <a:lstStyle/>
                    <a:p>
                      <a:r>
                        <a:rPr lang="pt-PT" dirty="0" err="1"/>
                        <a:t>Mean</a:t>
                      </a:r>
                      <a:endParaRPr lang="pt-PT" dirty="0"/>
                    </a:p>
                  </a:txBody>
                  <a:tcPr/>
                </a:tc>
                <a:tc>
                  <a:txBody>
                    <a:bodyPr/>
                    <a:lstStyle/>
                    <a:p>
                      <a:r>
                        <a:rPr lang="pt-PT" dirty="0"/>
                        <a:t>1.478845</a:t>
                      </a:r>
                    </a:p>
                  </a:txBody>
                  <a:tcPr/>
                </a:tc>
                <a:tc>
                  <a:txBody>
                    <a:bodyPr/>
                    <a:lstStyle/>
                    <a:p>
                      <a:r>
                        <a:rPr lang="pt-PT" dirty="0"/>
                        <a:t>1.764469</a:t>
                      </a:r>
                    </a:p>
                  </a:txBody>
                  <a:tcPr/>
                </a:tc>
                <a:tc>
                  <a:txBody>
                    <a:bodyPr/>
                    <a:lstStyle/>
                    <a:p>
                      <a:r>
                        <a:rPr lang="pt-PT" dirty="0"/>
                        <a:t>1.747625</a:t>
                      </a:r>
                    </a:p>
                  </a:txBody>
                  <a:tcPr/>
                </a:tc>
                <a:tc>
                  <a:txBody>
                    <a:bodyPr/>
                    <a:lstStyle/>
                    <a:p>
                      <a:r>
                        <a:rPr lang="pt-PT" dirty="0"/>
                        <a:t>20</a:t>
                      </a:r>
                    </a:p>
                  </a:txBody>
                  <a:tcPr/>
                </a:tc>
                <a:extLst>
                  <a:ext uri="{0D108BD9-81ED-4DB2-BD59-A6C34878D82A}">
                    <a16:rowId xmlns:a16="http://schemas.microsoft.com/office/drawing/2014/main" val="2817174628"/>
                  </a:ext>
                </a:extLst>
              </a:tr>
              <a:tr h="370840">
                <a:tc>
                  <a:txBody>
                    <a:bodyPr/>
                    <a:lstStyle/>
                    <a:p>
                      <a:r>
                        <a:rPr lang="pt-PT" dirty="0" err="1"/>
                        <a:t>kNN</a:t>
                      </a:r>
                      <a:endParaRPr lang="pt-PT" dirty="0"/>
                    </a:p>
                  </a:txBody>
                  <a:tcPr/>
                </a:tc>
                <a:tc>
                  <a:txBody>
                    <a:bodyPr/>
                    <a:lstStyle/>
                    <a:p>
                      <a:r>
                        <a:rPr lang="pt-PT" dirty="0"/>
                        <a:t>1.489639</a:t>
                      </a:r>
                    </a:p>
                  </a:txBody>
                  <a:tcPr/>
                </a:tc>
                <a:tc>
                  <a:txBody>
                    <a:bodyPr/>
                    <a:lstStyle/>
                    <a:p>
                      <a:r>
                        <a:rPr lang="pt-PT" dirty="0"/>
                        <a:t>1.772562</a:t>
                      </a:r>
                    </a:p>
                  </a:txBody>
                  <a:tcPr/>
                </a:tc>
                <a:tc>
                  <a:txBody>
                    <a:bodyPr/>
                    <a:lstStyle/>
                    <a:p>
                      <a:r>
                        <a:rPr lang="pt-PT" dirty="0"/>
                        <a:t>1.756381</a:t>
                      </a:r>
                    </a:p>
                  </a:txBody>
                  <a:tcPr/>
                </a:tc>
                <a:tc>
                  <a:txBody>
                    <a:bodyPr/>
                    <a:lstStyle/>
                    <a:p>
                      <a:r>
                        <a:rPr lang="pt-PT" dirty="0"/>
                        <a:t>20</a:t>
                      </a:r>
                    </a:p>
                  </a:txBody>
                  <a:tcPr/>
                </a:tc>
                <a:extLst>
                  <a:ext uri="{0D108BD9-81ED-4DB2-BD59-A6C34878D82A}">
                    <a16:rowId xmlns:a16="http://schemas.microsoft.com/office/drawing/2014/main" val="142770946"/>
                  </a:ext>
                </a:extLst>
              </a:tr>
              <a:tr h="370840">
                <a:tc>
                  <a:txBody>
                    <a:bodyPr/>
                    <a:lstStyle/>
                    <a:p>
                      <a:r>
                        <a:rPr lang="pt-PT" dirty="0" err="1"/>
                        <a:t>Iterative</a:t>
                      </a:r>
                      <a:endParaRPr lang="pt-PT" dirty="0"/>
                    </a:p>
                  </a:txBody>
                  <a:tcPr/>
                </a:tc>
                <a:tc>
                  <a:txBody>
                    <a:bodyPr/>
                    <a:lstStyle/>
                    <a:p>
                      <a:r>
                        <a:rPr lang="pt-PT" sz="1400" b="0" u="none" strike="noStrike" cap="none" dirty="0">
                          <a:solidFill>
                            <a:schemeClr val="dk1"/>
                          </a:solidFill>
                          <a:effectLst/>
                          <a:sym typeface="Arial"/>
                        </a:rPr>
                        <a:t>1.489639</a:t>
                      </a:r>
                      <a:endParaRPr lang="pt-PT" sz="1400" b="1" i="0" u="none" strike="noStrike" cap="none" dirty="0">
                        <a:solidFill>
                          <a:schemeClr val="lt1"/>
                        </a:solidFill>
                        <a:latin typeface="+mn-lt"/>
                        <a:ea typeface="+mn-ea"/>
                        <a:cs typeface="+mn-cs"/>
                        <a:sym typeface="Arial"/>
                      </a:endParaRPr>
                    </a:p>
                  </a:txBody>
                  <a:tcPr/>
                </a:tc>
                <a:tc>
                  <a:txBody>
                    <a:bodyPr/>
                    <a:lstStyle/>
                    <a:p>
                      <a:r>
                        <a:rPr lang="pt-PT" dirty="0"/>
                        <a:t> 1.767101</a:t>
                      </a:r>
                    </a:p>
                  </a:txBody>
                  <a:tcPr/>
                </a:tc>
                <a:tc>
                  <a:txBody>
                    <a:bodyPr/>
                    <a:lstStyle/>
                    <a:p>
                      <a:r>
                        <a:rPr lang="pt-PT" dirty="0"/>
                        <a:t>1.739146</a:t>
                      </a:r>
                    </a:p>
                  </a:txBody>
                  <a:tcPr/>
                </a:tc>
                <a:tc>
                  <a:txBody>
                    <a:bodyPr/>
                    <a:lstStyle/>
                    <a:p>
                      <a:r>
                        <a:rPr lang="pt-PT" dirty="0"/>
                        <a:t>20</a:t>
                      </a:r>
                    </a:p>
                  </a:txBody>
                  <a:tcPr/>
                </a:tc>
                <a:extLst>
                  <a:ext uri="{0D108BD9-81ED-4DB2-BD59-A6C34878D82A}">
                    <a16:rowId xmlns:a16="http://schemas.microsoft.com/office/drawing/2014/main" val="1408423926"/>
                  </a:ext>
                </a:extLst>
              </a:tr>
            </a:tbl>
          </a:graphicData>
        </a:graphic>
      </p:graphicFrame>
      <p:graphicFrame>
        <p:nvGraphicFramePr>
          <p:cNvPr id="7" name="Tabela 6">
            <a:extLst>
              <a:ext uri="{FF2B5EF4-FFF2-40B4-BE49-F238E27FC236}">
                <a16:creationId xmlns:a16="http://schemas.microsoft.com/office/drawing/2014/main" id="{AC1101CA-4BFB-352E-3A4D-1E3C265DFEDF}"/>
              </a:ext>
            </a:extLst>
          </p:cNvPr>
          <p:cNvGraphicFramePr>
            <a:graphicFrameLocks noGrp="1"/>
          </p:cNvGraphicFramePr>
          <p:nvPr>
            <p:extLst>
              <p:ext uri="{D42A27DB-BD31-4B8C-83A1-F6EECF244321}">
                <p14:modId xmlns:p14="http://schemas.microsoft.com/office/powerpoint/2010/main" val="445723185"/>
              </p:ext>
            </p:extLst>
          </p:nvPr>
        </p:nvGraphicFramePr>
        <p:xfrm>
          <a:off x="1524000" y="3587750"/>
          <a:ext cx="6096000" cy="741680"/>
        </p:xfrm>
        <a:graphic>
          <a:graphicData uri="http://schemas.openxmlformats.org/drawingml/2006/table">
            <a:tbl>
              <a:tblPr firstRow="1" bandRow="1">
                <a:tableStyleId>{C083E6E3-FA7D-4D7B-A595-EF9225AFEA82}</a:tableStyleId>
              </a:tblPr>
              <a:tblGrid>
                <a:gridCol w="3048000">
                  <a:extLst>
                    <a:ext uri="{9D8B030D-6E8A-4147-A177-3AD203B41FA5}">
                      <a16:colId xmlns:a16="http://schemas.microsoft.com/office/drawing/2014/main" val="2196838631"/>
                    </a:ext>
                  </a:extLst>
                </a:gridCol>
                <a:gridCol w="3048000">
                  <a:extLst>
                    <a:ext uri="{9D8B030D-6E8A-4147-A177-3AD203B41FA5}">
                      <a16:colId xmlns:a16="http://schemas.microsoft.com/office/drawing/2014/main" val="2798739708"/>
                    </a:ext>
                  </a:extLst>
                </a:gridCol>
              </a:tblGrid>
              <a:tr h="370840">
                <a:tc>
                  <a:txBody>
                    <a:bodyPr/>
                    <a:lstStyle/>
                    <a:p>
                      <a:r>
                        <a:rPr lang="pt-PT" sz="1400" b="0" u="none" strike="noStrike" cap="none" dirty="0" err="1">
                          <a:solidFill>
                            <a:schemeClr val="tx1"/>
                          </a:solidFill>
                          <a:effectLst/>
                          <a:sym typeface="Arial"/>
                        </a:rPr>
                        <a:t>Best</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Imputation</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Strategy</a:t>
                      </a:r>
                      <a:endParaRPr lang="pt-PT" dirty="0">
                        <a:solidFill>
                          <a:schemeClr val="tx1"/>
                        </a:solidFill>
                      </a:endParaRPr>
                    </a:p>
                  </a:txBody>
                  <a:tcPr/>
                </a:tc>
                <a:tc>
                  <a:txBody>
                    <a:bodyPr/>
                    <a:lstStyle/>
                    <a:p>
                      <a:r>
                        <a:rPr lang="pt-PT" sz="1400" b="0" u="none" strike="noStrike" cap="none" dirty="0" err="1">
                          <a:solidFill>
                            <a:schemeClr val="tx1"/>
                          </a:solidFill>
                          <a:effectLst/>
                          <a:sym typeface="Arial"/>
                        </a:rPr>
                        <a:t>Best</a:t>
                      </a:r>
                      <a:r>
                        <a:rPr lang="pt-PT" sz="1400" b="0" u="none" strike="noStrike" cap="none" dirty="0">
                          <a:solidFill>
                            <a:schemeClr val="tx1"/>
                          </a:solidFill>
                          <a:effectLst/>
                          <a:sym typeface="Arial"/>
                        </a:rPr>
                        <a:t> Cross-</a:t>
                      </a:r>
                      <a:r>
                        <a:rPr lang="pt-PT" sz="1400" b="0" u="none" strike="noStrike" cap="none" dirty="0" err="1">
                          <a:solidFill>
                            <a:schemeClr val="tx1"/>
                          </a:solidFill>
                          <a:effectLst/>
                          <a:sym typeface="Arial"/>
                        </a:rPr>
                        <a:t>Validation</a:t>
                      </a:r>
                      <a:r>
                        <a:rPr lang="pt-PT" sz="1400" b="0" u="none" strike="noStrike" cap="none" dirty="0">
                          <a:solidFill>
                            <a:schemeClr val="tx1"/>
                          </a:solidFill>
                          <a:effectLst/>
                          <a:sym typeface="Arial"/>
                        </a:rPr>
                        <a:t> </a:t>
                      </a:r>
                      <a:r>
                        <a:rPr lang="pt-PT" sz="1400" b="0" u="none" strike="noStrike" cap="none" dirty="0" err="1">
                          <a:solidFill>
                            <a:schemeClr val="tx1"/>
                          </a:solidFill>
                          <a:effectLst/>
                          <a:sym typeface="Arial"/>
                        </a:rPr>
                        <a:t>cMSE</a:t>
                      </a:r>
                      <a:endParaRPr lang="pt-PT" dirty="0">
                        <a:solidFill>
                          <a:schemeClr val="tx1"/>
                        </a:solidFill>
                      </a:endParaRPr>
                    </a:p>
                  </a:txBody>
                  <a:tcPr/>
                </a:tc>
                <a:extLst>
                  <a:ext uri="{0D108BD9-81ED-4DB2-BD59-A6C34878D82A}">
                    <a16:rowId xmlns:a16="http://schemas.microsoft.com/office/drawing/2014/main" val="360229211"/>
                  </a:ext>
                </a:extLst>
              </a:tr>
              <a:tr h="370840">
                <a:tc>
                  <a:txBody>
                    <a:bodyPr/>
                    <a:lstStyle/>
                    <a:p>
                      <a:r>
                        <a:rPr lang="pt-PT" dirty="0" err="1"/>
                        <a:t>Mean</a:t>
                      </a:r>
                      <a:endParaRPr lang="pt-PT" dirty="0"/>
                    </a:p>
                  </a:txBody>
                  <a:tcPr/>
                </a:tc>
                <a:tc>
                  <a:txBody>
                    <a:bodyPr/>
                    <a:lstStyle/>
                    <a:p>
                      <a:r>
                        <a:rPr lang="pt-PT" sz="1400" b="0" u="none" strike="noStrike" cap="none" dirty="0">
                          <a:solidFill>
                            <a:schemeClr val="dk1"/>
                          </a:solidFill>
                          <a:effectLst/>
                          <a:sym typeface="Arial"/>
                        </a:rPr>
                        <a:t>1.7645</a:t>
                      </a:r>
                      <a:endParaRPr lang="pt-PT" dirty="0"/>
                    </a:p>
                  </a:txBody>
                  <a:tcPr/>
                </a:tc>
                <a:extLst>
                  <a:ext uri="{0D108BD9-81ED-4DB2-BD59-A6C34878D82A}">
                    <a16:rowId xmlns:a16="http://schemas.microsoft.com/office/drawing/2014/main" val="4265827023"/>
                  </a:ext>
                </a:extLst>
              </a:tr>
            </a:tbl>
          </a:graphicData>
        </a:graphic>
      </p:graphicFrame>
    </p:spTree>
    <p:extLst>
      <p:ext uri="{BB962C8B-B14F-4D97-AF65-F5344CB8AC3E}">
        <p14:creationId xmlns:p14="http://schemas.microsoft.com/office/powerpoint/2010/main" val="5621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5ADEDA-D515-C759-BDA1-138E81E8CB23}"/>
              </a:ext>
            </a:extLst>
          </p:cNvPr>
          <p:cNvSpPr>
            <a:spLocks noGrp="1"/>
          </p:cNvSpPr>
          <p:nvPr>
            <p:ph type="title"/>
          </p:nvPr>
        </p:nvSpPr>
        <p:spPr/>
        <p:txBody>
          <a:bodyPr>
            <a:normAutofit fontScale="90000"/>
          </a:bodyPr>
          <a:lstStyle/>
          <a:p>
            <a:r>
              <a:rPr lang="en-US" dirty="0"/>
              <a:t>Results and Analysis from task [3.1]</a:t>
            </a:r>
            <a:endParaRPr lang="pt-PT" dirty="0"/>
          </a:p>
        </p:txBody>
      </p:sp>
      <p:pic>
        <p:nvPicPr>
          <p:cNvPr id="6" name="Imagem 5">
            <a:extLst>
              <a:ext uri="{FF2B5EF4-FFF2-40B4-BE49-F238E27FC236}">
                <a16:creationId xmlns:a16="http://schemas.microsoft.com/office/drawing/2014/main" id="{BF3DFB3B-8DB8-F8AB-52F4-1AABB944D624}"/>
              </a:ext>
            </a:extLst>
          </p:cNvPr>
          <p:cNvPicPr>
            <a:picLocks noChangeAspect="1"/>
          </p:cNvPicPr>
          <p:nvPr/>
        </p:nvPicPr>
        <p:blipFill>
          <a:blip r:embed="rId2"/>
          <a:stretch>
            <a:fillRect/>
          </a:stretch>
        </p:blipFill>
        <p:spPr>
          <a:xfrm>
            <a:off x="4441372" y="1117913"/>
            <a:ext cx="3605369" cy="2687251"/>
          </a:xfrm>
          <a:prstGeom prst="rect">
            <a:avLst/>
          </a:prstGeom>
        </p:spPr>
      </p:pic>
      <p:sp>
        <p:nvSpPr>
          <p:cNvPr id="4" name="Marcador de Posição do Número do Diapositivo 3">
            <a:extLst>
              <a:ext uri="{FF2B5EF4-FFF2-40B4-BE49-F238E27FC236}">
                <a16:creationId xmlns:a16="http://schemas.microsoft.com/office/drawing/2014/main" id="{DFC80655-6EE5-A187-39B8-39E23F44C21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pt-PT" smtClean="0"/>
              <a:t>30</a:t>
            </a:fld>
            <a:endParaRPr lang="pt-PT"/>
          </a:p>
        </p:txBody>
      </p:sp>
      <p:pic>
        <p:nvPicPr>
          <p:cNvPr id="5" name="Imagem 4" descr="Uma imagem com texto, file, Gráfico, diagrama&#10;&#10;Os conteúdos gerados por IA podem estar incorretos.">
            <a:extLst>
              <a:ext uri="{FF2B5EF4-FFF2-40B4-BE49-F238E27FC236}">
                <a16:creationId xmlns:a16="http://schemas.microsoft.com/office/drawing/2014/main" id="{0A7312E7-9879-EFBA-2886-6AC395E5A95F}"/>
              </a:ext>
            </a:extLst>
          </p:cNvPr>
          <p:cNvPicPr>
            <a:picLocks noChangeAspect="1"/>
          </p:cNvPicPr>
          <p:nvPr/>
        </p:nvPicPr>
        <p:blipFill>
          <a:blip r:embed="rId3"/>
          <a:srcRect r="49809"/>
          <a:stretch>
            <a:fillRect/>
          </a:stretch>
        </p:blipFill>
        <p:spPr>
          <a:xfrm>
            <a:off x="311700" y="1205347"/>
            <a:ext cx="3711660" cy="2599817"/>
          </a:xfrm>
          <a:prstGeom prst="rect">
            <a:avLst/>
          </a:prstGeom>
        </p:spPr>
      </p:pic>
      <p:sp>
        <p:nvSpPr>
          <p:cNvPr id="7" name="CaixaDeTexto 6">
            <a:extLst>
              <a:ext uri="{FF2B5EF4-FFF2-40B4-BE49-F238E27FC236}">
                <a16:creationId xmlns:a16="http://schemas.microsoft.com/office/drawing/2014/main" id="{770E73B1-A2E8-CAEE-D183-2CE67710AD34}"/>
              </a:ext>
            </a:extLst>
          </p:cNvPr>
          <p:cNvSpPr txBox="1"/>
          <p:nvPr/>
        </p:nvSpPr>
        <p:spPr>
          <a:xfrm>
            <a:off x="0" y="3851062"/>
            <a:ext cx="8335911" cy="954107"/>
          </a:xfrm>
          <a:prstGeom prst="rect">
            <a:avLst/>
          </a:prstGeom>
          <a:noFill/>
        </p:spPr>
        <p:txBody>
          <a:bodyPr wrap="square" rtlCol="0">
            <a:spAutoFit/>
          </a:bodyPr>
          <a:lstStyle/>
          <a:p>
            <a:pPr marL="285750" indent="-285750" algn="just">
              <a:buFont typeface="Arial" panose="020B0604020202020204" pitchFamily="34" charset="0"/>
              <a:buChar char="•"/>
            </a:pPr>
            <a:r>
              <a:rPr lang="pt-PT" dirty="0" err="1"/>
              <a:t>The</a:t>
            </a:r>
            <a:r>
              <a:rPr lang="pt-PT" dirty="0"/>
              <a:t> </a:t>
            </a:r>
            <a:r>
              <a:rPr lang="pt-PT" dirty="0" err="1"/>
              <a:t>right</a:t>
            </a:r>
            <a:r>
              <a:rPr lang="pt-PT" dirty="0"/>
              <a:t> </a:t>
            </a:r>
            <a:r>
              <a:rPr lang="pt-PT" dirty="0" err="1"/>
              <a:t>plot</a:t>
            </a:r>
            <a:r>
              <a:rPr lang="pt-PT" dirty="0"/>
              <a:t>, </a:t>
            </a:r>
            <a:r>
              <a:rPr lang="pt-PT" dirty="0" err="1"/>
              <a:t>corresponding</a:t>
            </a:r>
            <a:r>
              <a:rPr lang="pt-PT" dirty="0"/>
              <a:t> to </a:t>
            </a:r>
            <a:r>
              <a:rPr lang="pt-PT" dirty="0" err="1"/>
              <a:t>the</a:t>
            </a:r>
            <a:r>
              <a:rPr lang="pt-PT" dirty="0"/>
              <a:t> </a:t>
            </a:r>
            <a:r>
              <a:rPr lang="pt-PT" dirty="0" err="1"/>
              <a:t>mean</a:t>
            </a:r>
            <a:r>
              <a:rPr lang="pt-PT" dirty="0"/>
              <a:t> </a:t>
            </a:r>
            <a:r>
              <a:rPr lang="pt-PT" dirty="0" err="1"/>
              <a:t>imputation</a:t>
            </a:r>
            <a:r>
              <a:rPr lang="pt-PT" dirty="0"/>
              <a:t> </a:t>
            </a:r>
            <a:r>
              <a:rPr lang="pt-PT" dirty="0" err="1"/>
              <a:t>with</a:t>
            </a:r>
            <a:r>
              <a:rPr lang="pt-PT" dirty="0"/>
              <a:t> cross-</a:t>
            </a:r>
            <a:r>
              <a:rPr lang="pt-PT" dirty="0" err="1"/>
              <a:t>validation</a:t>
            </a:r>
            <a:r>
              <a:rPr lang="pt-PT" dirty="0"/>
              <a:t>, shows a </a:t>
            </a:r>
            <a:r>
              <a:rPr lang="pt-PT" dirty="0" err="1"/>
              <a:t>wider</a:t>
            </a:r>
            <a:r>
              <a:rPr lang="pt-PT" dirty="0"/>
              <a:t> spread </a:t>
            </a:r>
            <a:r>
              <a:rPr lang="pt-PT" dirty="0" err="1"/>
              <a:t>of</a:t>
            </a:r>
            <a:r>
              <a:rPr lang="pt-PT" dirty="0"/>
              <a:t> </a:t>
            </a:r>
            <a:r>
              <a:rPr lang="pt-PT" dirty="0" err="1"/>
              <a:t>predicted</a:t>
            </a:r>
            <a:r>
              <a:rPr lang="pt-PT" dirty="0"/>
              <a:t> </a:t>
            </a:r>
            <a:r>
              <a:rPr lang="pt-PT" dirty="0" err="1"/>
              <a:t>values</a:t>
            </a:r>
            <a:r>
              <a:rPr lang="pt-PT" dirty="0"/>
              <a:t> </a:t>
            </a:r>
            <a:r>
              <a:rPr lang="pt-PT" dirty="0" err="1"/>
              <a:t>and</a:t>
            </a:r>
            <a:r>
              <a:rPr lang="pt-PT" dirty="0"/>
              <a:t> </a:t>
            </a:r>
            <a:r>
              <a:rPr lang="pt-PT" dirty="0" err="1"/>
              <a:t>slightly</a:t>
            </a:r>
            <a:r>
              <a:rPr lang="pt-PT" dirty="0"/>
              <a:t> </a:t>
            </a:r>
            <a:r>
              <a:rPr lang="pt-PT" dirty="0" err="1"/>
              <a:t>better</a:t>
            </a:r>
            <a:r>
              <a:rPr lang="pt-PT" dirty="0"/>
              <a:t> </a:t>
            </a:r>
            <a:r>
              <a:rPr lang="pt-PT" dirty="0" err="1"/>
              <a:t>alignment</a:t>
            </a:r>
            <a:r>
              <a:rPr lang="pt-PT" dirty="0"/>
              <a:t> </a:t>
            </a:r>
            <a:r>
              <a:rPr lang="pt-PT" dirty="0" err="1"/>
              <a:t>with</a:t>
            </a:r>
            <a:r>
              <a:rPr lang="pt-PT" dirty="0"/>
              <a:t> </a:t>
            </a:r>
            <a:r>
              <a:rPr lang="pt-PT" dirty="0" err="1"/>
              <a:t>the</a:t>
            </a:r>
            <a:r>
              <a:rPr lang="pt-PT" dirty="0"/>
              <a:t> diagonal for </a:t>
            </a:r>
            <a:r>
              <a:rPr lang="pt-PT" dirty="0" err="1"/>
              <a:t>medium</a:t>
            </a:r>
            <a:r>
              <a:rPr lang="pt-PT" dirty="0"/>
              <a:t>-range </a:t>
            </a:r>
            <a:r>
              <a:rPr lang="pt-PT" dirty="0" err="1"/>
              <a:t>survival</a:t>
            </a:r>
            <a:r>
              <a:rPr lang="pt-PT" dirty="0"/>
              <a:t> times.</a:t>
            </a:r>
          </a:p>
          <a:p>
            <a:pPr marL="285750" indent="-285750" algn="just">
              <a:buFont typeface="Arial" panose="020B0604020202020204" pitchFamily="34" charset="0"/>
              <a:buChar char="•"/>
            </a:pPr>
            <a:r>
              <a:rPr lang="pt-PT" dirty="0" err="1"/>
              <a:t>Overall</a:t>
            </a:r>
            <a:r>
              <a:rPr lang="pt-PT" dirty="0"/>
              <a:t>, </a:t>
            </a:r>
            <a:r>
              <a:rPr lang="pt-PT" dirty="0" err="1"/>
              <a:t>the</a:t>
            </a:r>
            <a:r>
              <a:rPr lang="pt-PT" dirty="0"/>
              <a:t> cross-</a:t>
            </a:r>
            <a:r>
              <a:rPr lang="pt-PT" dirty="0" err="1"/>
              <a:t>validated</a:t>
            </a:r>
            <a:r>
              <a:rPr lang="pt-PT" dirty="0"/>
              <a:t> </a:t>
            </a:r>
            <a:r>
              <a:rPr lang="pt-PT" dirty="0" err="1"/>
              <a:t>mean</a:t>
            </a:r>
            <a:r>
              <a:rPr lang="pt-PT" dirty="0"/>
              <a:t> </a:t>
            </a:r>
            <a:r>
              <a:rPr lang="pt-PT" dirty="0" err="1"/>
              <a:t>imputation</a:t>
            </a:r>
            <a:r>
              <a:rPr lang="pt-PT" dirty="0"/>
              <a:t> </a:t>
            </a:r>
            <a:r>
              <a:rPr lang="pt-PT" dirty="0" err="1"/>
              <a:t>model</a:t>
            </a:r>
            <a:r>
              <a:rPr lang="pt-PT" dirty="0"/>
              <a:t> </a:t>
            </a:r>
            <a:r>
              <a:rPr lang="pt-PT" dirty="0" err="1"/>
              <a:t>provides</a:t>
            </a:r>
            <a:r>
              <a:rPr lang="pt-PT" dirty="0"/>
              <a:t> a </a:t>
            </a:r>
            <a:r>
              <a:rPr lang="pt-PT" dirty="0" err="1"/>
              <a:t>modest</a:t>
            </a:r>
            <a:r>
              <a:rPr lang="pt-PT" dirty="0"/>
              <a:t> </a:t>
            </a:r>
            <a:r>
              <a:rPr lang="pt-PT" dirty="0" err="1"/>
              <a:t>improvement</a:t>
            </a:r>
            <a:r>
              <a:rPr lang="pt-PT" dirty="0"/>
              <a:t> </a:t>
            </a:r>
            <a:r>
              <a:rPr lang="pt-PT" dirty="0" err="1"/>
              <a:t>over</a:t>
            </a:r>
            <a:r>
              <a:rPr lang="pt-PT" dirty="0"/>
              <a:t> </a:t>
            </a:r>
            <a:r>
              <a:rPr lang="pt-PT" dirty="0" err="1"/>
              <a:t>the</a:t>
            </a:r>
            <a:r>
              <a:rPr lang="pt-PT" dirty="0"/>
              <a:t> </a:t>
            </a:r>
            <a:r>
              <a:rPr lang="pt-PT" dirty="0" err="1"/>
              <a:t>baseline</a:t>
            </a:r>
            <a:r>
              <a:rPr lang="pt-PT" dirty="0"/>
              <a:t>, </a:t>
            </a:r>
            <a:r>
              <a:rPr lang="pt-PT" dirty="0" err="1"/>
              <a:t>but</a:t>
            </a:r>
            <a:r>
              <a:rPr lang="pt-PT" dirty="0"/>
              <a:t> </a:t>
            </a:r>
            <a:r>
              <a:rPr lang="pt-PT" dirty="0" err="1"/>
              <a:t>both</a:t>
            </a:r>
            <a:r>
              <a:rPr lang="pt-PT" dirty="0"/>
              <a:t> </a:t>
            </a:r>
            <a:r>
              <a:rPr lang="pt-PT" dirty="0" err="1"/>
              <a:t>models</a:t>
            </a:r>
            <a:r>
              <a:rPr lang="pt-PT" dirty="0"/>
              <a:t> </a:t>
            </a:r>
            <a:r>
              <a:rPr lang="pt-PT" dirty="0" err="1"/>
              <a:t>still</a:t>
            </a:r>
            <a:r>
              <a:rPr lang="pt-PT" dirty="0"/>
              <a:t> show </a:t>
            </a:r>
            <a:r>
              <a:rPr lang="pt-PT" dirty="0" err="1"/>
              <a:t>bias</a:t>
            </a:r>
            <a:r>
              <a:rPr lang="pt-PT" dirty="0"/>
              <a:t> </a:t>
            </a:r>
            <a:r>
              <a:rPr lang="pt-PT" dirty="0" err="1"/>
              <a:t>toward</a:t>
            </a:r>
            <a:r>
              <a:rPr lang="pt-PT" dirty="0"/>
              <a:t> </a:t>
            </a:r>
            <a:r>
              <a:rPr lang="pt-PT" dirty="0" err="1"/>
              <a:t>the</a:t>
            </a:r>
            <a:r>
              <a:rPr lang="pt-PT" dirty="0"/>
              <a:t> </a:t>
            </a:r>
            <a:r>
              <a:rPr lang="pt-PT" dirty="0" err="1"/>
              <a:t>center</a:t>
            </a:r>
            <a:r>
              <a:rPr lang="pt-PT" dirty="0"/>
              <a:t> </a:t>
            </a:r>
            <a:r>
              <a:rPr lang="pt-PT" dirty="0" err="1"/>
              <a:t>of</a:t>
            </a:r>
            <a:r>
              <a:rPr lang="pt-PT" dirty="0"/>
              <a:t> </a:t>
            </a:r>
            <a:r>
              <a:rPr lang="pt-PT" dirty="0" err="1"/>
              <a:t>the</a:t>
            </a:r>
            <a:r>
              <a:rPr lang="pt-PT" dirty="0"/>
              <a:t> </a:t>
            </a:r>
            <a:r>
              <a:rPr lang="pt-PT" dirty="0" err="1"/>
              <a:t>survival</a:t>
            </a:r>
            <a:r>
              <a:rPr lang="pt-PT" dirty="0"/>
              <a:t> time range.</a:t>
            </a:r>
          </a:p>
        </p:txBody>
      </p:sp>
    </p:spTree>
    <p:extLst>
      <p:ext uri="{BB962C8B-B14F-4D97-AF65-F5344CB8AC3E}">
        <p14:creationId xmlns:p14="http://schemas.microsoft.com/office/powerpoint/2010/main" val="2371982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extLst>
      <p:ext uri="{BB962C8B-B14F-4D97-AF65-F5344CB8AC3E}">
        <p14:creationId xmlns:p14="http://schemas.microsoft.com/office/powerpoint/2010/main" val="34847214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[3.2]</a:t>
            </a:r>
            <a:endParaRPr lang="pt-PT" sz="2600"/>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32</a:t>
            </a:fld>
            <a:endParaRPr lang="en" sz="900"/>
          </a:p>
        </p:txBody>
      </p:sp>
      <p:graphicFrame>
        <p:nvGraphicFramePr>
          <p:cNvPr id="6" name="Marcador de Posição do Texto 2">
            <a:extLst>
              <a:ext uri="{FF2B5EF4-FFF2-40B4-BE49-F238E27FC236}">
                <a16:creationId xmlns:a16="http://schemas.microsoft.com/office/drawing/2014/main" id="{89C4E03F-8A2E-5AA0-19DE-409A1ABAA3CD}"/>
              </a:ext>
            </a:extLst>
          </p:cNvPr>
          <p:cNvGraphicFramePr/>
          <p:nvPr>
            <p:extLst>
              <p:ext uri="{D42A27DB-BD31-4B8C-83A1-F6EECF244321}">
                <p14:modId xmlns:p14="http://schemas.microsoft.com/office/powerpoint/2010/main" val="187033230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409733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10136-FF64-F78B-7C88-9A131088A46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12345A5-0DAB-816D-B1C5-5DBEA0F5466D}"/>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[3.2]</a:t>
            </a:r>
            <a:endParaRPr lang="pt-PT" sz="2600"/>
          </a:p>
        </p:txBody>
      </p:sp>
      <p:sp>
        <p:nvSpPr>
          <p:cNvPr id="4" name="Slide Number Placeholder 3">
            <a:extLst>
              <a:ext uri="{FF2B5EF4-FFF2-40B4-BE49-F238E27FC236}">
                <a16:creationId xmlns:a16="http://schemas.microsoft.com/office/drawing/2014/main" id="{56CFA283-55EC-2AF6-A903-60066668E764}"/>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33</a:t>
            </a:fld>
            <a:endParaRPr lang="en" sz="900"/>
          </a:p>
        </p:txBody>
      </p:sp>
      <p:graphicFrame>
        <p:nvGraphicFramePr>
          <p:cNvPr id="8" name="Marcador de Posição do Texto 2">
            <a:extLst>
              <a:ext uri="{FF2B5EF4-FFF2-40B4-BE49-F238E27FC236}">
                <a16:creationId xmlns:a16="http://schemas.microsoft.com/office/drawing/2014/main" id="{F0F38A54-5CD1-8531-E018-E18C8C26C650}"/>
              </a:ext>
            </a:extLst>
          </p:cNvPr>
          <p:cNvGraphicFramePr/>
          <p:nvPr>
            <p:extLst>
              <p:ext uri="{D42A27DB-BD31-4B8C-83A1-F6EECF244321}">
                <p14:modId xmlns:p14="http://schemas.microsoft.com/office/powerpoint/2010/main" val="257373140"/>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738963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graphicFrame>
        <p:nvGraphicFramePr>
          <p:cNvPr id="5" name="Marcador de Posição de Conteúdo 4">
            <a:extLst>
              <a:ext uri="{FF2B5EF4-FFF2-40B4-BE49-F238E27FC236}">
                <a16:creationId xmlns:a16="http://schemas.microsoft.com/office/drawing/2014/main" id="{5781C492-8792-D455-2446-18771F53B6F8}"/>
              </a:ext>
            </a:extLst>
          </p:cNvPr>
          <p:cNvGraphicFramePr>
            <a:graphicFrameLocks/>
          </p:cNvGraphicFramePr>
          <p:nvPr>
            <p:extLst>
              <p:ext uri="{D42A27DB-BD31-4B8C-83A1-F6EECF244321}">
                <p14:modId xmlns:p14="http://schemas.microsoft.com/office/powerpoint/2010/main" val="1770838947"/>
              </p:ext>
            </p:extLst>
          </p:nvPr>
        </p:nvGraphicFramePr>
        <p:xfrm>
          <a:off x="585758" y="1278890"/>
          <a:ext cx="7886700" cy="2747010"/>
        </p:xfrm>
        <a:graphic>
          <a:graphicData uri="http://schemas.openxmlformats.org/drawingml/2006/table">
            <a:tbl>
              <a:tblPr firstRow="1" bandRow="1">
                <a:tableStyleId>{C083E6E3-FA7D-4D7B-A595-EF9225AFEA82}</a:tableStyleId>
              </a:tblPr>
              <a:tblGrid>
                <a:gridCol w="1971675">
                  <a:extLst>
                    <a:ext uri="{9D8B030D-6E8A-4147-A177-3AD203B41FA5}">
                      <a16:colId xmlns:a16="http://schemas.microsoft.com/office/drawing/2014/main" val="4276084312"/>
                    </a:ext>
                  </a:extLst>
                </a:gridCol>
                <a:gridCol w="1971675">
                  <a:extLst>
                    <a:ext uri="{9D8B030D-6E8A-4147-A177-3AD203B41FA5}">
                      <a16:colId xmlns:a16="http://schemas.microsoft.com/office/drawing/2014/main" val="3455995344"/>
                    </a:ext>
                  </a:extLst>
                </a:gridCol>
                <a:gridCol w="1971675">
                  <a:extLst>
                    <a:ext uri="{9D8B030D-6E8A-4147-A177-3AD203B41FA5}">
                      <a16:colId xmlns:a16="http://schemas.microsoft.com/office/drawing/2014/main" val="3429761093"/>
                    </a:ext>
                  </a:extLst>
                </a:gridCol>
                <a:gridCol w="1971675">
                  <a:extLst>
                    <a:ext uri="{9D8B030D-6E8A-4147-A177-3AD203B41FA5}">
                      <a16:colId xmlns:a16="http://schemas.microsoft.com/office/drawing/2014/main" val="2048483362"/>
                    </a:ext>
                  </a:extLst>
                </a:gridCol>
              </a:tblGrid>
              <a:tr h="278130">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278130">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78130">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78130">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78130">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78130">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78130">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78130">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78130">
                <a:tc>
                  <a:txBody>
                    <a:bodyPr/>
                    <a:lstStyle/>
                    <a:p>
                      <a:r>
                        <a:rPr lang="pt-PT" sz="1400" b="0" u="none" kern="1200" dirty="0" err="1">
                          <a:solidFill>
                            <a:schemeClr val="dk1"/>
                          </a:solidFill>
                          <a:effectLst/>
                        </a:rPr>
                        <a:t>Native</a:t>
                      </a:r>
                      <a:r>
                        <a:rPr lang="pt-PT" sz="1400" b="0" u="none" kern="1200" dirty="0">
                          <a:solidFill>
                            <a:schemeClr val="dk1"/>
                          </a:solidFill>
                          <a:effectLst/>
                        </a:rPr>
                        <a:t> </a:t>
                      </a:r>
                      <a:r>
                        <a:rPr lang="pt-PT" sz="1400" b="0" u="none" kern="1200" dirty="0" err="1">
                          <a:solidFill>
                            <a:schemeClr val="dk1"/>
                          </a:solidFill>
                          <a:effectLst/>
                        </a:rPr>
                        <a:t>Missing</a:t>
                      </a:r>
                      <a:r>
                        <a:rPr lang="pt-PT" sz="1400" b="0" u="none" kern="1200" dirty="0">
                          <a:solidFill>
                            <a:schemeClr val="dk1"/>
                          </a:solidFill>
                          <a:effectLst/>
                        </a:rPr>
                        <a:t> </a:t>
                      </a:r>
                      <a:r>
                        <a:rPr lang="pt-PT" sz="1400" b="0" u="none" kern="1200" dirty="0" err="1">
                          <a:solidFill>
                            <a:schemeClr val="dk1"/>
                          </a:solidFill>
                          <a:effectLst/>
                        </a:rPr>
                        <a:t>Support</a:t>
                      </a:r>
                      <a:endParaRPr lang="pt-PT" sz="1100" u="none" dirty="0"/>
                    </a:p>
                  </a:txBody>
                  <a:tcPr marL="68580" marR="68580" marT="34290" marB="34290"/>
                </a:tc>
                <a:tc>
                  <a:txBody>
                    <a:bodyPr/>
                    <a:lstStyle/>
                    <a:p>
                      <a:r>
                        <a:rPr lang="pt-PT" sz="1400" b="0" u="none" kern="1200" dirty="0" err="1">
                          <a:solidFill>
                            <a:schemeClr val="dk1"/>
                          </a:solidFill>
                          <a:effectLst/>
                        </a:rPr>
                        <a:t>CatBoost</a:t>
                      </a:r>
                      <a:r>
                        <a:rPr lang="pt-PT" sz="1400" b="0" u="none" kern="1200" dirty="0">
                          <a:solidFill>
                            <a:schemeClr val="dk1"/>
                          </a:solidFill>
                          <a:effectLst/>
                        </a:rPr>
                        <a:t> AFT</a:t>
                      </a:r>
                      <a:endParaRPr lang="pt-PT" sz="1100" u="none" dirty="0"/>
                    </a:p>
                  </a:txBody>
                  <a:tcPr marL="68580" marR="68580" marT="34290" marB="34290"/>
                </a:tc>
                <a:tc>
                  <a:txBody>
                    <a:bodyPr/>
                    <a:lstStyle/>
                    <a:p>
                      <a:r>
                        <a:rPr lang="pt-PT" sz="1400" b="0" u="none" kern="1200" dirty="0">
                          <a:solidFill>
                            <a:schemeClr val="dk1"/>
                          </a:solidFill>
                          <a:effectLst/>
                        </a:rPr>
                        <a:t>2.792279</a:t>
                      </a:r>
                      <a:endParaRPr lang="pt-PT" sz="1100" u="none" dirty="0"/>
                    </a:p>
                  </a:txBody>
                  <a:tcPr marL="68580" marR="68580" marT="34290" marB="34290"/>
                </a:tc>
                <a:tc>
                  <a:txBody>
                    <a:bodyPr/>
                    <a:lstStyle/>
                    <a:p>
                      <a:r>
                        <a:rPr lang="pt-PT" sz="1400" b="0" u="none" kern="1200" dirty="0">
                          <a:solidFill>
                            <a:schemeClr val="dk1"/>
                          </a:solidFill>
                          <a:effectLst/>
                        </a:rPr>
                        <a:t>1.733899</a:t>
                      </a:r>
                      <a:endParaRPr lang="pt-PT" sz="1100" u="none" dirty="0"/>
                    </a:p>
                  </a:txBody>
                  <a:tcPr marL="68580" marR="68580" marT="34290" marB="34290"/>
                </a:tc>
                <a:extLst>
                  <a:ext uri="{0D108BD9-81ED-4DB2-BD59-A6C34878D82A}">
                    <a16:rowId xmlns:a16="http://schemas.microsoft.com/office/drawing/2014/main" val="3012350424"/>
                  </a:ext>
                </a:extLst>
              </a:tr>
            </a:tbl>
          </a:graphicData>
        </a:graphic>
      </p:graphicFrame>
    </p:spTree>
    <p:extLst>
      <p:ext uri="{BB962C8B-B14F-4D97-AF65-F5344CB8AC3E}">
        <p14:creationId xmlns:p14="http://schemas.microsoft.com/office/powerpoint/2010/main" val="4788978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extLst>
      <p:ext uri="{BB962C8B-B14F-4D97-AF65-F5344CB8AC3E}">
        <p14:creationId xmlns:p14="http://schemas.microsoft.com/office/powerpoint/2010/main" val="23076711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36</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37</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2160F-411C-C594-BDC2-E15DC495B45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842999-8974-BF9E-CE7E-B62F81E34B85}"/>
              </a:ext>
            </a:extLst>
          </p:cNvPr>
          <p:cNvSpPr>
            <a:spLocks noGrp="1"/>
          </p:cNvSpPr>
          <p:nvPr>
            <p:ph type="title"/>
          </p:nvPr>
        </p:nvSpPr>
        <p:spPr/>
        <p:txBody>
          <a:bodyPr>
            <a:normAutofit fontScale="90000"/>
          </a:bodyPr>
          <a:lstStyle/>
          <a:p>
            <a:r>
              <a:rPr lang="en-US" dirty="0"/>
              <a:t>Results and Analysis from task [3.3]</a:t>
            </a:r>
            <a:endParaRPr lang="pt-PT" dirty="0"/>
          </a:p>
        </p:txBody>
      </p:sp>
      <p:pic>
        <p:nvPicPr>
          <p:cNvPr id="8" name="Marcador de Posição de Conteúdo 7" descr="Uma imagem com texto, diagrama, file, Gráfico&#10;&#10;Os conteúdos gerados por IA podem estar incorretos.">
            <a:extLst>
              <a:ext uri="{FF2B5EF4-FFF2-40B4-BE49-F238E27FC236}">
                <a16:creationId xmlns:a16="http://schemas.microsoft.com/office/drawing/2014/main" id="{609170F5-5CA6-48D0-809E-96EB95ED857D}"/>
              </a:ext>
            </a:extLst>
          </p:cNvPr>
          <p:cNvPicPr>
            <a:picLocks noGrp="1" noChangeAspect="1"/>
          </p:cNvPicPr>
          <p:nvPr>
            <p:ph idx="1"/>
          </p:nvPr>
        </p:nvPicPr>
        <p:blipFill>
          <a:blip r:embed="rId2"/>
          <a:stretch>
            <a:fillRect/>
          </a:stretch>
        </p:blipFill>
        <p:spPr>
          <a:xfrm>
            <a:off x="2624874" y="1017725"/>
            <a:ext cx="3894251" cy="2584842"/>
          </a:xfrm>
          <a:prstGeom prst="rect">
            <a:avLst/>
          </a:prstGeom>
          <a:noFill/>
          <a:ln>
            <a:noFill/>
          </a:ln>
        </p:spPr>
      </p:pic>
      <p:sp>
        <p:nvSpPr>
          <p:cNvPr id="9" name="CaixaDeTexto 8">
            <a:extLst>
              <a:ext uri="{FF2B5EF4-FFF2-40B4-BE49-F238E27FC236}">
                <a16:creationId xmlns:a16="http://schemas.microsoft.com/office/drawing/2014/main" id="{2D44E4F0-8046-5E6D-F499-070686F51B84}"/>
              </a:ext>
            </a:extLst>
          </p:cNvPr>
          <p:cNvSpPr txBox="1"/>
          <p:nvPr/>
        </p:nvSpPr>
        <p:spPr>
          <a:xfrm>
            <a:off x="589958" y="3959811"/>
            <a:ext cx="7964082" cy="738664"/>
          </a:xfrm>
          <a:prstGeom prst="rect">
            <a:avLst/>
          </a:prstGeom>
          <a:noFill/>
        </p:spPr>
        <p:txBody>
          <a:bodyPr wrap="square" rtlCol="0">
            <a:spAutoFit/>
          </a:bodyPr>
          <a:lstStyle/>
          <a:p>
            <a:pPr algn="ctr"/>
            <a:r>
              <a:rPr lang="en-US" dirty="0"/>
              <a:t>Across all tested models, the </a:t>
            </a:r>
            <a:r>
              <a:rPr lang="en-US" dirty="0" err="1"/>
              <a:t>CatBoost</a:t>
            </a:r>
            <a:r>
              <a:rPr lang="en-US" dirty="0"/>
              <a:t> AFT approach delivered the most accurate predictions.</a:t>
            </a:r>
          </a:p>
          <a:p>
            <a:pPr algn="ctr"/>
            <a:r>
              <a:rPr lang="en-US" dirty="0"/>
              <a:t>It achieved the lowest </a:t>
            </a:r>
            <a:r>
              <a:rPr lang="en-US" dirty="0" err="1"/>
              <a:t>cMSE</a:t>
            </a:r>
            <a:r>
              <a:rPr lang="en-US" dirty="0"/>
              <a:t> and showed the strongest alignment with the diagonal in the regression plot.</a:t>
            </a:r>
            <a:endParaRPr lang="pt-PT" dirty="0"/>
          </a:p>
        </p:txBody>
      </p:sp>
    </p:spTree>
    <p:extLst>
      <p:ext uri="{BB962C8B-B14F-4D97-AF65-F5344CB8AC3E}">
        <p14:creationId xmlns:p14="http://schemas.microsoft.com/office/powerpoint/2010/main" val="13218169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A422-0A98-920B-5A5B-EF4AA6C828B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E92AA-F8CD-2AF3-677E-901483B73EE5}"/>
              </a:ext>
            </a:extLst>
          </p:cNvPr>
          <p:cNvSpPr>
            <a:spLocks noGrp="1"/>
          </p:cNvSpPr>
          <p:nvPr>
            <p:ph type="title"/>
          </p:nvPr>
        </p:nvSpPr>
        <p:spPr/>
        <p:txBody>
          <a:bodyPr>
            <a:normAutofit fontScale="90000"/>
          </a:bodyPr>
          <a:lstStyle/>
          <a:p>
            <a:r>
              <a:rPr lang="en-US" dirty="0"/>
              <a:t>Results and Analysis from task [3.3]</a:t>
            </a:r>
            <a:endParaRPr lang="pt-PT" dirty="0"/>
          </a:p>
        </p:txBody>
      </p:sp>
      <p:pic>
        <p:nvPicPr>
          <p:cNvPr id="8" name="Imagem 7" descr="Uma imagem com texto, file, Gráfico, diagrama&#10;&#10;Os conteúdos gerados por IA podem estar incorretos.">
            <a:extLst>
              <a:ext uri="{FF2B5EF4-FFF2-40B4-BE49-F238E27FC236}">
                <a16:creationId xmlns:a16="http://schemas.microsoft.com/office/drawing/2014/main" id="{7292C62A-5B70-5633-6A95-2E70681BC06A}"/>
              </a:ext>
            </a:extLst>
          </p:cNvPr>
          <p:cNvPicPr>
            <a:picLocks noChangeAspect="1"/>
          </p:cNvPicPr>
          <p:nvPr/>
        </p:nvPicPr>
        <p:blipFill>
          <a:blip r:embed="rId2"/>
          <a:stretch>
            <a:fillRect/>
          </a:stretch>
        </p:blipFill>
        <p:spPr>
          <a:xfrm>
            <a:off x="2181185" y="980553"/>
            <a:ext cx="4781629" cy="2852539"/>
          </a:xfrm>
          <a:prstGeom prst="rect">
            <a:avLst/>
          </a:prstGeom>
        </p:spPr>
      </p:pic>
      <p:sp>
        <p:nvSpPr>
          <p:cNvPr id="9" name="CaixaDeTexto 8">
            <a:extLst>
              <a:ext uri="{FF2B5EF4-FFF2-40B4-BE49-F238E27FC236}">
                <a16:creationId xmlns:a16="http://schemas.microsoft.com/office/drawing/2014/main" id="{8F9EBB37-9A80-348B-5D40-8298B3DE7083}"/>
              </a:ext>
            </a:extLst>
          </p:cNvPr>
          <p:cNvSpPr txBox="1"/>
          <p:nvPr/>
        </p:nvSpPr>
        <p:spPr>
          <a:xfrm>
            <a:off x="496453" y="3930072"/>
            <a:ext cx="8151091" cy="523220"/>
          </a:xfrm>
          <a:prstGeom prst="rect">
            <a:avLst/>
          </a:prstGeom>
          <a:noFill/>
        </p:spPr>
        <p:txBody>
          <a:bodyPr wrap="square" rtlCol="0">
            <a:spAutoFit/>
          </a:bodyPr>
          <a:lstStyle/>
          <a:p>
            <a:pPr algn="ctr"/>
            <a:r>
              <a:rPr lang="pt-PT" dirty="0" err="1"/>
              <a:t>Comparing</a:t>
            </a:r>
            <a:r>
              <a:rPr lang="pt-PT" dirty="0"/>
              <a:t> </a:t>
            </a:r>
            <a:r>
              <a:rPr lang="pt-PT" dirty="0" err="1"/>
              <a:t>this</a:t>
            </a:r>
            <a:r>
              <a:rPr lang="pt-PT" dirty="0"/>
              <a:t> </a:t>
            </a:r>
            <a:r>
              <a:rPr lang="pt-PT" dirty="0" err="1"/>
              <a:t>plot</a:t>
            </a:r>
            <a:r>
              <a:rPr lang="pt-PT" dirty="0"/>
              <a:t> </a:t>
            </a:r>
            <a:r>
              <a:rPr lang="pt-PT" dirty="0" err="1"/>
              <a:t>that</a:t>
            </a:r>
            <a:r>
              <a:rPr lang="pt-PT" dirty="0"/>
              <a:t> combines </a:t>
            </a:r>
            <a:r>
              <a:rPr lang="pt-PT" dirty="0" err="1"/>
              <a:t>Mean</a:t>
            </a:r>
            <a:r>
              <a:rPr lang="pt-PT" dirty="0"/>
              <a:t> </a:t>
            </a:r>
            <a:r>
              <a:rPr lang="pt-PT" dirty="0" err="1"/>
              <a:t>Imputation</a:t>
            </a:r>
            <a:r>
              <a:rPr lang="pt-PT" dirty="0"/>
              <a:t> + </a:t>
            </a:r>
            <a:r>
              <a:rPr lang="pt-PT" dirty="0" err="1"/>
              <a:t>CatBoost</a:t>
            </a:r>
            <a:r>
              <a:rPr lang="pt-PT" dirty="0"/>
              <a:t> AFT </a:t>
            </a:r>
            <a:r>
              <a:rPr lang="pt-PT" dirty="0" err="1"/>
              <a:t>we</a:t>
            </a:r>
            <a:r>
              <a:rPr lang="pt-PT" dirty="0"/>
              <a:t> can </a:t>
            </a:r>
            <a:r>
              <a:rPr lang="pt-PT" dirty="0" err="1"/>
              <a:t>clearly</a:t>
            </a:r>
            <a:r>
              <a:rPr lang="pt-PT" dirty="0"/>
              <a:t> </a:t>
            </a:r>
            <a:r>
              <a:rPr lang="pt-PT" dirty="0" err="1"/>
              <a:t>see</a:t>
            </a:r>
            <a:r>
              <a:rPr lang="pt-PT" dirty="0"/>
              <a:t> </a:t>
            </a:r>
            <a:r>
              <a:rPr lang="pt-PT" dirty="0" err="1"/>
              <a:t>an</a:t>
            </a:r>
            <a:r>
              <a:rPr lang="pt-PT" dirty="0"/>
              <a:t> </a:t>
            </a:r>
            <a:r>
              <a:rPr lang="pt-PT" dirty="0" err="1"/>
              <a:t>improvement</a:t>
            </a:r>
            <a:endParaRPr lang="pt-PT" dirty="0"/>
          </a:p>
        </p:txBody>
      </p:sp>
    </p:spTree>
    <p:extLst>
      <p:ext uri="{BB962C8B-B14F-4D97-AF65-F5344CB8AC3E}">
        <p14:creationId xmlns:p14="http://schemas.microsoft.com/office/powerpoint/2010/main" val="520864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9E38A-48D1-59A4-71BD-D17C8B0B386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6F2738C-7AFC-0C6F-EDAA-54546FADD180}"/>
              </a:ext>
            </a:extLst>
          </p:cNvPr>
          <p:cNvSpPr>
            <a:spLocks noGrp="1"/>
          </p:cNvSpPr>
          <p:nvPr>
            <p:ph type="title"/>
          </p:nvPr>
        </p:nvSpPr>
        <p:spPr/>
        <p:txBody>
          <a:bodyPr>
            <a:normAutofit fontScale="90000"/>
          </a:bodyPr>
          <a:lstStyle/>
          <a:p>
            <a:r>
              <a:rPr lang="en-US" dirty="0"/>
              <a:t>Results and Analysis from task [3.3]</a:t>
            </a:r>
            <a:endParaRPr lang="pt-PT" dirty="0"/>
          </a:p>
        </p:txBody>
      </p:sp>
      <p:graphicFrame>
        <p:nvGraphicFramePr>
          <p:cNvPr id="5" name="Marcador de Posição de Conteúdo 4">
            <a:extLst>
              <a:ext uri="{FF2B5EF4-FFF2-40B4-BE49-F238E27FC236}">
                <a16:creationId xmlns:a16="http://schemas.microsoft.com/office/drawing/2014/main" id="{2CC22392-76FC-4F0C-A696-632DAA3002EF}"/>
              </a:ext>
            </a:extLst>
          </p:cNvPr>
          <p:cNvGraphicFramePr>
            <a:graphicFrameLocks noGrp="1"/>
          </p:cNvGraphicFramePr>
          <p:nvPr>
            <p:ph idx="1"/>
          </p:nvPr>
        </p:nvGraphicFramePr>
        <p:xfrm>
          <a:off x="628650" y="1018238"/>
          <a:ext cx="7886700" cy="3393932"/>
        </p:xfrm>
        <a:graphic>
          <a:graphicData uri="http://schemas.openxmlformats.org/drawingml/2006/table">
            <a:tbl>
              <a:tblPr firstRow="1" bandRow="1">
                <a:tableStyleId>{C083E6E3-FA7D-4D7B-A595-EF9225AFEA82}</a:tableStyleId>
              </a:tblPr>
              <a:tblGrid>
                <a:gridCol w="1971675">
                  <a:extLst>
                    <a:ext uri="{9D8B030D-6E8A-4147-A177-3AD203B41FA5}">
                      <a16:colId xmlns:a16="http://schemas.microsoft.com/office/drawing/2014/main" val="4276084312"/>
                    </a:ext>
                  </a:extLst>
                </a:gridCol>
                <a:gridCol w="1971675">
                  <a:extLst>
                    <a:ext uri="{9D8B030D-6E8A-4147-A177-3AD203B41FA5}">
                      <a16:colId xmlns:a16="http://schemas.microsoft.com/office/drawing/2014/main" val="3455995344"/>
                    </a:ext>
                  </a:extLst>
                </a:gridCol>
                <a:gridCol w="1971675">
                  <a:extLst>
                    <a:ext uri="{9D8B030D-6E8A-4147-A177-3AD203B41FA5}">
                      <a16:colId xmlns:a16="http://schemas.microsoft.com/office/drawing/2014/main" val="3429761093"/>
                    </a:ext>
                  </a:extLst>
                </a:gridCol>
                <a:gridCol w="1971675">
                  <a:extLst>
                    <a:ext uri="{9D8B030D-6E8A-4147-A177-3AD203B41FA5}">
                      <a16:colId xmlns:a16="http://schemas.microsoft.com/office/drawing/2014/main" val="2048483362"/>
                    </a:ext>
                  </a:extLst>
                </a:gridCol>
              </a:tblGrid>
              <a:tr h="262112">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479677">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73047">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73047">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73047">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73047">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73047">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AFT</a:t>
                      </a:r>
                      <a:endParaRPr lang="pt-PT" sz="1100" dirty="0"/>
                    </a:p>
                  </a:txBody>
                  <a:tcPr marL="68580" marR="68580" marT="34290" marB="34290"/>
                </a:tc>
                <a:tc>
                  <a:txBody>
                    <a:bodyPr/>
                    <a:lstStyle/>
                    <a:p>
                      <a:r>
                        <a:rPr lang="pt-PT" sz="1400" b="0" kern="1200" dirty="0">
                          <a:solidFill>
                            <a:schemeClr val="dk1"/>
                          </a:solidFill>
                          <a:effectLst/>
                        </a:rPr>
                        <a:t>2.792279</a:t>
                      </a:r>
                      <a:endParaRPr lang="pt-PT" sz="1100" dirty="0"/>
                    </a:p>
                  </a:txBody>
                  <a:tcPr marL="68580" marR="68580" marT="34290" marB="34290"/>
                </a:tc>
                <a:tc>
                  <a:txBody>
                    <a:bodyPr/>
                    <a:lstStyle/>
                    <a:p>
                      <a:r>
                        <a:rPr lang="pt-PT" sz="1400" b="0" kern="1200" dirty="0">
                          <a:solidFill>
                            <a:schemeClr val="dk1"/>
                          </a:solidFill>
                          <a:effectLst/>
                        </a:rPr>
                        <a:t>1.733899</a:t>
                      </a:r>
                      <a:endParaRPr lang="pt-PT" sz="1100" dirty="0"/>
                    </a:p>
                  </a:txBody>
                  <a:tcPr marL="68580" marR="68580" marT="34290" marB="34290"/>
                </a:tc>
                <a:extLst>
                  <a:ext uri="{0D108BD9-81ED-4DB2-BD59-A6C34878D82A}">
                    <a16:rowId xmlns:a16="http://schemas.microsoft.com/office/drawing/2014/main" val="3012350424"/>
                  </a:ext>
                </a:extLst>
              </a:tr>
              <a:tr h="6420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 AFT</a:t>
                      </a:r>
                    </a:p>
                    <a:p>
                      <a:endParaRPr lang="pt-PT" sz="1100" dirty="0"/>
                    </a:p>
                  </a:txBody>
                  <a:tcPr marL="68580" marR="68580" marT="34290" marB="3429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CatBoost</a:t>
                      </a:r>
                      <a:r>
                        <a:rPr lang="pt-PT" sz="1400" b="0" kern="1200" dirty="0">
                          <a:solidFill>
                            <a:schemeClr val="dk1"/>
                          </a:solidFill>
                          <a:effectLst/>
                        </a:rPr>
                        <a:t> AFT </a:t>
                      </a:r>
                      <a:r>
                        <a:rPr lang="pt-PT" sz="1400" b="0" kern="1200" dirty="0" err="1">
                          <a:solidFill>
                            <a:schemeClr val="dk1"/>
                          </a:solidFill>
                          <a:effectLst/>
                        </a:rPr>
                        <a:t>on</a:t>
                      </a:r>
                      <a:r>
                        <a:rPr lang="pt-PT" sz="1400" b="0" kern="1200" dirty="0">
                          <a:solidFill>
                            <a:schemeClr val="dk1"/>
                          </a:solidFill>
                          <a:effectLst/>
                        </a:rPr>
                        <a:t> </a:t>
                      </a:r>
                      <a:r>
                        <a:rPr lang="pt-PT" sz="1400" b="0" kern="1200" dirty="0" err="1">
                          <a:solidFill>
                            <a:schemeClr val="dk1"/>
                          </a:solidFill>
                          <a:effectLst/>
                        </a:rPr>
                        <a:t>Imputed</a:t>
                      </a:r>
                      <a:r>
                        <a:rPr lang="pt-PT" sz="1400" b="0" kern="1200" dirty="0">
                          <a:solidFill>
                            <a:schemeClr val="dk1"/>
                          </a:solidFill>
                          <a:effectLst/>
                        </a:rPr>
                        <a:t> Data</a:t>
                      </a:r>
                    </a:p>
                    <a:p>
                      <a:endParaRPr lang="pt-PT" sz="1100" dirty="0"/>
                    </a:p>
                  </a:txBody>
                  <a:tcPr marL="68580" marR="68580" marT="34290" marB="34290"/>
                </a:tc>
                <a:tc>
                  <a:txBody>
                    <a:bodyPr/>
                    <a:lstStyle/>
                    <a:p>
                      <a:r>
                        <a:rPr lang="pt-PT" sz="1400" b="0" kern="1200" dirty="0">
                          <a:solidFill>
                            <a:schemeClr val="dk1"/>
                          </a:solidFill>
                          <a:effectLst/>
                        </a:rPr>
                        <a:t>2.544942</a:t>
                      </a:r>
                      <a:endParaRPr lang="pt-PT" sz="1100" dirty="0"/>
                    </a:p>
                  </a:txBody>
                  <a:tcPr marL="68580" marR="68580" marT="34290" marB="34290"/>
                </a:tc>
                <a:tc>
                  <a:txBody>
                    <a:bodyPr/>
                    <a:lstStyle/>
                    <a:p>
                      <a:r>
                        <a:rPr lang="pt-PT" sz="1400" b="0" kern="1200" dirty="0">
                          <a:solidFill>
                            <a:schemeClr val="dk1"/>
                          </a:solidFill>
                          <a:effectLst/>
                        </a:rPr>
                        <a:t>1.609733</a:t>
                      </a:r>
                      <a:endParaRPr lang="pt-PT" sz="1100" dirty="0"/>
                    </a:p>
                  </a:txBody>
                  <a:tcPr marL="68580" marR="68580" marT="34290" marB="34290"/>
                </a:tc>
                <a:extLst>
                  <a:ext uri="{0D108BD9-81ED-4DB2-BD59-A6C34878D82A}">
                    <a16:rowId xmlns:a16="http://schemas.microsoft.com/office/drawing/2014/main" val="661222074"/>
                  </a:ext>
                </a:extLst>
              </a:tr>
            </a:tbl>
          </a:graphicData>
        </a:graphic>
      </p:graphicFrame>
      <p:sp>
        <p:nvSpPr>
          <p:cNvPr id="3" name="CaixaDeTexto 2">
            <a:extLst>
              <a:ext uri="{FF2B5EF4-FFF2-40B4-BE49-F238E27FC236}">
                <a16:creationId xmlns:a16="http://schemas.microsoft.com/office/drawing/2014/main" id="{9E34AB80-812F-1111-4A98-D808D1D29876}"/>
              </a:ext>
            </a:extLst>
          </p:cNvPr>
          <p:cNvSpPr txBox="1"/>
          <p:nvPr/>
        </p:nvSpPr>
        <p:spPr>
          <a:xfrm>
            <a:off x="203200" y="4544586"/>
            <a:ext cx="8312150" cy="307777"/>
          </a:xfrm>
          <a:prstGeom prst="rect">
            <a:avLst/>
          </a:prstGeom>
          <a:noFill/>
        </p:spPr>
        <p:txBody>
          <a:bodyPr wrap="square" rtlCol="0">
            <a:spAutoFit/>
          </a:bodyPr>
          <a:lstStyle/>
          <a:p>
            <a:pPr algn="ctr"/>
            <a:r>
              <a:rPr lang="pt-PT" dirty="0" err="1"/>
              <a:t>Combining</a:t>
            </a:r>
            <a:r>
              <a:rPr lang="pt-PT" dirty="0"/>
              <a:t> </a:t>
            </a:r>
            <a:r>
              <a:rPr lang="pt-PT" dirty="0" err="1"/>
              <a:t>Mean</a:t>
            </a:r>
            <a:r>
              <a:rPr lang="pt-PT" dirty="0"/>
              <a:t> </a:t>
            </a:r>
            <a:r>
              <a:rPr lang="pt-PT" dirty="0" err="1"/>
              <a:t>Imputation</a:t>
            </a:r>
            <a:r>
              <a:rPr lang="pt-PT" dirty="0"/>
              <a:t> </a:t>
            </a:r>
            <a:r>
              <a:rPr lang="pt-PT" dirty="0" err="1"/>
              <a:t>with</a:t>
            </a:r>
            <a:r>
              <a:rPr lang="pt-PT" dirty="0"/>
              <a:t> AFT </a:t>
            </a:r>
            <a:r>
              <a:rPr lang="pt-PT" dirty="0" err="1"/>
              <a:t>clearly</a:t>
            </a:r>
            <a:r>
              <a:rPr lang="pt-PT" dirty="0"/>
              <a:t> shows </a:t>
            </a:r>
            <a:r>
              <a:rPr lang="pt-PT" dirty="0" err="1"/>
              <a:t>the</a:t>
            </a:r>
            <a:r>
              <a:rPr lang="pt-PT" dirty="0"/>
              <a:t> </a:t>
            </a:r>
            <a:r>
              <a:rPr lang="pt-PT" dirty="0" err="1"/>
              <a:t>best</a:t>
            </a:r>
            <a:r>
              <a:rPr lang="pt-PT" dirty="0"/>
              <a:t> </a:t>
            </a:r>
            <a:r>
              <a:rPr lang="pt-PT" dirty="0" err="1"/>
              <a:t>results</a:t>
            </a:r>
            <a:endParaRPr lang="pt-PT" dirty="0"/>
          </a:p>
        </p:txBody>
      </p:sp>
    </p:spTree>
    <p:extLst>
      <p:ext uri="{BB962C8B-B14F-4D97-AF65-F5344CB8AC3E}">
        <p14:creationId xmlns:p14="http://schemas.microsoft.com/office/powerpoint/2010/main" val="3851316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CD153-DC31-EA72-7A9D-7CDF4B626D6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FC55A14-6984-5DC2-6AA7-D78910787FC0}"/>
              </a:ext>
            </a:extLst>
          </p:cNvPr>
          <p:cNvSpPr>
            <a:spLocks noGrp="1"/>
          </p:cNvSpPr>
          <p:nvPr>
            <p:ph type="title"/>
          </p:nvPr>
        </p:nvSpPr>
        <p:spPr/>
        <p:txBody>
          <a:bodyPr>
            <a:normAutofit fontScale="90000"/>
          </a:bodyPr>
          <a:lstStyle/>
          <a:p>
            <a:r>
              <a:rPr lang="en-US" u="sng" dirty="0"/>
              <a:t>Results</a:t>
            </a:r>
            <a:r>
              <a:rPr lang="en-US" dirty="0"/>
              <a:t> and Analysis from task [3.3]</a:t>
            </a:r>
            <a:endParaRPr lang="pt-PT" dirty="0"/>
          </a:p>
        </p:txBody>
      </p:sp>
      <p:sp>
        <p:nvSpPr>
          <p:cNvPr id="6" name="Marcador de Posição de Conteúdo 5">
            <a:extLst>
              <a:ext uri="{FF2B5EF4-FFF2-40B4-BE49-F238E27FC236}">
                <a16:creationId xmlns:a16="http://schemas.microsoft.com/office/drawing/2014/main" id="{60A98818-C0D9-01A3-B789-7CC410BFF5E2}"/>
              </a:ext>
            </a:extLst>
          </p:cNvPr>
          <p:cNvSpPr>
            <a:spLocks noGrp="1"/>
          </p:cNvSpPr>
          <p:nvPr>
            <p:ph idx="1"/>
          </p:nvPr>
        </p:nvSpPr>
        <p:spPr/>
        <p:txBody>
          <a:bodyPr>
            <a:normAutofit/>
          </a:bodyPr>
          <a:lstStyle/>
          <a:p>
            <a:endParaRPr lang="pt-PT" dirty="0"/>
          </a:p>
          <a:p>
            <a:r>
              <a:rPr lang="pt-PT" dirty="0" err="1"/>
              <a:t>Using</a:t>
            </a:r>
            <a:r>
              <a:rPr lang="pt-PT" dirty="0"/>
              <a:t> </a:t>
            </a:r>
            <a:r>
              <a:rPr lang="pt-PT" dirty="0" err="1"/>
              <a:t>Mean</a:t>
            </a:r>
            <a:r>
              <a:rPr lang="pt-PT" dirty="0"/>
              <a:t> </a:t>
            </a:r>
            <a:r>
              <a:rPr lang="pt-PT" dirty="0" err="1"/>
              <a:t>Imputation</a:t>
            </a:r>
            <a:r>
              <a:rPr lang="pt-PT" dirty="0"/>
              <a:t> + </a:t>
            </a:r>
            <a:r>
              <a:rPr lang="pt-PT" dirty="0" err="1"/>
              <a:t>CatBoost</a:t>
            </a:r>
            <a:r>
              <a:rPr lang="pt-PT" dirty="0"/>
              <a:t> AFT </a:t>
            </a:r>
            <a:r>
              <a:rPr lang="pt-PT" dirty="0" err="1"/>
              <a:t>model</a:t>
            </a:r>
            <a:r>
              <a:rPr lang="pt-PT" dirty="0"/>
              <a:t>:</a:t>
            </a:r>
          </a:p>
          <a:p>
            <a:endParaRPr lang="pt-PT" dirty="0"/>
          </a:p>
          <a:p>
            <a:pPr lvl="1"/>
            <a:r>
              <a:rPr lang="pt-PT" dirty="0" err="1"/>
              <a:t>Best</a:t>
            </a:r>
            <a:r>
              <a:rPr lang="pt-PT" dirty="0"/>
              <a:t> Local </a:t>
            </a:r>
            <a:r>
              <a:rPr lang="pt-PT" dirty="0" err="1"/>
              <a:t>cMSE</a:t>
            </a:r>
            <a:r>
              <a:rPr lang="pt-PT" dirty="0"/>
              <a:t>: 1.6097</a:t>
            </a:r>
          </a:p>
          <a:p>
            <a:pPr lvl="1"/>
            <a:endParaRPr lang="pt-PT" dirty="0"/>
          </a:p>
          <a:p>
            <a:pPr lvl="1"/>
            <a:r>
              <a:rPr lang="pt-PT" dirty="0" err="1"/>
              <a:t>Best</a:t>
            </a:r>
            <a:r>
              <a:rPr lang="pt-PT" dirty="0"/>
              <a:t> </a:t>
            </a:r>
            <a:r>
              <a:rPr lang="pt-PT" dirty="0" err="1"/>
              <a:t>Kaggle</a:t>
            </a:r>
            <a:r>
              <a:rPr lang="pt-PT" dirty="0"/>
              <a:t> score: 2.73477</a:t>
            </a:r>
          </a:p>
          <a:p>
            <a:endParaRPr lang="pt-PT" dirty="0"/>
          </a:p>
          <a:p>
            <a:r>
              <a:rPr lang="pt-PT" sz="1500" dirty="0" err="1">
                <a:solidFill>
                  <a:schemeClr val="tx1"/>
                </a:solidFill>
              </a:rPr>
              <a:t>Despite</a:t>
            </a:r>
            <a:r>
              <a:rPr lang="pt-PT" sz="1500" dirty="0">
                <a:solidFill>
                  <a:schemeClr val="tx1"/>
                </a:solidFill>
              </a:rPr>
              <a:t> </a:t>
            </a:r>
            <a:r>
              <a:rPr lang="pt-PT" sz="1500" dirty="0" err="1">
                <a:solidFill>
                  <a:schemeClr val="tx1"/>
                </a:solidFill>
              </a:rPr>
              <a:t>achieving</a:t>
            </a:r>
            <a:r>
              <a:rPr lang="pt-PT" sz="1500" dirty="0">
                <a:solidFill>
                  <a:schemeClr val="tx1"/>
                </a:solidFill>
              </a:rPr>
              <a:t> </a:t>
            </a:r>
            <a:r>
              <a:rPr lang="pt-PT" sz="1500" dirty="0" err="1">
                <a:solidFill>
                  <a:schemeClr val="tx1"/>
                </a:solidFill>
              </a:rPr>
              <a:t>the</a:t>
            </a:r>
            <a:r>
              <a:rPr lang="pt-PT" sz="1500" dirty="0">
                <a:solidFill>
                  <a:schemeClr val="tx1"/>
                </a:solidFill>
              </a:rPr>
              <a:t> </a:t>
            </a:r>
            <a:r>
              <a:rPr lang="pt-PT" sz="1500" dirty="0" err="1">
                <a:solidFill>
                  <a:schemeClr val="tx1"/>
                </a:solidFill>
              </a:rPr>
              <a:t>lowest</a:t>
            </a:r>
            <a:r>
              <a:rPr lang="pt-PT" sz="1500" dirty="0">
                <a:solidFill>
                  <a:schemeClr val="tx1"/>
                </a:solidFill>
              </a:rPr>
              <a:t> local </a:t>
            </a:r>
            <a:r>
              <a:rPr lang="pt-PT" sz="1500" dirty="0" err="1">
                <a:solidFill>
                  <a:schemeClr val="tx1"/>
                </a:solidFill>
              </a:rPr>
              <a:t>cMSE</a:t>
            </a:r>
            <a:r>
              <a:rPr lang="pt-PT" sz="1500" dirty="0">
                <a:solidFill>
                  <a:schemeClr val="tx1"/>
                </a:solidFill>
              </a:rPr>
              <a:t> , </a:t>
            </a:r>
            <a:r>
              <a:rPr lang="pt-PT" sz="1500" dirty="0" err="1">
                <a:solidFill>
                  <a:schemeClr val="tx1"/>
                </a:solidFill>
              </a:rPr>
              <a:t>the</a:t>
            </a:r>
            <a:r>
              <a:rPr lang="pt-PT" sz="1500" dirty="0">
                <a:solidFill>
                  <a:schemeClr val="tx1"/>
                </a:solidFill>
              </a:rPr>
              <a:t> </a:t>
            </a:r>
            <a:r>
              <a:rPr lang="pt-PT" sz="1500" dirty="0" err="1">
                <a:solidFill>
                  <a:schemeClr val="tx1"/>
                </a:solidFill>
              </a:rPr>
              <a:t>Mean</a:t>
            </a:r>
            <a:r>
              <a:rPr lang="pt-PT" sz="1500" dirty="0">
                <a:solidFill>
                  <a:schemeClr val="tx1"/>
                </a:solidFill>
              </a:rPr>
              <a:t> </a:t>
            </a:r>
            <a:r>
              <a:rPr lang="pt-PT" sz="1500" dirty="0" err="1">
                <a:solidFill>
                  <a:schemeClr val="tx1"/>
                </a:solidFill>
              </a:rPr>
              <a:t>Imputation</a:t>
            </a:r>
            <a:r>
              <a:rPr lang="pt-PT" sz="1500" dirty="0">
                <a:solidFill>
                  <a:schemeClr val="tx1"/>
                </a:solidFill>
              </a:rPr>
              <a:t> + </a:t>
            </a:r>
            <a:r>
              <a:rPr lang="pt-PT" sz="1500" dirty="0" err="1">
                <a:solidFill>
                  <a:schemeClr val="tx1"/>
                </a:solidFill>
              </a:rPr>
              <a:t>CatBoost</a:t>
            </a:r>
            <a:r>
              <a:rPr lang="pt-PT" sz="1500" dirty="0">
                <a:solidFill>
                  <a:schemeClr val="tx1"/>
                </a:solidFill>
              </a:rPr>
              <a:t> AFT </a:t>
            </a:r>
            <a:r>
              <a:rPr lang="pt-PT" sz="1500" dirty="0" err="1">
                <a:solidFill>
                  <a:schemeClr val="tx1"/>
                </a:solidFill>
              </a:rPr>
              <a:t>model</a:t>
            </a:r>
            <a:r>
              <a:rPr lang="pt-PT" sz="1500" dirty="0">
                <a:solidFill>
                  <a:schemeClr val="tx1"/>
                </a:solidFill>
              </a:rPr>
              <a:t> </a:t>
            </a:r>
            <a:r>
              <a:rPr lang="pt-PT" sz="1500" dirty="0" err="1">
                <a:solidFill>
                  <a:schemeClr val="tx1"/>
                </a:solidFill>
              </a:rPr>
              <a:t>obtained</a:t>
            </a:r>
            <a:r>
              <a:rPr lang="pt-PT" sz="1500" dirty="0">
                <a:solidFill>
                  <a:schemeClr val="tx1"/>
                </a:solidFill>
              </a:rPr>
              <a:t> a </a:t>
            </a:r>
            <a:r>
              <a:rPr lang="pt-PT" sz="1500" dirty="0" err="1">
                <a:solidFill>
                  <a:schemeClr val="tx1"/>
                </a:solidFill>
              </a:rPr>
              <a:t>substantially</a:t>
            </a:r>
            <a:r>
              <a:rPr lang="pt-PT" sz="1500" dirty="0">
                <a:solidFill>
                  <a:schemeClr val="tx1"/>
                </a:solidFill>
              </a:rPr>
              <a:t> </a:t>
            </a:r>
            <a:r>
              <a:rPr lang="pt-PT" sz="1500" dirty="0" err="1">
                <a:solidFill>
                  <a:schemeClr val="tx1"/>
                </a:solidFill>
              </a:rPr>
              <a:t>higher</a:t>
            </a:r>
            <a:r>
              <a:rPr lang="pt-PT" sz="1500" dirty="0">
                <a:solidFill>
                  <a:schemeClr val="tx1"/>
                </a:solidFill>
              </a:rPr>
              <a:t> error </a:t>
            </a:r>
            <a:r>
              <a:rPr lang="pt-PT" sz="1500" dirty="0" err="1">
                <a:solidFill>
                  <a:schemeClr val="tx1"/>
                </a:solidFill>
              </a:rPr>
              <a:t>on</a:t>
            </a:r>
            <a:r>
              <a:rPr lang="pt-PT" sz="1500" dirty="0">
                <a:solidFill>
                  <a:schemeClr val="tx1"/>
                </a:solidFill>
              </a:rPr>
              <a:t> </a:t>
            </a:r>
            <a:r>
              <a:rPr lang="pt-PT" sz="1500" dirty="0" err="1">
                <a:solidFill>
                  <a:schemeClr val="tx1"/>
                </a:solidFill>
              </a:rPr>
              <a:t>the</a:t>
            </a:r>
            <a:r>
              <a:rPr lang="pt-PT" sz="1500" dirty="0">
                <a:solidFill>
                  <a:schemeClr val="tx1"/>
                </a:solidFill>
              </a:rPr>
              <a:t> </a:t>
            </a:r>
            <a:r>
              <a:rPr lang="pt-PT" sz="1500" dirty="0" err="1">
                <a:solidFill>
                  <a:schemeClr val="tx1"/>
                </a:solidFill>
              </a:rPr>
              <a:t>Kaggle</a:t>
            </a:r>
            <a:r>
              <a:rPr lang="pt-PT" sz="1500" dirty="0">
                <a:solidFill>
                  <a:schemeClr val="tx1"/>
                </a:solidFill>
              </a:rPr>
              <a:t> </a:t>
            </a:r>
            <a:r>
              <a:rPr lang="pt-PT" sz="1500" dirty="0" err="1">
                <a:solidFill>
                  <a:schemeClr val="tx1"/>
                </a:solidFill>
              </a:rPr>
              <a:t>test</a:t>
            </a:r>
            <a:r>
              <a:rPr lang="pt-PT" sz="1500" dirty="0">
                <a:solidFill>
                  <a:schemeClr val="tx1"/>
                </a:solidFill>
              </a:rPr>
              <a:t> set. </a:t>
            </a:r>
            <a:r>
              <a:rPr lang="pt-PT" sz="1500" dirty="0" err="1">
                <a:solidFill>
                  <a:schemeClr val="tx1"/>
                </a:solidFill>
              </a:rPr>
              <a:t>This</a:t>
            </a:r>
            <a:r>
              <a:rPr lang="pt-PT" sz="1500" dirty="0">
                <a:solidFill>
                  <a:schemeClr val="tx1"/>
                </a:solidFill>
              </a:rPr>
              <a:t> gap </a:t>
            </a:r>
            <a:r>
              <a:rPr lang="pt-PT" sz="1500" dirty="0" err="1">
                <a:solidFill>
                  <a:schemeClr val="tx1"/>
                </a:solidFill>
              </a:rPr>
              <a:t>indicates</a:t>
            </a:r>
            <a:r>
              <a:rPr lang="pt-PT" sz="1500" dirty="0">
                <a:solidFill>
                  <a:schemeClr val="tx1"/>
                </a:solidFill>
              </a:rPr>
              <a:t> </a:t>
            </a:r>
            <a:r>
              <a:rPr lang="pt-PT" sz="1500" dirty="0" err="1">
                <a:solidFill>
                  <a:schemeClr val="tx1"/>
                </a:solidFill>
              </a:rPr>
              <a:t>overfitting</a:t>
            </a:r>
            <a:r>
              <a:rPr lang="pt-PT" sz="1500" dirty="0">
                <a:solidFill>
                  <a:schemeClr val="tx1"/>
                </a:solidFill>
              </a:rPr>
              <a:t> to </a:t>
            </a:r>
            <a:r>
              <a:rPr lang="pt-PT" sz="1500" dirty="0" err="1">
                <a:solidFill>
                  <a:schemeClr val="tx1"/>
                </a:solidFill>
              </a:rPr>
              <a:t>the</a:t>
            </a:r>
            <a:r>
              <a:rPr lang="pt-PT" sz="1500" dirty="0">
                <a:solidFill>
                  <a:schemeClr val="tx1"/>
                </a:solidFill>
              </a:rPr>
              <a:t> local </a:t>
            </a:r>
            <a:r>
              <a:rPr lang="pt-PT" sz="1500" dirty="0" err="1">
                <a:solidFill>
                  <a:schemeClr val="tx1"/>
                </a:solidFill>
              </a:rPr>
              <a:t>validation</a:t>
            </a:r>
            <a:r>
              <a:rPr lang="pt-PT" sz="1500" dirty="0">
                <a:solidFill>
                  <a:schemeClr val="tx1"/>
                </a:solidFill>
              </a:rPr>
              <a:t> data </a:t>
            </a:r>
            <a:r>
              <a:rPr lang="pt-PT" sz="1500" dirty="0" err="1">
                <a:solidFill>
                  <a:schemeClr val="tx1"/>
                </a:solidFill>
              </a:rPr>
              <a:t>and</a:t>
            </a:r>
            <a:r>
              <a:rPr lang="pt-PT" sz="1500" dirty="0">
                <a:solidFill>
                  <a:schemeClr val="tx1"/>
                </a:solidFill>
              </a:rPr>
              <a:t> </a:t>
            </a:r>
            <a:r>
              <a:rPr lang="pt-PT" sz="1500" dirty="0" err="1">
                <a:solidFill>
                  <a:schemeClr val="tx1"/>
                </a:solidFill>
              </a:rPr>
              <a:t>limited</a:t>
            </a:r>
            <a:r>
              <a:rPr lang="pt-PT" sz="1500" dirty="0">
                <a:solidFill>
                  <a:schemeClr val="tx1"/>
                </a:solidFill>
              </a:rPr>
              <a:t> </a:t>
            </a:r>
            <a:r>
              <a:rPr lang="pt-PT" sz="1500" dirty="0" err="1">
                <a:solidFill>
                  <a:schemeClr val="tx1"/>
                </a:solidFill>
              </a:rPr>
              <a:t>generalization</a:t>
            </a:r>
            <a:r>
              <a:rPr lang="pt-PT" sz="1500" dirty="0">
                <a:solidFill>
                  <a:schemeClr val="tx1"/>
                </a:solidFill>
              </a:rPr>
              <a:t> to </a:t>
            </a:r>
            <a:r>
              <a:rPr lang="pt-PT" sz="1500" dirty="0" err="1">
                <a:solidFill>
                  <a:schemeClr val="tx1"/>
                </a:solidFill>
              </a:rPr>
              <a:t>unseen</a:t>
            </a:r>
            <a:r>
              <a:rPr lang="pt-PT" sz="1500" dirty="0">
                <a:solidFill>
                  <a:schemeClr val="tx1"/>
                </a:solidFill>
              </a:rPr>
              <a:t> samples, </a:t>
            </a:r>
            <a:r>
              <a:rPr lang="pt-PT" sz="1500" dirty="0" err="1">
                <a:solidFill>
                  <a:schemeClr val="tx1"/>
                </a:solidFill>
              </a:rPr>
              <a:t>likely</a:t>
            </a:r>
            <a:r>
              <a:rPr lang="pt-PT" sz="1500" dirty="0">
                <a:solidFill>
                  <a:schemeClr val="tx1"/>
                </a:solidFill>
              </a:rPr>
              <a:t> </a:t>
            </a:r>
            <a:r>
              <a:rPr lang="pt-PT" sz="1500" dirty="0" err="1">
                <a:solidFill>
                  <a:schemeClr val="tx1"/>
                </a:solidFill>
              </a:rPr>
              <a:t>due</a:t>
            </a:r>
            <a:r>
              <a:rPr lang="pt-PT" sz="1500" dirty="0">
                <a:solidFill>
                  <a:schemeClr val="tx1"/>
                </a:solidFill>
              </a:rPr>
              <a:t> to </a:t>
            </a:r>
            <a:r>
              <a:rPr lang="pt-PT" sz="1500" dirty="0" err="1">
                <a:solidFill>
                  <a:schemeClr val="tx1"/>
                </a:solidFill>
              </a:rPr>
              <a:t>sensitivity</a:t>
            </a:r>
            <a:r>
              <a:rPr lang="pt-PT" sz="1500" dirty="0">
                <a:solidFill>
                  <a:schemeClr val="tx1"/>
                </a:solidFill>
              </a:rPr>
              <a:t> to </a:t>
            </a:r>
            <a:r>
              <a:rPr lang="pt-PT" sz="1500" dirty="0" err="1">
                <a:solidFill>
                  <a:schemeClr val="tx1"/>
                </a:solidFill>
              </a:rPr>
              <a:t>distributional</a:t>
            </a:r>
            <a:r>
              <a:rPr lang="pt-PT" sz="1500" dirty="0">
                <a:solidFill>
                  <a:schemeClr val="tx1"/>
                </a:solidFill>
              </a:rPr>
              <a:t> </a:t>
            </a:r>
            <a:r>
              <a:rPr lang="pt-PT" sz="1500" dirty="0" err="1">
                <a:solidFill>
                  <a:schemeClr val="tx1"/>
                </a:solidFill>
              </a:rPr>
              <a:t>differences</a:t>
            </a:r>
            <a:r>
              <a:rPr lang="pt-PT" sz="1500" dirty="0">
                <a:solidFill>
                  <a:schemeClr val="tx1"/>
                </a:solidFill>
              </a:rPr>
              <a:t> </a:t>
            </a:r>
            <a:r>
              <a:rPr lang="pt-PT" sz="1500" dirty="0" err="1">
                <a:solidFill>
                  <a:schemeClr val="tx1"/>
                </a:solidFill>
              </a:rPr>
              <a:t>and</a:t>
            </a:r>
            <a:r>
              <a:rPr lang="pt-PT" sz="1500" dirty="0">
                <a:solidFill>
                  <a:schemeClr val="tx1"/>
                </a:solidFill>
              </a:rPr>
              <a:t> </a:t>
            </a:r>
            <a:r>
              <a:rPr lang="pt-PT" sz="1500" dirty="0" err="1">
                <a:solidFill>
                  <a:schemeClr val="tx1"/>
                </a:solidFill>
              </a:rPr>
              <a:t>missing</a:t>
            </a:r>
            <a:r>
              <a:rPr lang="pt-PT" sz="1500" dirty="0">
                <a:solidFill>
                  <a:schemeClr val="tx1"/>
                </a:solidFill>
              </a:rPr>
              <a:t> data </a:t>
            </a:r>
            <a:r>
              <a:rPr lang="pt-PT" sz="1500" dirty="0" err="1">
                <a:solidFill>
                  <a:schemeClr val="tx1"/>
                </a:solidFill>
              </a:rPr>
              <a:t>patterns</a:t>
            </a:r>
            <a:r>
              <a:rPr lang="pt-PT" sz="1500" dirty="0">
                <a:solidFill>
                  <a:schemeClr val="tx1"/>
                </a:solidFill>
              </a:rPr>
              <a:t>.</a:t>
            </a:r>
          </a:p>
          <a:p>
            <a:endParaRPr lang="pt-PT" dirty="0"/>
          </a:p>
          <a:p>
            <a:pPr marL="596900" lvl="1" indent="0">
              <a:buNone/>
            </a:pPr>
            <a:endParaRPr lang="pt-PT" dirty="0"/>
          </a:p>
          <a:p>
            <a:pPr marL="596900" lvl="1" indent="0">
              <a:buNone/>
            </a:pPr>
            <a:endParaRPr lang="pt-PT" dirty="0">
              <a:solidFill>
                <a:schemeClr val="tx1"/>
              </a:solidFill>
            </a:endParaRPr>
          </a:p>
        </p:txBody>
      </p:sp>
    </p:spTree>
    <p:extLst>
      <p:ext uri="{BB962C8B-B14F-4D97-AF65-F5344CB8AC3E}">
        <p14:creationId xmlns:p14="http://schemas.microsoft.com/office/powerpoint/2010/main" val="80675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8C94F0DD-129D-CEF1-1B2D-84DDEB5C2FE2}"/>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7DFDFD03-05F0-7946-9380-347EBB5145CA}"/>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[4.1] - </a:t>
            </a:r>
            <a:r>
              <a:rPr lang="en-US" dirty="0"/>
              <a:t>Imputation with labeled and unlabeled data</a:t>
            </a:r>
            <a:endParaRPr lang="pt-PT" dirty="0"/>
          </a:p>
        </p:txBody>
      </p:sp>
      <p:sp>
        <p:nvSpPr>
          <p:cNvPr id="2" name="Slide Number Placeholder 1">
            <a:extLst>
              <a:ext uri="{FF2B5EF4-FFF2-40B4-BE49-F238E27FC236}">
                <a16:creationId xmlns:a16="http://schemas.microsoft.com/office/drawing/2014/main" id="{0DD27CA7-F5BD-AC4F-A375-026F03EB3E9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42</a:t>
            </a:fld>
            <a:endParaRPr lang="en"/>
          </a:p>
        </p:txBody>
      </p:sp>
    </p:spTree>
    <p:extLst>
      <p:ext uri="{BB962C8B-B14F-4D97-AF65-F5344CB8AC3E}">
        <p14:creationId xmlns:p14="http://schemas.microsoft.com/office/powerpoint/2010/main" val="18463964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CCDBB-BD7C-A0E6-8D4F-A0D3BDF58A7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42E9746-2F46-7FCE-5128-D8B187AA87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[4.1]</a:t>
            </a:r>
            <a:endParaRPr lang="pt-PT" sz="2600" dirty="0"/>
          </a:p>
        </p:txBody>
      </p:sp>
      <p:sp>
        <p:nvSpPr>
          <p:cNvPr id="4" name="Slide Number Placeholder 3">
            <a:extLst>
              <a:ext uri="{FF2B5EF4-FFF2-40B4-BE49-F238E27FC236}">
                <a16:creationId xmlns:a16="http://schemas.microsoft.com/office/drawing/2014/main" id="{DC16FD49-EB5D-09BF-2003-D8BAB5DDF1BB}"/>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43</a:t>
            </a:fld>
            <a:endParaRPr lang="en" sz="900"/>
          </a:p>
        </p:txBody>
      </p:sp>
      <p:graphicFrame>
        <p:nvGraphicFramePr>
          <p:cNvPr id="7" name="Marcador de Posição do Texto 2">
            <a:extLst>
              <a:ext uri="{FF2B5EF4-FFF2-40B4-BE49-F238E27FC236}">
                <a16:creationId xmlns:a16="http://schemas.microsoft.com/office/drawing/2014/main" id="{F9C773F3-909D-2F23-8256-A475FF8B6ED6}"/>
              </a:ext>
            </a:extLst>
          </p:cNvPr>
          <p:cNvGraphicFramePr/>
          <p:nvPr>
            <p:extLst>
              <p:ext uri="{D42A27DB-BD31-4B8C-83A1-F6EECF244321}">
                <p14:modId xmlns:p14="http://schemas.microsoft.com/office/powerpoint/2010/main" val="401662020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85335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3699E-8F69-FCA3-7606-F91999BEBEA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BCB205B-A22B-2935-96B7-960128F99798}"/>
              </a:ext>
            </a:extLst>
          </p:cNvPr>
          <p:cNvSpPr>
            <a:spLocks noGrp="1"/>
          </p:cNvSpPr>
          <p:nvPr>
            <p:ph type="title"/>
          </p:nvPr>
        </p:nvSpPr>
        <p:spPr/>
        <p:txBody>
          <a:bodyPr>
            <a:normAutofit fontScale="90000"/>
          </a:bodyPr>
          <a:lstStyle/>
          <a:p>
            <a:r>
              <a:rPr lang="en-US" dirty="0"/>
              <a:t>Results and Analysis from task [4.1]</a:t>
            </a:r>
            <a:endParaRPr lang="pt-PT" dirty="0"/>
          </a:p>
        </p:txBody>
      </p:sp>
      <p:sp>
        <p:nvSpPr>
          <p:cNvPr id="3" name="Marcador de Posição do Texto 2">
            <a:extLst>
              <a:ext uri="{FF2B5EF4-FFF2-40B4-BE49-F238E27FC236}">
                <a16:creationId xmlns:a16="http://schemas.microsoft.com/office/drawing/2014/main" id="{C6F30C7C-8916-ECA6-5C1D-9D28C01DEA8B}"/>
              </a:ext>
            </a:extLst>
          </p:cNvPr>
          <p:cNvSpPr>
            <a:spLocks noGrp="1"/>
          </p:cNvSpPr>
          <p:nvPr>
            <p:ph type="body" idx="1"/>
          </p:nvPr>
        </p:nvSpPr>
        <p:spPr/>
        <p:txBody>
          <a:bodyPr/>
          <a:lstStyle/>
          <a:p>
            <a:pPr marL="114300" indent="0">
              <a:buNone/>
            </a:pPr>
            <a:r>
              <a:rPr lang="pt-PT" dirty="0" err="1"/>
              <a:t>Imputation</a:t>
            </a:r>
            <a:r>
              <a:rPr lang="pt-PT" dirty="0"/>
              <a:t> </a:t>
            </a:r>
            <a:r>
              <a:rPr lang="pt-PT" dirty="0" err="1"/>
              <a:t>Comparison</a:t>
            </a:r>
            <a:r>
              <a:rPr lang="pt-PT" dirty="0"/>
              <a:t> (</a:t>
            </a:r>
            <a:r>
              <a:rPr lang="pt-PT" dirty="0" err="1"/>
              <a:t>with</a:t>
            </a:r>
            <a:r>
              <a:rPr lang="pt-PT" dirty="0"/>
              <a:t> </a:t>
            </a:r>
            <a:r>
              <a:rPr lang="pt-PT" dirty="0" err="1"/>
              <a:t>Semi-Supervised</a:t>
            </a:r>
            <a:r>
              <a:rPr lang="pt-PT" dirty="0"/>
              <a:t> Data)</a:t>
            </a:r>
          </a:p>
          <a:p>
            <a:pPr marL="114300" indent="0">
              <a:buNone/>
            </a:pPr>
            <a:endParaRPr lang="pt-PT" dirty="0"/>
          </a:p>
          <a:p>
            <a:pPr marL="114300" indent="0">
              <a:buNone/>
            </a:pPr>
            <a:endParaRPr lang="pt-PT" dirty="0"/>
          </a:p>
          <a:p>
            <a:pPr marL="114300" indent="0">
              <a:buNone/>
            </a:pPr>
            <a:endParaRPr lang="pt-PT" dirty="0"/>
          </a:p>
          <a:p>
            <a:pPr marL="114300" indent="0">
              <a:buNone/>
            </a:pPr>
            <a:endParaRPr lang="pt-PT" dirty="0"/>
          </a:p>
          <a:p>
            <a:pPr marL="114300" indent="0">
              <a:buNone/>
            </a:pPr>
            <a:endParaRPr lang="pt-PT" dirty="0"/>
          </a:p>
          <a:p>
            <a:pPr marL="114300" indent="0">
              <a:buNone/>
            </a:pPr>
            <a:endParaRPr lang="pt-PT" dirty="0"/>
          </a:p>
          <a:p>
            <a:pPr marL="114300" indent="0">
              <a:buNone/>
            </a:pPr>
            <a:endParaRPr lang="pt-PT" dirty="0"/>
          </a:p>
          <a:p>
            <a:pPr marL="114300" indent="0">
              <a:buNone/>
            </a:pPr>
            <a:r>
              <a:rPr lang="pt-PT" dirty="0" err="1"/>
              <a:t>Best</a:t>
            </a:r>
            <a:r>
              <a:rPr lang="pt-PT" dirty="0"/>
              <a:t> </a:t>
            </a:r>
            <a:r>
              <a:rPr lang="pt-PT" dirty="0" err="1"/>
              <a:t>Imputation</a:t>
            </a:r>
            <a:r>
              <a:rPr lang="pt-PT" dirty="0"/>
              <a:t> </a:t>
            </a:r>
            <a:r>
              <a:rPr lang="pt-PT" dirty="0" err="1"/>
              <a:t>Model</a:t>
            </a:r>
            <a:r>
              <a:rPr lang="pt-PT" dirty="0"/>
              <a:t>: </a:t>
            </a:r>
            <a:r>
              <a:rPr lang="pt-PT" b="1" dirty="0" err="1"/>
              <a:t>Mean</a:t>
            </a:r>
            <a:endParaRPr lang="pt-PT" b="1" dirty="0"/>
          </a:p>
          <a:p>
            <a:pPr marL="114300" indent="0">
              <a:buNone/>
            </a:pPr>
            <a:endParaRPr lang="pt-PT" dirty="0"/>
          </a:p>
          <a:p>
            <a:pPr marL="114300" indent="0">
              <a:buNone/>
            </a:pPr>
            <a:endParaRPr lang="pt-PT" dirty="0"/>
          </a:p>
          <a:p>
            <a:endParaRPr lang="pt-PT" dirty="0"/>
          </a:p>
        </p:txBody>
      </p:sp>
      <p:sp>
        <p:nvSpPr>
          <p:cNvPr id="4" name="Slide Number Placeholder 3">
            <a:extLst>
              <a:ext uri="{FF2B5EF4-FFF2-40B4-BE49-F238E27FC236}">
                <a16:creationId xmlns:a16="http://schemas.microsoft.com/office/drawing/2014/main" id="{82F2E047-4065-CD20-4606-7A114348EC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44</a:t>
            </a:fld>
            <a:endParaRPr lang="en"/>
          </a:p>
        </p:txBody>
      </p:sp>
      <p:graphicFrame>
        <p:nvGraphicFramePr>
          <p:cNvPr id="6" name="Tabela 5">
            <a:extLst>
              <a:ext uri="{FF2B5EF4-FFF2-40B4-BE49-F238E27FC236}">
                <a16:creationId xmlns:a16="http://schemas.microsoft.com/office/drawing/2014/main" id="{30AACC69-5282-1122-5D9C-F81EC72C903A}"/>
              </a:ext>
            </a:extLst>
          </p:cNvPr>
          <p:cNvGraphicFramePr>
            <a:graphicFrameLocks noGrp="1"/>
          </p:cNvGraphicFramePr>
          <p:nvPr>
            <p:extLst>
              <p:ext uri="{D42A27DB-BD31-4B8C-83A1-F6EECF244321}">
                <p14:modId xmlns:p14="http://schemas.microsoft.com/office/powerpoint/2010/main" val="3206472828"/>
              </p:ext>
            </p:extLst>
          </p:nvPr>
        </p:nvGraphicFramePr>
        <p:xfrm>
          <a:off x="2133600" y="1993866"/>
          <a:ext cx="4876800" cy="1483360"/>
        </p:xfrm>
        <a:graphic>
          <a:graphicData uri="http://schemas.openxmlformats.org/drawingml/2006/table">
            <a:tbl>
              <a:tblPr firstRow="1" bandRow="1">
                <a:tableStyleId>{C083E6E3-FA7D-4D7B-A595-EF9225AFEA82}</a:tableStyleId>
              </a:tblPr>
              <a:tblGrid>
                <a:gridCol w="1219200">
                  <a:extLst>
                    <a:ext uri="{9D8B030D-6E8A-4147-A177-3AD203B41FA5}">
                      <a16:colId xmlns:a16="http://schemas.microsoft.com/office/drawing/2014/main" val="3155701748"/>
                    </a:ext>
                  </a:extLst>
                </a:gridCol>
                <a:gridCol w="1219200">
                  <a:extLst>
                    <a:ext uri="{9D8B030D-6E8A-4147-A177-3AD203B41FA5}">
                      <a16:colId xmlns:a16="http://schemas.microsoft.com/office/drawing/2014/main" val="1056508073"/>
                    </a:ext>
                  </a:extLst>
                </a:gridCol>
                <a:gridCol w="1219200">
                  <a:extLst>
                    <a:ext uri="{9D8B030D-6E8A-4147-A177-3AD203B41FA5}">
                      <a16:colId xmlns:a16="http://schemas.microsoft.com/office/drawing/2014/main" val="4122468153"/>
                    </a:ext>
                  </a:extLst>
                </a:gridCol>
                <a:gridCol w="1219200">
                  <a:extLst>
                    <a:ext uri="{9D8B030D-6E8A-4147-A177-3AD203B41FA5}">
                      <a16:colId xmlns:a16="http://schemas.microsoft.com/office/drawing/2014/main" val="3082817318"/>
                    </a:ext>
                  </a:extLst>
                </a:gridCol>
              </a:tblGrid>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u="none" strike="noStrike" cap="none" dirty="0" err="1">
                          <a:solidFill>
                            <a:schemeClr val="tx1"/>
                          </a:solidFill>
                          <a:effectLst/>
                          <a:sym typeface="Arial"/>
                        </a:rPr>
                        <a:t>Imputation</a:t>
                      </a:r>
                      <a:r>
                        <a:rPr lang="pt-PT" sz="1400" b="0" u="none" strike="noStrike" cap="none" dirty="0">
                          <a:solidFill>
                            <a:schemeClr val="tx1"/>
                          </a:solidFill>
                          <a:effectLst/>
                          <a:sym typeface="Arial"/>
                        </a:rPr>
                        <a:t>   </a:t>
                      </a:r>
                      <a:endParaRPr lang="pt-PT" sz="1400" b="0" i="0" u="none" strike="noStrike" cap="none" dirty="0">
                        <a:solidFill>
                          <a:schemeClr val="tx1"/>
                        </a:solidFill>
                        <a:effectLst/>
                        <a:latin typeface="+mn-lt"/>
                        <a:ea typeface="+mn-ea"/>
                        <a:cs typeface="+mn-cs"/>
                        <a:sym typeface="Arial"/>
                      </a:endParaRPr>
                    </a:p>
                  </a:txBody>
                  <a:tcPr/>
                </a:tc>
                <a:tc>
                  <a:txBody>
                    <a:bodyPr/>
                    <a:lstStyle/>
                    <a:p>
                      <a:r>
                        <a:rPr lang="pt-PT" b="0" dirty="0" err="1"/>
                        <a:t>cMSE</a:t>
                      </a:r>
                      <a:endParaRPr lang="pt-PT" b="0" dirty="0"/>
                    </a:p>
                  </a:txBody>
                  <a:tcPr/>
                </a:tc>
                <a:tc>
                  <a:txBody>
                    <a:bodyPr/>
                    <a:lstStyle/>
                    <a:p>
                      <a:r>
                        <a:rPr lang="pt-PT" b="0" dirty="0" err="1"/>
                        <a:t>Train</a:t>
                      </a:r>
                      <a:r>
                        <a:rPr lang="pt-PT" b="0" dirty="0"/>
                        <a:t> MSE</a:t>
                      </a:r>
                    </a:p>
                  </a:txBody>
                  <a:tcPr/>
                </a:tc>
                <a:tc>
                  <a:txBody>
                    <a:bodyPr/>
                    <a:lstStyle/>
                    <a:p>
                      <a:r>
                        <a:rPr lang="pt-PT" b="0" dirty="0" err="1"/>
                        <a:t>Train</a:t>
                      </a:r>
                      <a:r>
                        <a:rPr lang="pt-PT" b="0" dirty="0"/>
                        <a:t> </a:t>
                      </a:r>
                      <a:r>
                        <a:rPr lang="pt-PT" b="0" dirty="0" err="1"/>
                        <a:t>cMSE</a:t>
                      </a:r>
                      <a:endParaRPr lang="pt-PT" b="0" dirty="0"/>
                    </a:p>
                  </a:txBody>
                  <a:tcPr/>
                </a:tc>
                <a:extLst>
                  <a:ext uri="{0D108BD9-81ED-4DB2-BD59-A6C34878D82A}">
                    <a16:rowId xmlns:a16="http://schemas.microsoft.com/office/drawing/2014/main" val="983699039"/>
                  </a:ext>
                </a:extLst>
              </a:tr>
              <a:tr h="370840">
                <a:tc>
                  <a:txBody>
                    <a:bodyPr/>
                    <a:lstStyle/>
                    <a:p>
                      <a:r>
                        <a:rPr lang="pt-PT" dirty="0" err="1"/>
                        <a:t>Mean</a:t>
                      </a:r>
                      <a:endParaRPr lang="pt-PT"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3.001359</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2.817465</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2.393221</a:t>
                      </a:r>
                    </a:p>
                  </a:txBody>
                  <a:tcPr/>
                </a:tc>
                <a:extLst>
                  <a:ext uri="{0D108BD9-81ED-4DB2-BD59-A6C34878D82A}">
                    <a16:rowId xmlns:a16="http://schemas.microsoft.com/office/drawing/2014/main" val="4150661158"/>
                  </a:ext>
                </a:extLst>
              </a:tr>
              <a:tr h="370840">
                <a:tc>
                  <a:txBody>
                    <a:bodyPr/>
                    <a:lstStyle/>
                    <a:p>
                      <a:r>
                        <a:rPr lang="pt-PT" dirty="0" err="1"/>
                        <a:t>kNN</a:t>
                      </a:r>
                      <a:endParaRPr lang="pt-PT"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3.013526 </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2.840490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2.422803</a:t>
                      </a:r>
                    </a:p>
                  </a:txBody>
                  <a:tcPr/>
                </a:tc>
                <a:extLst>
                  <a:ext uri="{0D108BD9-81ED-4DB2-BD59-A6C34878D82A}">
                    <a16:rowId xmlns:a16="http://schemas.microsoft.com/office/drawing/2014/main" val="1434980896"/>
                  </a:ext>
                </a:extLst>
              </a:tr>
              <a:tr h="370840">
                <a:tc>
                  <a:txBody>
                    <a:bodyPr/>
                    <a:lstStyle/>
                    <a:p>
                      <a:r>
                        <a:rPr lang="pt-PT" dirty="0" err="1"/>
                        <a:t>Iterative</a:t>
                      </a:r>
                      <a:endParaRPr lang="pt-PT"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3.005358</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2.823820</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pt-PT" sz="1400" b="0" i="0" u="none" strike="noStrike" cap="none" dirty="0">
                          <a:solidFill>
                            <a:schemeClr val="tx1"/>
                          </a:solidFill>
                          <a:effectLst/>
                          <a:latin typeface="+mn-lt"/>
                          <a:ea typeface="+mn-ea"/>
                          <a:cs typeface="+mn-cs"/>
                          <a:sym typeface="Arial"/>
                        </a:rPr>
                        <a:t>2.398354</a:t>
                      </a:r>
                    </a:p>
                  </a:txBody>
                  <a:tcPr/>
                </a:tc>
                <a:extLst>
                  <a:ext uri="{0D108BD9-81ED-4DB2-BD59-A6C34878D82A}">
                    <a16:rowId xmlns:a16="http://schemas.microsoft.com/office/drawing/2014/main" val="677857570"/>
                  </a:ext>
                </a:extLst>
              </a:tr>
            </a:tbl>
          </a:graphicData>
        </a:graphic>
      </p:graphicFrame>
    </p:spTree>
    <p:extLst>
      <p:ext uri="{BB962C8B-B14F-4D97-AF65-F5344CB8AC3E}">
        <p14:creationId xmlns:p14="http://schemas.microsoft.com/office/powerpoint/2010/main" val="9151480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E5CF3-505D-F590-0628-990770DD6DF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92D995-59BA-CB83-CE6F-98B0434FF134}"/>
              </a:ext>
            </a:extLst>
          </p:cNvPr>
          <p:cNvSpPr>
            <a:spLocks noGrp="1"/>
          </p:cNvSpPr>
          <p:nvPr>
            <p:ph type="title"/>
          </p:nvPr>
        </p:nvSpPr>
        <p:spPr/>
        <p:txBody>
          <a:bodyPr>
            <a:normAutofit fontScale="90000"/>
          </a:bodyPr>
          <a:lstStyle/>
          <a:p>
            <a:r>
              <a:rPr lang="en-US" dirty="0"/>
              <a:t>Results and Analysis from task [4.1]</a:t>
            </a:r>
            <a:endParaRPr lang="pt-PT" dirty="0"/>
          </a:p>
        </p:txBody>
      </p:sp>
      <p:sp>
        <p:nvSpPr>
          <p:cNvPr id="3" name="Marcador de Posição do Texto 2">
            <a:extLst>
              <a:ext uri="{FF2B5EF4-FFF2-40B4-BE49-F238E27FC236}">
                <a16:creationId xmlns:a16="http://schemas.microsoft.com/office/drawing/2014/main" id="{D0C731EC-2A09-4B7C-E8BC-B391A64E77B4}"/>
              </a:ext>
            </a:extLst>
          </p:cNvPr>
          <p:cNvSpPr>
            <a:spLocks noGrp="1"/>
          </p:cNvSpPr>
          <p:nvPr>
            <p:ph type="body" idx="1"/>
          </p:nvPr>
        </p:nvSpPr>
        <p:spPr/>
        <p:txBody>
          <a:bodyPr/>
          <a:lstStyle/>
          <a:p>
            <a:endParaRPr lang="pt-PT" dirty="0"/>
          </a:p>
          <a:p>
            <a:r>
              <a:rPr lang="pt-PT" dirty="0"/>
              <a:t>Final </a:t>
            </a:r>
            <a:r>
              <a:rPr lang="pt-PT" dirty="0" err="1"/>
              <a:t>Best</a:t>
            </a:r>
            <a:r>
              <a:rPr lang="pt-PT" dirty="0"/>
              <a:t> </a:t>
            </a:r>
            <a:r>
              <a:rPr lang="pt-PT" dirty="0" err="1"/>
              <a:t>Isomap</a:t>
            </a:r>
            <a:r>
              <a:rPr lang="pt-PT" dirty="0"/>
              <a:t> </a:t>
            </a:r>
            <a:r>
              <a:rPr lang="pt-PT" dirty="0" err="1"/>
              <a:t>Model</a:t>
            </a:r>
            <a:r>
              <a:rPr lang="pt-PT" dirty="0"/>
              <a:t>:</a:t>
            </a:r>
          </a:p>
          <a:p>
            <a:endParaRPr lang="pt-PT" dirty="0"/>
          </a:p>
          <a:p>
            <a:pPr lvl="1"/>
            <a:r>
              <a:rPr lang="pt-PT" dirty="0" err="1"/>
              <a:t>n_componentes</a:t>
            </a:r>
            <a:r>
              <a:rPr lang="pt-PT" dirty="0"/>
              <a:t>: 6</a:t>
            </a:r>
          </a:p>
          <a:p>
            <a:pPr marL="596900" lvl="1" indent="0">
              <a:buNone/>
            </a:pPr>
            <a:endParaRPr lang="pt-PT" dirty="0"/>
          </a:p>
          <a:p>
            <a:pPr lvl="1"/>
            <a:r>
              <a:rPr lang="pt-PT" dirty="0"/>
              <a:t>Training MSE: 2.8258</a:t>
            </a:r>
          </a:p>
          <a:p>
            <a:pPr marL="596900" lvl="1" indent="0">
              <a:buNone/>
            </a:pPr>
            <a:endParaRPr lang="pt-PT" dirty="0"/>
          </a:p>
          <a:p>
            <a:pPr lvl="1"/>
            <a:r>
              <a:rPr lang="pt-PT" dirty="0"/>
              <a:t>Training </a:t>
            </a:r>
            <a:r>
              <a:rPr lang="pt-PT" dirty="0" err="1"/>
              <a:t>cMSE</a:t>
            </a:r>
            <a:r>
              <a:rPr lang="pt-PT" dirty="0"/>
              <a:t>: 2.3901</a:t>
            </a:r>
          </a:p>
        </p:txBody>
      </p:sp>
      <p:sp>
        <p:nvSpPr>
          <p:cNvPr id="4" name="Slide Number Placeholder 3">
            <a:extLst>
              <a:ext uri="{FF2B5EF4-FFF2-40B4-BE49-F238E27FC236}">
                <a16:creationId xmlns:a16="http://schemas.microsoft.com/office/drawing/2014/main" id="{05E3DFC0-34D5-9A67-E152-1A15E23551F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45</a:t>
            </a:fld>
            <a:endParaRPr lang="en"/>
          </a:p>
        </p:txBody>
      </p:sp>
    </p:spTree>
    <p:extLst>
      <p:ext uri="{BB962C8B-B14F-4D97-AF65-F5344CB8AC3E}">
        <p14:creationId xmlns:p14="http://schemas.microsoft.com/office/powerpoint/2010/main" val="4211097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C0F00BE1-275E-0763-A7CF-2B18D62557F5}"/>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66B7CA9F-81A9-2A61-5702-DA10DF5A70A9}"/>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[4.2] - </a:t>
            </a:r>
            <a:r>
              <a:rPr lang="pt-PT" dirty="0" err="1"/>
              <a:t>Evaluation</a:t>
            </a:r>
            <a:endParaRPr lang="pt-PT" dirty="0"/>
          </a:p>
        </p:txBody>
      </p:sp>
      <p:sp>
        <p:nvSpPr>
          <p:cNvPr id="2" name="Slide Number Placeholder 1">
            <a:extLst>
              <a:ext uri="{FF2B5EF4-FFF2-40B4-BE49-F238E27FC236}">
                <a16:creationId xmlns:a16="http://schemas.microsoft.com/office/drawing/2014/main" id="{88E82B99-54BF-1C45-0CCA-2009EFA5FFB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46</a:t>
            </a:fld>
            <a:endParaRPr lang="en"/>
          </a:p>
        </p:txBody>
      </p:sp>
    </p:spTree>
    <p:extLst>
      <p:ext uri="{BB962C8B-B14F-4D97-AF65-F5344CB8AC3E}">
        <p14:creationId xmlns:p14="http://schemas.microsoft.com/office/powerpoint/2010/main" val="17806061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23F94-1B49-359C-7E8C-FFE9E75687E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76114A7-69E0-8B77-4B78-845FFB2FD0E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[4.2]</a:t>
            </a:r>
            <a:endParaRPr lang="pt-PT"/>
          </a:p>
        </p:txBody>
      </p:sp>
      <p:sp>
        <p:nvSpPr>
          <p:cNvPr id="4" name="Slide Number Placeholder 3">
            <a:extLst>
              <a:ext uri="{FF2B5EF4-FFF2-40B4-BE49-F238E27FC236}">
                <a16:creationId xmlns:a16="http://schemas.microsoft.com/office/drawing/2014/main" id="{7776B09A-8675-26D4-067B-0ABF8380C50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47</a:t>
            </a:fld>
            <a:endParaRPr lang="en" sz="900"/>
          </a:p>
        </p:txBody>
      </p:sp>
      <p:graphicFrame>
        <p:nvGraphicFramePr>
          <p:cNvPr id="6" name="Marcador de Posição do Texto 2">
            <a:extLst>
              <a:ext uri="{FF2B5EF4-FFF2-40B4-BE49-F238E27FC236}">
                <a16:creationId xmlns:a16="http://schemas.microsoft.com/office/drawing/2014/main" id="{0BD3B000-30E3-C72E-08DA-D23A2A1BCB6F}"/>
              </a:ext>
            </a:extLst>
          </p:cNvPr>
          <p:cNvGraphicFramePr/>
          <p:nvPr>
            <p:extLst>
              <p:ext uri="{D42A27DB-BD31-4B8C-83A1-F6EECF244321}">
                <p14:modId xmlns:p14="http://schemas.microsoft.com/office/powerpoint/2010/main" val="280972487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011170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4B61C-A49F-A4FE-6991-AFB0EA8259F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1BB2769-02CB-92DA-F03C-23826B659607}"/>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Slide Number Placeholder 3">
            <a:extLst>
              <a:ext uri="{FF2B5EF4-FFF2-40B4-BE49-F238E27FC236}">
                <a16:creationId xmlns:a16="http://schemas.microsoft.com/office/drawing/2014/main" id="{FA1E11FF-F9CA-515C-0766-3598BDB83A4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48</a:t>
            </a:fld>
            <a:endParaRPr lang="en"/>
          </a:p>
        </p:txBody>
      </p:sp>
      <p:pic>
        <p:nvPicPr>
          <p:cNvPr id="6" name="Imagem 5" descr="Uma imagem com texto, Gráfico, diagrama, file&#10;&#10;Os conteúdos gerados por IA podem estar incorretos.">
            <a:extLst>
              <a:ext uri="{FF2B5EF4-FFF2-40B4-BE49-F238E27FC236}">
                <a16:creationId xmlns:a16="http://schemas.microsoft.com/office/drawing/2014/main" id="{1F7F6E31-1199-7EDD-9163-12255191B533}"/>
              </a:ext>
            </a:extLst>
          </p:cNvPr>
          <p:cNvPicPr>
            <a:picLocks noChangeAspect="1"/>
          </p:cNvPicPr>
          <p:nvPr/>
        </p:nvPicPr>
        <p:blipFill>
          <a:blip r:embed="rId2"/>
          <a:stretch>
            <a:fillRect/>
          </a:stretch>
        </p:blipFill>
        <p:spPr>
          <a:xfrm>
            <a:off x="2259507" y="1017725"/>
            <a:ext cx="4624986" cy="2759092"/>
          </a:xfrm>
          <a:prstGeom prst="rect">
            <a:avLst/>
          </a:prstGeom>
        </p:spPr>
      </p:pic>
      <p:sp>
        <p:nvSpPr>
          <p:cNvPr id="7" name="CaixaDeTexto 6">
            <a:extLst>
              <a:ext uri="{FF2B5EF4-FFF2-40B4-BE49-F238E27FC236}">
                <a16:creationId xmlns:a16="http://schemas.microsoft.com/office/drawing/2014/main" id="{BE22C738-EDFC-D9E6-842E-40F6E03605C4}"/>
              </a:ext>
            </a:extLst>
          </p:cNvPr>
          <p:cNvSpPr txBox="1"/>
          <p:nvPr/>
        </p:nvSpPr>
        <p:spPr>
          <a:xfrm>
            <a:off x="189345" y="3776817"/>
            <a:ext cx="8432800" cy="738664"/>
          </a:xfrm>
          <a:prstGeom prst="rect">
            <a:avLst/>
          </a:prstGeom>
          <a:noFill/>
        </p:spPr>
        <p:txBody>
          <a:bodyPr wrap="square" rtlCol="0">
            <a:spAutoFit/>
          </a:bodyPr>
          <a:lstStyle/>
          <a:p>
            <a:pPr algn="ctr"/>
            <a:r>
              <a:rPr lang="en-US" dirty="0"/>
              <a:t>The MSE decreases sharply from 2 to 4 components, indicating improved reconstruction.</a:t>
            </a:r>
          </a:p>
          <a:p>
            <a:pPr algn="ctr"/>
            <a:r>
              <a:rPr lang="en-US" dirty="0"/>
              <a:t>From 4 to 8 components, the curve stabilizes, showing lessening returns.</a:t>
            </a:r>
          </a:p>
          <a:p>
            <a:pPr algn="ctr"/>
            <a:r>
              <a:rPr lang="en-US" dirty="0"/>
              <a:t>Even though, the best MSE is </a:t>
            </a:r>
            <a:r>
              <a:rPr lang="pt-PT" dirty="0"/>
              <a:t>2.8258 </a:t>
            </a:r>
            <a:r>
              <a:rPr lang="pt-PT" dirty="0" err="1"/>
              <a:t>with</a:t>
            </a:r>
            <a:r>
              <a:rPr lang="pt-PT" dirty="0"/>
              <a:t> 6 componentes.</a:t>
            </a:r>
          </a:p>
        </p:txBody>
      </p:sp>
    </p:spTree>
    <p:extLst>
      <p:ext uri="{BB962C8B-B14F-4D97-AF65-F5344CB8AC3E}">
        <p14:creationId xmlns:p14="http://schemas.microsoft.com/office/powerpoint/2010/main" val="13584908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E6F6D-6E28-3CF2-78D4-13904E83425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705EF0B-7AF3-889C-E601-8AC56BFB88EC}"/>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Slide Number Placeholder 3">
            <a:extLst>
              <a:ext uri="{FF2B5EF4-FFF2-40B4-BE49-F238E27FC236}">
                <a16:creationId xmlns:a16="http://schemas.microsoft.com/office/drawing/2014/main" id="{08979211-E44B-85D7-33CD-A89BE728139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49</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F8F01E8B-A74A-91B8-5AD6-296B2F123080}"/>
              </a:ext>
            </a:extLst>
          </p:cNvPr>
          <p:cNvPicPr>
            <a:picLocks noChangeAspect="1"/>
          </p:cNvPicPr>
          <p:nvPr/>
        </p:nvPicPr>
        <p:blipFill>
          <a:blip r:embed="rId2"/>
          <a:stretch>
            <a:fillRect/>
          </a:stretch>
        </p:blipFill>
        <p:spPr>
          <a:xfrm>
            <a:off x="925945" y="949472"/>
            <a:ext cx="7292109" cy="2565353"/>
          </a:xfrm>
          <a:prstGeom prst="rect">
            <a:avLst/>
          </a:prstGeom>
        </p:spPr>
      </p:pic>
      <p:sp>
        <p:nvSpPr>
          <p:cNvPr id="3" name="CaixaDeTexto 2">
            <a:extLst>
              <a:ext uri="{FF2B5EF4-FFF2-40B4-BE49-F238E27FC236}">
                <a16:creationId xmlns:a16="http://schemas.microsoft.com/office/drawing/2014/main" id="{0FF731FB-C478-83AC-B195-4855949DCD71}"/>
              </a:ext>
            </a:extLst>
          </p:cNvPr>
          <p:cNvSpPr txBox="1"/>
          <p:nvPr/>
        </p:nvSpPr>
        <p:spPr>
          <a:xfrm>
            <a:off x="446794" y="3831937"/>
            <a:ext cx="8250409" cy="307777"/>
          </a:xfrm>
          <a:prstGeom prst="rect">
            <a:avLst/>
          </a:prstGeom>
          <a:noFill/>
        </p:spPr>
        <p:txBody>
          <a:bodyPr wrap="square" rtlCol="0">
            <a:spAutoFit/>
          </a:bodyPr>
          <a:lstStyle/>
          <a:p>
            <a:pPr algn="ctr"/>
            <a:r>
              <a:rPr lang="pt-PT" dirty="0"/>
              <a:t>Both </a:t>
            </a:r>
            <a:r>
              <a:rPr lang="pt-PT" dirty="0" err="1"/>
              <a:t>plots</a:t>
            </a:r>
            <a:r>
              <a:rPr lang="pt-PT" dirty="0"/>
              <a:t> show a </a:t>
            </a:r>
            <a:r>
              <a:rPr lang="pt-PT" dirty="0" err="1"/>
              <a:t>very</a:t>
            </a:r>
            <a:r>
              <a:rPr lang="pt-PT" dirty="0"/>
              <a:t> </a:t>
            </a:r>
            <a:r>
              <a:rPr lang="pt-PT" dirty="0" err="1"/>
              <a:t>close</a:t>
            </a:r>
            <a:r>
              <a:rPr lang="pt-PT" dirty="0"/>
              <a:t> performance in </a:t>
            </a:r>
            <a:r>
              <a:rPr lang="pt-PT" dirty="0" err="1"/>
              <a:t>both</a:t>
            </a:r>
            <a:r>
              <a:rPr lang="pt-PT" dirty="0"/>
              <a:t> </a:t>
            </a:r>
            <a:r>
              <a:rPr lang="pt-PT" dirty="0" err="1"/>
              <a:t>techniques</a:t>
            </a:r>
            <a:endParaRPr lang="pt-PT" dirty="0"/>
          </a:p>
        </p:txBody>
      </p:sp>
    </p:spTree>
    <p:extLst>
      <p:ext uri="{BB962C8B-B14F-4D97-AF65-F5344CB8AC3E}">
        <p14:creationId xmlns:p14="http://schemas.microsoft.com/office/powerpoint/2010/main" val="23543270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4CB11-1D16-68FC-03BD-07D763BB705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CB3A9B-7571-DD0C-BA27-E84D7C373597}"/>
              </a:ext>
            </a:extLst>
          </p:cNvPr>
          <p:cNvSpPr>
            <a:spLocks noGrp="1"/>
          </p:cNvSpPr>
          <p:nvPr>
            <p:ph type="title"/>
          </p:nvPr>
        </p:nvSpPr>
        <p:spPr/>
        <p:txBody>
          <a:bodyPr>
            <a:normAutofit fontScale="90000"/>
          </a:bodyPr>
          <a:lstStyle/>
          <a:p>
            <a:r>
              <a:rPr lang="en-US" dirty="0"/>
              <a:t>Results and Analysis from task [4.2]</a:t>
            </a:r>
            <a:endParaRPr lang="pt-PT" dirty="0"/>
          </a:p>
        </p:txBody>
      </p:sp>
      <p:graphicFrame>
        <p:nvGraphicFramePr>
          <p:cNvPr id="5" name="Marcador de Posição de Conteúdo 4">
            <a:extLst>
              <a:ext uri="{FF2B5EF4-FFF2-40B4-BE49-F238E27FC236}">
                <a16:creationId xmlns:a16="http://schemas.microsoft.com/office/drawing/2014/main" id="{F8C907BE-26ED-9A4E-F2B5-2CFB4577A3E7}"/>
              </a:ext>
            </a:extLst>
          </p:cNvPr>
          <p:cNvGraphicFramePr>
            <a:graphicFrameLocks noGrp="1"/>
          </p:cNvGraphicFramePr>
          <p:nvPr>
            <p:ph idx="1"/>
            <p:extLst>
              <p:ext uri="{D42A27DB-BD31-4B8C-83A1-F6EECF244321}">
                <p14:modId xmlns:p14="http://schemas.microsoft.com/office/powerpoint/2010/main" val="2991084652"/>
              </p:ext>
            </p:extLst>
          </p:nvPr>
        </p:nvGraphicFramePr>
        <p:xfrm>
          <a:off x="130629" y="1018238"/>
          <a:ext cx="8833756" cy="3764280"/>
        </p:xfrm>
        <a:graphic>
          <a:graphicData uri="http://schemas.openxmlformats.org/drawingml/2006/table">
            <a:tbl>
              <a:tblPr firstRow="1" bandRow="1">
                <a:tableStyleId>{C083E6E3-FA7D-4D7B-A595-EF9225AFEA82}</a:tableStyleId>
              </a:tblPr>
              <a:tblGrid>
                <a:gridCol w="2208439">
                  <a:extLst>
                    <a:ext uri="{9D8B030D-6E8A-4147-A177-3AD203B41FA5}">
                      <a16:colId xmlns:a16="http://schemas.microsoft.com/office/drawing/2014/main" val="4276084312"/>
                    </a:ext>
                  </a:extLst>
                </a:gridCol>
                <a:gridCol w="2926896">
                  <a:extLst>
                    <a:ext uri="{9D8B030D-6E8A-4147-A177-3AD203B41FA5}">
                      <a16:colId xmlns:a16="http://schemas.microsoft.com/office/drawing/2014/main" val="3455995344"/>
                    </a:ext>
                  </a:extLst>
                </a:gridCol>
                <a:gridCol w="1489982">
                  <a:extLst>
                    <a:ext uri="{9D8B030D-6E8A-4147-A177-3AD203B41FA5}">
                      <a16:colId xmlns:a16="http://schemas.microsoft.com/office/drawing/2014/main" val="3429761093"/>
                    </a:ext>
                  </a:extLst>
                </a:gridCol>
                <a:gridCol w="2208439">
                  <a:extLst>
                    <a:ext uri="{9D8B030D-6E8A-4147-A177-3AD203B41FA5}">
                      <a16:colId xmlns:a16="http://schemas.microsoft.com/office/drawing/2014/main" val="2048483362"/>
                    </a:ext>
                  </a:extLst>
                </a:gridCol>
              </a:tblGrid>
              <a:tr h="187359">
                <a:tc>
                  <a:txBody>
                    <a:bodyPr/>
                    <a:lstStyle/>
                    <a:p>
                      <a:r>
                        <a:rPr lang="pt-PT" sz="1100" dirty="0" err="1"/>
                        <a:t>Strategy</a:t>
                      </a:r>
                      <a:endParaRPr lang="pt-PT" sz="1100" dirty="0"/>
                    </a:p>
                  </a:txBody>
                  <a:tcPr marL="68580" marR="68580" marT="34290" marB="34290"/>
                </a:tc>
                <a:tc>
                  <a:txBody>
                    <a:bodyPr/>
                    <a:lstStyle/>
                    <a:p>
                      <a:r>
                        <a:rPr lang="pt-PT" sz="1100" dirty="0" err="1"/>
                        <a:t>Model</a:t>
                      </a:r>
                      <a:endParaRPr lang="pt-PT" sz="1100" dirty="0"/>
                    </a:p>
                  </a:txBody>
                  <a:tcPr marL="68580" marR="68580" marT="34290" marB="34290"/>
                </a:tc>
                <a:tc>
                  <a:txBody>
                    <a:bodyPr/>
                    <a:lstStyle/>
                    <a:p>
                      <a:r>
                        <a:rPr lang="pt-PT" sz="1100" dirty="0"/>
                        <a:t>MSE</a:t>
                      </a:r>
                    </a:p>
                  </a:txBody>
                  <a:tcPr marL="68580" marR="68580" marT="34290" marB="34290"/>
                </a:tc>
                <a:tc>
                  <a:txBody>
                    <a:bodyPr/>
                    <a:lstStyle/>
                    <a:p>
                      <a:r>
                        <a:rPr lang="pt-PT" sz="1100" dirty="0" err="1"/>
                        <a:t>cMSE</a:t>
                      </a:r>
                      <a:endParaRPr lang="pt-PT" sz="1100" dirty="0"/>
                    </a:p>
                  </a:txBody>
                  <a:tcPr marL="68580" marR="68580" marT="34290" marB="34290"/>
                </a:tc>
                <a:extLst>
                  <a:ext uri="{0D108BD9-81ED-4DB2-BD59-A6C34878D82A}">
                    <a16:rowId xmlns:a16="http://schemas.microsoft.com/office/drawing/2014/main" val="2894701299"/>
                  </a:ext>
                </a:extLst>
              </a:tr>
              <a:tr h="247083">
                <a:tc>
                  <a:txBody>
                    <a:bodyPr/>
                    <a:lstStyle/>
                    <a:p>
                      <a:r>
                        <a:rPr lang="pt-PT" sz="1400" b="0" kern="1200" dirty="0" err="1">
                          <a:solidFill>
                            <a:schemeClr val="dk1"/>
                          </a:solidFill>
                          <a:effectLst/>
                        </a:rPr>
                        <a:t>Baseline</a:t>
                      </a:r>
                      <a:r>
                        <a:rPr lang="pt-PT" sz="1400" b="0" kern="1200" dirty="0">
                          <a:solidFill>
                            <a:schemeClr val="dk1"/>
                          </a:solidFill>
                          <a:effectLst/>
                        </a:rPr>
                        <a:t> (</a:t>
                      </a:r>
                      <a:r>
                        <a:rPr lang="pt-PT" sz="1400" b="0" kern="1200" dirty="0" err="1">
                          <a:solidFill>
                            <a:schemeClr val="dk1"/>
                          </a:solidFill>
                          <a:effectLst/>
                        </a:rPr>
                        <a:t>Drop</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tc>
                  <a:txBody>
                    <a:bodyPr/>
                    <a:lstStyle/>
                    <a:p>
                      <a:r>
                        <a:rPr lang="pt-PT" sz="1400" b="0" kern="1200" dirty="0">
                          <a:solidFill>
                            <a:schemeClr val="dk1"/>
                          </a:solidFill>
                          <a:effectLst/>
                        </a:rPr>
                        <a:t>4.087307</a:t>
                      </a:r>
                      <a:endParaRPr lang="pt-PT" sz="1100" dirty="0"/>
                    </a:p>
                  </a:txBody>
                  <a:tcPr marL="68580" marR="68580" marT="34290" marB="34290"/>
                </a:tc>
                <a:extLst>
                  <a:ext uri="{0D108BD9-81ED-4DB2-BD59-A6C34878D82A}">
                    <a16:rowId xmlns:a16="http://schemas.microsoft.com/office/drawing/2014/main" val="1782608488"/>
                  </a:ext>
                </a:extLst>
              </a:tr>
              <a:tr h="223621">
                <a:tc>
                  <a:txBody>
                    <a:bodyPr/>
                    <a:lstStyle/>
                    <a:p>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1.764469</a:t>
                      </a:r>
                      <a:endParaRPr lang="pt-PT" sz="1100" dirty="0"/>
                    </a:p>
                  </a:txBody>
                  <a:tcPr marL="68580" marR="68580" marT="34290" marB="34290"/>
                </a:tc>
                <a:extLst>
                  <a:ext uri="{0D108BD9-81ED-4DB2-BD59-A6C34878D82A}">
                    <a16:rowId xmlns:a16="http://schemas.microsoft.com/office/drawing/2014/main" val="2812131684"/>
                  </a:ext>
                </a:extLst>
              </a:tr>
              <a:tr h="223621">
                <a:tc>
                  <a:txBody>
                    <a:bodyPr/>
                    <a:lstStyle/>
                    <a:p>
                      <a:r>
                        <a:rPr lang="pt-PT" sz="1400" b="0" kern="1200" dirty="0">
                          <a:solidFill>
                            <a:schemeClr val="dk1"/>
                          </a:solidFill>
                          <a:effectLst/>
                        </a:rPr>
                        <a:t>KNN </a:t>
                      </a:r>
                      <a:r>
                        <a:rPr lang="pt-PT" sz="1400" b="0" kern="1200" dirty="0" err="1">
                          <a:solidFill>
                            <a:schemeClr val="dk1"/>
                          </a:solidFill>
                          <a:effectLst/>
                        </a:rPr>
                        <a:t>Imputation</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1.771368</a:t>
                      </a:r>
                      <a:endParaRPr lang="pt-PT" sz="1100" dirty="0"/>
                    </a:p>
                  </a:txBody>
                  <a:tcPr marL="68580" marR="68580" marT="34290" marB="34290"/>
                </a:tc>
                <a:extLst>
                  <a:ext uri="{0D108BD9-81ED-4DB2-BD59-A6C34878D82A}">
                    <a16:rowId xmlns:a16="http://schemas.microsoft.com/office/drawing/2014/main" val="2373259830"/>
                  </a:ext>
                </a:extLst>
              </a:tr>
              <a:tr h="223621">
                <a:tc>
                  <a:txBody>
                    <a:bodyPr/>
                    <a:lstStyle/>
                    <a:p>
                      <a:r>
                        <a:rPr lang="pt-PT" sz="1400" b="0" kern="1200" dirty="0" err="1">
                          <a:solidFill>
                            <a:schemeClr val="dk1"/>
                          </a:solidFill>
                          <a:effectLst/>
                        </a:rPr>
                        <a:t>Iterative</a:t>
                      </a:r>
                      <a:r>
                        <a:rPr lang="pt-PT" sz="1400" b="0" kern="1200" dirty="0">
                          <a:solidFill>
                            <a:schemeClr val="dk1"/>
                          </a:solidFill>
                          <a:effectLst/>
                        </a:rPr>
                        <a:t> </a:t>
                      </a:r>
                      <a:r>
                        <a:rPr lang="pt-PT" sz="1400" b="0" kern="1200" dirty="0" err="1">
                          <a:solidFill>
                            <a:schemeClr val="dk1"/>
                          </a:solidFill>
                          <a:effectLst/>
                        </a:rPr>
                        <a:t>Imputation</a:t>
                      </a:r>
                      <a:endParaRPr lang="pt-PT" sz="1100" dirty="0"/>
                    </a:p>
                  </a:txBody>
                  <a:tcPr marL="68580" marR="68580" marT="34290" marB="34290"/>
                </a:tc>
                <a:tc>
                  <a:txBody>
                    <a:bodyPr/>
                    <a:lstStyle/>
                    <a:p>
                      <a:r>
                        <a:rPr lang="pt-PT" sz="1400" b="0" kern="1200" dirty="0">
                          <a:solidFill>
                            <a:schemeClr val="dk1"/>
                          </a:solidFill>
                          <a:effectLst/>
                        </a:rPr>
                        <a:t>Linear </a:t>
                      </a:r>
                      <a:r>
                        <a:rPr lang="pt-PT" sz="1400" b="0" kern="1200" dirty="0" err="1">
                          <a:solidFill>
                            <a:schemeClr val="dk1"/>
                          </a:solidFill>
                          <a:effectLst/>
                        </a:rPr>
                        <a:t>Regression</a:t>
                      </a:r>
                      <a:endParaRPr lang="pt-PT" sz="1100" dirty="0"/>
                    </a:p>
                  </a:txBody>
                  <a:tcPr marL="68580" marR="68580" marT="34290" marB="34290"/>
                </a:tc>
                <a:tc>
                  <a:txBody>
                    <a:bodyPr/>
                    <a:lstStyle/>
                    <a:p>
                      <a:r>
                        <a:rPr lang="pt-PT" sz="1400" b="0" kern="1200" dirty="0">
                          <a:solidFill>
                            <a:schemeClr val="dk1"/>
                          </a:solidFill>
                          <a:effectLst/>
                        </a:rPr>
                        <a:t>N/A</a:t>
                      </a:r>
                      <a:endParaRPr lang="pt-PT" sz="1100" dirty="0"/>
                    </a:p>
                  </a:txBody>
                  <a:tcPr marL="68580" marR="68580" marT="34290" marB="34290"/>
                </a:tc>
                <a:tc>
                  <a:txBody>
                    <a:bodyPr/>
                    <a:lstStyle/>
                    <a:p>
                      <a:r>
                        <a:rPr lang="pt-PT" sz="1400" b="0" kern="1200" dirty="0">
                          <a:solidFill>
                            <a:schemeClr val="dk1"/>
                          </a:solidFill>
                          <a:effectLst/>
                        </a:rPr>
                        <a:t>1.767101</a:t>
                      </a:r>
                      <a:endParaRPr lang="pt-PT" sz="1100" dirty="0"/>
                    </a:p>
                  </a:txBody>
                  <a:tcPr marL="68580" marR="68580" marT="34290" marB="34290"/>
                </a:tc>
                <a:extLst>
                  <a:ext uri="{0D108BD9-81ED-4DB2-BD59-A6C34878D82A}">
                    <a16:rowId xmlns:a16="http://schemas.microsoft.com/office/drawing/2014/main" val="3051990292"/>
                  </a:ext>
                </a:extLst>
              </a:tr>
              <a:tr h="223621">
                <a:tc>
                  <a:txBody>
                    <a:bodyPr/>
                    <a:lstStyle/>
                    <a:p>
                      <a:r>
                        <a:rPr lang="pt-PT" sz="1400" b="0" kern="1200" dirty="0" err="1">
                          <a:solidFill>
                            <a:schemeClr val="dk1"/>
                          </a:solidFill>
                          <a:effectLst/>
                        </a:rPr>
                        <a:t>Missing</a:t>
                      </a:r>
                      <a:r>
                        <a:rPr lang="pt-PT" sz="1400" b="0" kern="1200" dirty="0">
                          <a:solidFill>
                            <a:schemeClr val="dk1"/>
                          </a:solidFill>
                          <a:effectLst/>
                        </a:rPr>
                        <a:t> as -999</a:t>
                      </a:r>
                      <a:endParaRPr lang="pt-PT" sz="1100" dirty="0"/>
                    </a:p>
                  </a:txBody>
                  <a:tcPr marL="68580" marR="68580" marT="34290" marB="34290"/>
                </a:tc>
                <a:tc>
                  <a:txBody>
                    <a:bodyPr/>
                    <a:lstStyle/>
                    <a:p>
                      <a:r>
                        <a:rPr lang="pt-PT" sz="1400" b="0" kern="1200" dirty="0" err="1">
                          <a:solidFill>
                            <a:schemeClr val="dk1"/>
                          </a:solidFill>
                          <a:effectLst/>
                        </a:rPr>
                        <a:t>Decision</a:t>
                      </a:r>
                      <a:r>
                        <a:rPr lang="pt-PT" sz="1400" b="0" kern="1200" dirty="0">
                          <a:solidFill>
                            <a:schemeClr val="dk1"/>
                          </a:solidFill>
                          <a:effectLst/>
                        </a:rPr>
                        <a:t> </a:t>
                      </a:r>
                      <a:r>
                        <a:rPr lang="pt-PT" sz="1400" b="0" kern="1200" dirty="0" err="1">
                          <a:solidFill>
                            <a:schemeClr val="dk1"/>
                          </a:solidFill>
                          <a:effectLst/>
                        </a:rPr>
                        <a:t>Tree</a:t>
                      </a:r>
                      <a:endParaRPr lang="pt-PT" sz="1100" dirty="0"/>
                    </a:p>
                  </a:txBody>
                  <a:tcPr marL="68580" marR="68580" marT="34290" marB="34290"/>
                </a:tc>
                <a:tc>
                  <a:txBody>
                    <a:bodyPr/>
                    <a:lstStyle/>
                    <a:p>
                      <a:r>
                        <a:rPr lang="pt-PT" sz="1400" b="0" kern="1200" dirty="0">
                          <a:solidFill>
                            <a:schemeClr val="dk1"/>
                          </a:solidFill>
                          <a:effectLst/>
                        </a:rPr>
                        <a:t>2.231226</a:t>
                      </a:r>
                      <a:endParaRPr lang="pt-PT" sz="1100" dirty="0"/>
                    </a:p>
                  </a:txBody>
                  <a:tcPr marL="68580" marR="68580" marT="34290" marB="34290"/>
                </a:tc>
                <a:tc>
                  <a:txBody>
                    <a:bodyPr/>
                    <a:lstStyle/>
                    <a:p>
                      <a:r>
                        <a:rPr lang="pt-PT" sz="1400" b="0" kern="1200" dirty="0">
                          <a:solidFill>
                            <a:schemeClr val="dk1"/>
                          </a:solidFill>
                          <a:effectLst/>
                        </a:rPr>
                        <a:t>1.959689</a:t>
                      </a:r>
                      <a:endParaRPr lang="pt-PT" sz="1100" dirty="0"/>
                    </a:p>
                  </a:txBody>
                  <a:tcPr marL="68580" marR="68580" marT="34290" marB="34290"/>
                </a:tc>
                <a:extLst>
                  <a:ext uri="{0D108BD9-81ED-4DB2-BD59-A6C34878D82A}">
                    <a16:rowId xmlns:a16="http://schemas.microsoft.com/office/drawing/2014/main" val="2257171274"/>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r>
                        <a:rPr lang="pt-PT" sz="1400" b="0" kern="1200" dirty="0">
                          <a:solidFill>
                            <a:schemeClr val="dk1"/>
                          </a:solidFill>
                          <a:effectLst/>
                        </a:rPr>
                        <a:t> </a:t>
                      </a:r>
                      <a:endParaRPr lang="pt-PT" sz="1100" dirty="0"/>
                    </a:p>
                  </a:txBody>
                  <a:tcPr marL="68580" marR="68580" marT="34290" marB="34290"/>
                </a:tc>
                <a:tc>
                  <a:txBody>
                    <a:bodyPr/>
                    <a:lstStyle/>
                    <a:p>
                      <a:r>
                        <a:rPr lang="pt-PT" sz="1400" b="0" kern="1200" dirty="0" err="1">
                          <a:solidFill>
                            <a:schemeClr val="dk1"/>
                          </a:solidFill>
                          <a:effectLst/>
                        </a:rPr>
                        <a:t>HistGradientBoosting</a:t>
                      </a:r>
                      <a:endParaRPr lang="pt-PT" sz="1100" dirty="0"/>
                    </a:p>
                  </a:txBody>
                  <a:tcPr marL="68580" marR="68580" marT="34290" marB="34290"/>
                </a:tc>
                <a:tc>
                  <a:txBody>
                    <a:bodyPr/>
                    <a:lstStyle/>
                    <a:p>
                      <a:r>
                        <a:rPr lang="pt-PT" sz="1400" b="0" kern="1200" dirty="0">
                          <a:solidFill>
                            <a:schemeClr val="dk1"/>
                          </a:solidFill>
                          <a:effectLst/>
                        </a:rPr>
                        <a:t>2.628646</a:t>
                      </a:r>
                      <a:endParaRPr lang="pt-PT" sz="1100" dirty="0"/>
                    </a:p>
                  </a:txBody>
                  <a:tcPr marL="68580" marR="68580" marT="34290" marB="34290"/>
                </a:tc>
                <a:tc>
                  <a:txBody>
                    <a:bodyPr/>
                    <a:lstStyle/>
                    <a:p>
                      <a:r>
                        <a:rPr lang="pt-PT" sz="1400" b="0" kern="1200" dirty="0">
                          <a:solidFill>
                            <a:schemeClr val="dk1"/>
                          </a:solidFill>
                          <a:effectLst/>
                        </a:rPr>
                        <a:t>2.271743</a:t>
                      </a:r>
                      <a:endParaRPr lang="pt-PT" sz="1100" dirty="0"/>
                    </a:p>
                  </a:txBody>
                  <a:tcPr marL="68580" marR="68580" marT="34290" marB="34290"/>
                </a:tc>
                <a:extLst>
                  <a:ext uri="{0D108BD9-81ED-4DB2-BD59-A6C34878D82A}">
                    <a16:rowId xmlns:a16="http://schemas.microsoft.com/office/drawing/2014/main" val="1519557747"/>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Standard</a:t>
                      </a:r>
                      <a:endParaRPr lang="pt-PT" sz="1100" dirty="0"/>
                    </a:p>
                  </a:txBody>
                  <a:tcPr marL="68580" marR="68580" marT="34290" marB="34290"/>
                </a:tc>
                <a:tc>
                  <a:txBody>
                    <a:bodyPr/>
                    <a:lstStyle/>
                    <a:p>
                      <a:r>
                        <a:rPr lang="pt-PT" sz="1400" b="0" kern="1200" dirty="0">
                          <a:solidFill>
                            <a:schemeClr val="dk1"/>
                          </a:solidFill>
                          <a:effectLst/>
                        </a:rPr>
                        <a:t>2.668006</a:t>
                      </a:r>
                      <a:endParaRPr lang="pt-PT" sz="1100" dirty="0"/>
                    </a:p>
                  </a:txBody>
                  <a:tcPr marL="68580" marR="68580" marT="34290" marB="34290"/>
                </a:tc>
                <a:tc>
                  <a:txBody>
                    <a:bodyPr/>
                    <a:lstStyle/>
                    <a:p>
                      <a:r>
                        <a:rPr lang="pt-PT" sz="1400" b="0" kern="1200" dirty="0">
                          <a:solidFill>
                            <a:schemeClr val="dk1"/>
                          </a:solidFill>
                          <a:effectLst/>
                        </a:rPr>
                        <a:t>2.306718</a:t>
                      </a:r>
                      <a:endParaRPr lang="pt-PT" sz="1100" dirty="0"/>
                    </a:p>
                  </a:txBody>
                  <a:tcPr marL="68580" marR="68580" marT="34290" marB="34290"/>
                </a:tc>
                <a:extLst>
                  <a:ext uri="{0D108BD9-81ED-4DB2-BD59-A6C34878D82A}">
                    <a16:rowId xmlns:a16="http://schemas.microsoft.com/office/drawing/2014/main" val="620846707"/>
                  </a:ext>
                </a:extLst>
              </a:tr>
              <a:tr h="223621">
                <a:tc>
                  <a:txBody>
                    <a:bodyPr/>
                    <a:lstStyle/>
                    <a:p>
                      <a:r>
                        <a:rPr lang="pt-PT" sz="1400" b="0" kern="1200" dirty="0" err="1">
                          <a:solidFill>
                            <a:schemeClr val="dk1"/>
                          </a:solidFill>
                          <a:effectLst/>
                        </a:rPr>
                        <a:t>Native</a:t>
                      </a:r>
                      <a:r>
                        <a:rPr lang="pt-PT" sz="1400" b="0" kern="1200" dirty="0">
                          <a:solidFill>
                            <a:schemeClr val="dk1"/>
                          </a:solidFill>
                          <a:effectLst/>
                        </a:rPr>
                        <a:t> </a:t>
                      </a:r>
                      <a:r>
                        <a:rPr lang="pt-PT" sz="1400" b="0" kern="1200" dirty="0" err="1">
                          <a:solidFill>
                            <a:schemeClr val="dk1"/>
                          </a:solidFill>
                          <a:effectLst/>
                        </a:rPr>
                        <a:t>Missing</a:t>
                      </a:r>
                      <a:r>
                        <a:rPr lang="pt-PT" sz="1400" b="0" kern="1200" dirty="0">
                          <a:solidFill>
                            <a:schemeClr val="dk1"/>
                          </a:solidFill>
                          <a:effectLst/>
                        </a:rPr>
                        <a:t> </a:t>
                      </a:r>
                      <a:r>
                        <a:rPr lang="pt-PT" sz="1400" b="0" kern="1200" dirty="0" err="1">
                          <a:solidFill>
                            <a:schemeClr val="dk1"/>
                          </a:solidFill>
                          <a:effectLst/>
                        </a:rPr>
                        <a:t>Support</a:t>
                      </a:r>
                      <a:endParaRPr lang="pt-PT" sz="1100" dirty="0"/>
                    </a:p>
                  </a:txBody>
                  <a:tcPr marL="68580" marR="68580" marT="34290" marB="34290"/>
                </a:tc>
                <a:tc>
                  <a:txBody>
                    <a:bodyPr/>
                    <a:lstStyle/>
                    <a:p>
                      <a:r>
                        <a:rPr lang="pt-PT" sz="1400" b="0" kern="1200" dirty="0" err="1">
                          <a:solidFill>
                            <a:schemeClr val="dk1"/>
                          </a:solidFill>
                          <a:effectLst/>
                        </a:rPr>
                        <a:t>CatBoost</a:t>
                      </a:r>
                      <a:r>
                        <a:rPr lang="pt-PT" sz="1400" b="0" kern="1200" dirty="0">
                          <a:solidFill>
                            <a:schemeClr val="dk1"/>
                          </a:solidFill>
                          <a:effectLst/>
                        </a:rPr>
                        <a:t> AFT</a:t>
                      </a:r>
                      <a:endParaRPr lang="pt-PT" sz="1100" dirty="0"/>
                    </a:p>
                  </a:txBody>
                  <a:tcPr marL="68580" marR="68580" marT="34290" marB="34290"/>
                </a:tc>
                <a:tc>
                  <a:txBody>
                    <a:bodyPr/>
                    <a:lstStyle/>
                    <a:p>
                      <a:r>
                        <a:rPr lang="pt-PT" sz="1400" b="0" kern="1200" dirty="0">
                          <a:solidFill>
                            <a:schemeClr val="dk1"/>
                          </a:solidFill>
                          <a:effectLst/>
                        </a:rPr>
                        <a:t>2.792279</a:t>
                      </a:r>
                      <a:endParaRPr lang="pt-PT" sz="1100" dirty="0"/>
                    </a:p>
                  </a:txBody>
                  <a:tcPr marL="68580" marR="68580" marT="34290" marB="34290"/>
                </a:tc>
                <a:tc>
                  <a:txBody>
                    <a:bodyPr/>
                    <a:lstStyle/>
                    <a:p>
                      <a:r>
                        <a:rPr lang="pt-PT" sz="1400" b="0" kern="1200" dirty="0">
                          <a:solidFill>
                            <a:schemeClr val="dk1"/>
                          </a:solidFill>
                          <a:effectLst/>
                        </a:rPr>
                        <a:t>1.733899</a:t>
                      </a:r>
                      <a:endParaRPr lang="pt-PT" sz="1100" dirty="0"/>
                    </a:p>
                  </a:txBody>
                  <a:tcPr marL="68580" marR="68580" marT="34290" marB="34290"/>
                </a:tc>
                <a:extLst>
                  <a:ext uri="{0D108BD9-81ED-4DB2-BD59-A6C34878D82A}">
                    <a16:rowId xmlns:a16="http://schemas.microsoft.com/office/drawing/2014/main" val="3012350424"/>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Mean</a:t>
                      </a:r>
                      <a:r>
                        <a:rPr lang="pt-PT" sz="1400" b="0" kern="1200" dirty="0">
                          <a:solidFill>
                            <a:schemeClr val="dk1"/>
                          </a:solidFill>
                          <a:effectLst/>
                        </a:rPr>
                        <a:t> </a:t>
                      </a:r>
                      <a:r>
                        <a:rPr lang="pt-PT" sz="1400" b="0" kern="1200" dirty="0" err="1">
                          <a:solidFill>
                            <a:schemeClr val="dk1"/>
                          </a:solidFill>
                          <a:effectLst/>
                        </a:rPr>
                        <a:t>Imputation</a:t>
                      </a:r>
                      <a:r>
                        <a:rPr lang="pt-PT" sz="1400" b="0" kern="1200" dirty="0">
                          <a:solidFill>
                            <a:schemeClr val="dk1"/>
                          </a:solidFill>
                          <a:effectLst/>
                        </a:rPr>
                        <a:t> + AFT</a:t>
                      </a:r>
                    </a:p>
                  </a:txBody>
                  <a:tcPr marL="68580" marR="68580" marT="34290" marB="3429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PT" sz="1400" b="0" kern="1200" dirty="0" err="1">
                          <a:solidFill>
                            <a:schemeClr val="dk1"/>
                          </a:solidFill>
                          <a:effectLst/>
                        </a:rPr>
                        <a:t>CatBoost</a:t>
                      </a:r>
                      <a:r>
                        <a:rPr lang="pt-PT" sz="1400" b="0" kern="1200" dirty="0">
                          <a:solidFill>
                            <a:schemeClr val="dk1"/>
                          </a:solidFill>
                          <a:effectLst/>
                        </a:rPr>
                        <a:t> AFT </a:t>
                      </a:r>
                      <a:r>
                        <a:rPr lang="pt-PT" sz="1400" b="0" kern="1200" dirty="0" err="1">
                          <a:solidFill>
                            <a:schemeClr val="dk1"/>
                          </a:solidFill>
                          <a:effectLst/>
                        </a:rPr>
                        <a:t>on</a:t>
                      </a:r>
                      <a:r>
                        <a:rPr lang="pt-PT" sz="1400" b="0" kern="1200" dirty="0">
                          <a:solidFill>
                            <a:schemeClr val="dk1"/>
                          </a:solidFill>
                          <a:effectLst/>
                        </a:rPr>
                        <a:t> </a:t>
                      </a:r>
                      <a:r>
                        <a:rPr lang="pt-PT" sz="1400" b="0" kern="1200" dirty="0" err="1">
                          <a:solidFill>
                            <a:schemeClr val="dk1"/>
                          </a:solidFill>
                          <a:effectLst/>
                        </a:rPr>
                        <a:t>Imputed</a:t>
                      </a:r>
                      <a:r>
                        <a:rPr lang="pt-PT" sz="1400" b="0" kern="1200" dirty="0">
                          <a:solidFill>
                            <a:schemeClr val="dk1"/>
                          </a:solidFill>
                          <a:effectLst/>
                        </a:rPr>
                        <a:t> Data</a:t>
                      </a:r>
                    </a:p>
                  </a:txBody>
                  <a:tcPr marL="68580" marR="68580" marT="34290" marB="34290"/>
                </a:tc>
                <a:tc>
                  <a:txBody>
                    <a:bodyPr/>
                    <a:lstStyle/>
                    <a:p>
                      <a:r>
                        <a:rPr lang="pt-PT" sz="1400" b="0" kern="1200" dirty="0">
                          <a:solidFill>
                            <a:schemeClr val="dk1"/>
                          </a:solidFill>
                          <a:effectLst/>
                        </a:rPr>
                        <a:t>2.544942</a:t>
                      </a:r>
                      <a:endParaRPr lang="pt-PT" sz="1100" dirty="0"/>
                    </a:p>
                  </a:txBody>
                  <a:tcPr marL="68580" marR="68580" marT="34290" marB="34290"/>
                </a:tc>
                <a:tc>
                  <a:txBody>
                    <a:bodyPr/>
                    <a:lstStyle/>
                    <a:p>
                      <a:r>
                        <a:rPr lang="pt-PT" sz="1400" b="0" kern="1200" dirty="0">
                          <a:solidFill>
                            <a:schemeClr val="dk1"/>
                          </a:solidFill>
                          <a:effectLst/>
                        </a:rPr>
                        <a:t>1.609733</a:t>
                      </a:r>
                    </a:p>
                  </a:txBody>
                  <a:tcPr marL="68580" marR="68580" marT="34290" marB="34290"/>
                </a:tc>
                <a:extLst>
                  <a:ext uri="{0D108BD9-81ED-4DB2-BD59-A6C34878D82A}">
                    <a16:rowId xmlns:a16="http://schemas.microsoft.com/office/drawing/2014/main" val="661222074"/>
                  </a:ext>
                </a:extLst>
              </a:tr>
              <a:tr h="412621">
                <a:tc>
                  <a:txBody>
                    <a:bodyPr/>
                    <a:lstStyle/>
                    <a:p>
                      <a:r>
                        <a:rPr lang="pt-PT" sz="1400" dirty="0" err="1"/>
                        <a:t>Isomap</a:t>
                      </a:r>
                      <a:r>
                        <a:rPr lang="pt-PT" sz="1400" dirty="0"/>
                        <a:t> (</a:t>
                      </a:r>
                      <a:r>
                        <a:rPr lang="pt-PT" sz="1400" b="0" i="0" u="none" strike="noStrike" cap="none" dirty="0" err="1">
                          <a:solidFill>
                            <a:schemeClr val="tx1"/>
                          </a:solidFill>
                          <a:effectLst/>
                          <a:latin typeface="+mn-lt"/>
                          <a:ea typeface="+mn-ea"/>
                          <a:cs typeface="+mn-cs"/>
                          <a:sym typeface="Arial"/>
                        </a:rPr>
                        <a:t>with</a:t>
                      </a:r>
                      <a:r>
                        <a:rPr lang="pt-PT" sz="1400" b="0" i="0" u="none" strike="noStrike" cap="none" dirty="0">
                          <a:solidFill>
                            <a:schemeClr val="tx1"/>
                          </a:solidFill>
                          <a:effectLst/>
                          <a:latin typeface="+mn-lt"/>
                          <a:ea typeface="+mn-ea"/>
                          <a:cs typeface="+mn-cs"/>
                          <a:sym typeface="Arial"/>
                        </a:rPr>
                        <a:t> </a:t>
                      </a:r>
                      <a:r>
                        <a:rPr lang="pt-PT" sz="1400" b="0" i="0" u="none" strike="noStrike" cap="none" dirty="0" err="1">
                          <a:solidFill>
                            <a:schemeClr val="tx1"/>
                          </a:solidFill>
                          <a:effectLst/>
                          <a:latin typeface="+mn-lt"/>
                          <a:ea typeface="+mn-ea"/>
                          <a:cs typeface="+mn-cs"/>
                          <a:sym typeface="Arial"/>
                        </a:rPr>
                        <a:t>Semi-Supervised</a:t>
                      </a:r>
                      <a:r>
                        <a:rPr lang="pt-PT" sz="1400" b="0" i="0" u="none" strike="noStrike" cap="none" dirty="0">
                          <a:solidFill>
                            <a:schemeClr val="tx1"/>
                          </a:solidFill>
                          <a:effectLst/>
                          <a:latin typeface="+mn-lt"/>
                          <a:ea typeface="+mn-ea"/>
                          <a:cs typeface="+mn-cs"/>
                          <a:sym typeface="Arial"/>
                        </a:rPr>
                        <a:t> Data)</a:t>
                      </a:r>
                      <a:endParaRPr lang="pt-PT" sz="1400" dirty="0"/>
                    </a:p>
                  </a:txBody>
                  <a:tcPr marL="68580" marR="68580" marT="34290" marB="34290"/>
                </a:tc>
                <a:tc>
                  <a:txBody>
                    <a:bodyPr/>
                    <a:lstStyle/>
                    <a:p>
                      <a:r>
                        <a:rPr lang="pt-PT" sz="1400" dirty="0"/>
                        <a:t>Linear </a:t>
                      </a:r>
                      <a:r>
                        <a:rPr lang="pt-PT" sz="1400" dirty="0" err="1"/>
                        <a:t>Regression</a:t>
                      </a:r>
                      <a:endParaRPr lang="pt-PT" sz="1400" dirty="0"/>
                    </a:p>
                  </a:txBody>
                  <a:tcPr marL="68580" marR="68580" marT="34290" marB="34290"/>
                </a:tc>
                <a:tc>
                  <a:txBody>
                    <a:bodyPr/>
                    <a:lstStyle/>
                    <a:p>
                      <a:r>
                        <a:rPr lang="pt-PT" sz="1400" dirty="0"/>
                        <a:t>2.8258</a:t>
                      </a:r>
                    </a:p>
                  </a:txBody>
                  <a:tcPr marL="68580" marR="68580" marT="34290" marB="34290"/>
                </a:tc>
                <a:tc>
                  <a:txBody>
                    <a:bodyPr/>
                    <a:lstStyle/>
                    <a:p>
                      <a:r>
                        <a:rPr lang="pt-PT" sz="1400" b="0" kern="1200" dirty="0">
                          <a:solidFill>
                            <a:schemeClr val="dk1"/>
                          </a:solidFill>
                          <a:effectLst/>
                        </a:rPr>
                        <a:t>2.3901</a:t>
                      </a:r>
                    </a:p>
                  </a:txBody>
                  <a:tcPr marL="68580" marR="68580" marT="34290" marB="34290"/>
                </a:tc>
                <a:extLst>
                  <a:ext uri="{0D108BD9-81ED-4DB2-BD59-A6C34878D82A}">
                    <a16:rowId xmlns:a16="http://schemas.microsoft.com/office/drawing/2014/main" val="3311434148"/>
                  </a:ext>
                </a:extLst>
              </a:tr>
              <a:tr h="412621">
                <a:tc>
                  <a:txBody>
                    <a:bodyPr/>
                    <a:lstStyle/>
                    <a:p>
                      <a:r>
                        <a:rPr lang="pt-PT" sz="1400" dirty="0" err="1"/>
                        <a:t>Mean</a:t>
                      </a:r>
                      <a:r>
                        <a:rPr lang="pt-PT" sz="1400" dirty="0"/>
                        <a:t> </a:t>
                      </a:r>
                      <a:r>
                        <a:rPr lang="pt-PT" sz="1400" dirty="0" err="1"/>
                        <a:t>Imputation</a:t>
                      </a:r>
                      <a:r>
                        <a:rPr lang="pt-PT" sz="1400" dirty="0"/>
                        <a:t> (</a:t>
                      </a:r>
                      <a:r>
                        <a:rPr lang="pt-PT" sz="1400" b="0" i="0" u="none" strike="noStrike" cap="none" dirty="0" err="1">
                          <a:solidFill>
                            <a:schemeClr val="tx1"/>
                          </a:solidFill>
                          <a:effectLst/>
                          <a:latin typeface="+mn-lt"/>
                          <a:ea typeface="+mn-ea"/>
                          <a:cs typeface="+mn-cs"/>
                          <a:sym typeface="Arial"/>
                        </a:rPr>
                        <a:t>with</a:t>
                      </a:r>
                      <a:r>
                        <a:rPr lang="pt-PT" sz="1400" b="0" i="0" u="none" strike="noStrike" cap="none" dirty="0">
                          <a:solidFill>
                            <a:schemeClr val="tx1"/>
                          </a:solidFill>
                          <a:effectLst/>
                          <a:latin typeface="+mn-lt"/>
                          <a:ea typeface="+mn-ea"/>
                          <a:cs typeface="+mn-cs"/>
                          <a:sym typeface="Arial"/>
                        </a:rPr>
                        <a:t> </a:t>
                      </a:r>
                      <a:r>
                        <a:rPr lang="pt-PT" sz="1400" b="0" i="0" u="none" strike="noStrike" cap="none" dirty="0" err="1">
                          <a:solidFill>
                            <a:schemeClr val="tx1"/>
                          </a:solidFill>
                          <a:effectLst/>
                          <a:latin typeface="+mn-lt"/>
                          <a:ea typeface="+mn-ea"/>
                          <a:cs typeface="+mn-cs"/>
                          <a:sym typeface="Arial"/>
                        </a:rPr>
                        <a:t>Semi-Supervised</a:t>
                      </a:r>
                      <a:r>
                        <a:rPr lang="pt-PT" sz="1400" b="0" i="0" u="none" strike="noStrike" cap="none" dirty="0">
                          <a:solidFill>
                            <a:schemeClr val="tx1"/>
                          </a:solidFill>
                          <a:effectLst/>
                          <a:latin typeface="+mn-lt"/>
                          <a:ea typeface="+mn-ea"/>
                          <a:cs typeface="+mn-cs"/>
                          <a:sym typeface="Arial"/>
                        </a:rPr>
                        <a:t> Data)</a:t>
                      </a:r>
                      <a:endParaRPr lang="pt-PT" sz="1400" dirty="0"/>
                    </a:p>
                  </a:txBody>
                  <a:tcPr marL="68580" marR="68580" marT="34290" marB="34290"/>
                </a:tc>
                <a:tc>
                  <a:txBody>
                    <a:bodyPr/>
                    <a:lstStyle/>
                    <a:p>
                      <a:r>
                        <a:rPr lang="pt-PT" sz="1400" dirty="0"/>
                        <a:t>Linear </a:t>
                      </a:r>
                      <a:r>
                        <a:rPr lang="pt-PT" sz="1400" dirty="0" err="1"/>
                        <a:t>Regression</a:t>
                      </a:r>
                      <a:endParaRPr lang="pt-PT" sz="1400" dirty="0"/>
                    </a:p>
                  </a:txBody>
                  <a:tcPr marL="68580" marR="68580" marT="34290" marB="34290"/>
                </a:tc>
                <a:tc>
                  <a:txBody>
                    <a:bodyPr/>
                    <a:lstStyle/>
                    <a:p>
                      <a:r>
                        <a:rPr lang="pt-PT" sz="1400" b="0" i="0" u="none" strike="noStrike" cap="none" dirty="0">
                          <a:solidFill>
                            <a:schemeClr val="tx1"/>
                          </a:solidFill>
                          <a:effectLst/>
                          <a:latin typeface="+mn-lt"/>
                          <a:ea typeface="+mn-ea"/>
                          <a:cs typeface="+mn-cs"/>
                          <a:sym typeface="Arial"/>
                        </a:rPr>
                        <a:t>2.8174</a:t>
                      </a:r>
                      <a:endParaRPr lang="pt-PT" sz="1100" dirty="0"/>
                    </a:p>
                  </a:txBody>
                  <a:tcPr marL="68580" marR="68580" marT="34290" marB="34290"/>
                </a:tc>
                <a:tc>
                  <a:txBody>
                    <a:bodyPr/>
                    <a:lstStyle/>
                    <a:p>
                      <a:r>
                        <a:rPr lang="pt-PT" sz="1400" b="0" kern="1200" dirty="0">
                          <a:solidFill>
                            <a:schemeClr val="dk1"/>
                          </a:solidFill>
                          <a:effectLst/>
                        </a:rPr>
                        <a:t>2.3932</a:t>
                      </a:r>
                    </a:p>
                  </a:txBody>
                  <a:tcPr marL="68580" marR="68580" marT="34290" marB="34290"/>
                </a:tc>
                <a:extLst>
                  <a:ext uri="{0D108BD9-81ED-4DB2-BD59-A6C34878D82A}">
                    <a16:rowId xmlns:a16="http://schemas.microsoft.com/office/drawing/2014/main" val="3202796499"/>
                  </a:ext>
                </a:extLst>
              </a:tr>
            </a:tbl>
          </a:graphicData>
        </a:graphic>
      </p:graphicFrame>
    </p:spTree>
    <p:extLst>
      <p:ext uri="{BB962C8B-B14F-4D97-AF65-F5344CB8AC3E}">
        <p14:creationId xmlns:p14="http://schemas.microsoft.com/office/powerpoint/2010/main" val="32633944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14EF0-1266-3D2F-53BA-53060A27AFD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38E3F24-493A-5E6D-FA83-AC6F22A620B7}"/>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4" name="Marcador de Posição de Conteúdo 3">
            <a:extLst>
              <a:ext uri="{FF2B5EF4-FFF2-40B4-BE49-F238E27FC236}">
                <a16:creationId xmlns:a16="http://schemas.microsoft.com/office/drawing/2014/main" id="{F7725757-9B0E-D321-759E-8B0B28306677}"/>
              </a:ext>
            </a:extLst>
          </p:cNvPr>
          <p:cNvSpPr>
            <a:spLocks noGrp="1"/>
          </p:cNvSpPr>
          <p:nvPr>
            <p:ph idx="1"/>
          </p:nvPr>
        </p:nvSpPr>
        <p:spPr/>
        <p:txBody>
          <a:bodyPr/>
          <a:lstStyle/>
          <a:p>
            <a:pPr fontAlgn="base"/>
            <a:endParaRPr lang="en-US" dirty="0"/>
          </a:p>
          <a:p>
            <a:pPr fontAlgn="base"/>
            <a:endParaRPr lang="en-US" dirty="0"/>
          </a:p>
          <a:p>
            <a:pPr fontAlgn="base"/>
            <a:r>
              <a:rPr lang="en-US" dirty="0"/>
              <a:t>While the Baseline shows the worst performance (4.08) by simply discarding missing information, the </a:t>
            </a:r>
            <a:r>
              <a:rPr lang="en-US" dirty="0" err="1"/>
              <a:t>Isomap</a:t>
            </a:r>
            <a:r>
              <a:rPr lang="en-US" dirty="0"/>
              <a:t> and Semi-Supervised strategies use advanced pre-processing to reduce the error to approximately 2.39, proving that treating data is drastically superior to just ignoring missing values.</a:t>
            </a:r>
          </a:p>
          <a:p>
            <a:pPr marL="114300" indent="0">
              <a:buNone/>
            </a:pPr>
            <a:br>
              <a:rPr lang="en-US" dirty="0"/>
            </a:br>
            <a:endParaRPr lang="pt-PT" dirty="0"/>
          </a:p>
        </p:txBody>
      </p:sp>
    </p:spTree>
    <p:extLst>
      <p:ext uri="{BB962C8B-B14F-4D97-AF65-F5344CB8AC3E}">
        <p14:creationId xmlns:p14="http://schemas.microsoft.com/office/powerpoint/2010/main" val="229474492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5F85FCB-6BD1-40A1-AF52-A37D4A8C8544}"/>
              </a:ext>
            </a:extLst>
          </p:cNvPr>
          <p:cNvSpPr>
            <a:spLocks noGrp="1"/>
          </p:cNvSpPr>
          <p:nvPr>
            <p:ph type="title"/>
          </p:nvPr>
        </p:nvSpPr>
        <p:spPr/>
        <p:txBody>
          <a:bodyPr>
            <a:normAutofit fontScale="90000"/>
          </a:bodyPr>
          <a:lstStyle/>
          <a:p>
            <a:r>
              <a:rPr lang="en-US" dirty="0"/>
              <a:t>Results and Analysis from task [4.2]</a:t>
            </a:r>
            <a:endParaRPr lang="pt-PT" dirty="0"/>
          </a:p>
        </p:txBody>
      </p:sp>
      <p:sp>
        <p:nvSpPr>
          <p:cNvPr id="3" name="Marcador de Posição do Texto 2">
            <a:extLst>
              <a:ext uri="{FF2B5EF4-FFF2-40B4-BE49-F238E27FC236}">
                <a16:creationId xmlns:a16="http://schemas.microsoft.com/office/drawing/2014/main" id="{7BFEACC9-0223-DE9D-FFA8-1C09CB410D60}"/>
              </a:ext>
            </a:extLst>
          </p:cNvPr>
          <p:cNvSpPr>
            <a:spLocks noGrp="1"/>
          </p:cNvSpPr>
          <p:nvPr>
            <p:ph type="body" idx="1"/>
          </p:nvPr>
        </p:nvSpPr>
        <p:spPr/>
        <p:txBody>
          <a:bodyPr/>
          <a:lstStyle/>
          <a:p>
            <a:endParaRPr lang="pt-PT" dirty="0"/>
          </a:p>
          <a:p>
            <a:endParaRPr lang="pt-PT" dirty="0"/>
          </a:p>
          <a:p>
            <a:r>
              <a:rPr lang="pt-PT" dirty="0" err="1"/>
              <a:t>Using</a:t>
            </a:r>
            <a:r>
              <a:rPr lang="pt-PT" dirty="0"/>
              <a:t> </a:t>
            </a:r>
            <a:r>
              <a:rPr lang="pt-PT" dirty="0" err="1"/>
              <a:t>Isomap</a:t>
            </a:r>
            <a:r>
              <a:rPr lang="pt-PT" dirty="0"/>
              <a:t> </a:t>
            </a:r>
            <a:r>
              <a:rPr lang="pt-PT" dirty="0" err="1"/>
              <a:t>model</a:t>
            </a:r>
            <a:r>
              <a:rPr lang="pt-PT" dirty="0"/>
              <a:t>:</a:t>
            </a:r>
          </a:p>
          <a:p>
            <a:endParaRPr lang="pt-PT" dirty="0"/>
          </a:p>
          <a:p>
            <a:pPr lvl="1"/>
            <a:r>
              <a:rPr lang="pt-PT" dirty="0" err="1"/>
              <a:t>Best</a:t>
            </a:r>
            <a:r>
              <a:rPr lang="pt-PT" dirty="0"/>
              <a:t> Local </a:t>
            </a:r>
            <a:r>
              <a:rPr lang="pt-PT" dirty="0" err="1"/>
              <a:t>cMSE</a:t>
            </a:r>
            <a:r>
              <a:rPr lang="pt-PT" dirty="0"/>
              <a:t>: 2.3901</a:t>
            </a:r>
          </a:p>
          <a:p>
            <a:pPr lvl="1"/>
            <a:endParaRPr lang="pt-PT" dirty="0"/>
          </a:p>
          <a:p>
            <a:pPr lvl="1"/>
            <a:r>
              <a:rPr lang="pt-PT" dirty="0" err="1"/>
              <a:t>Best</a:t>
            </a:r>
            <a:r>
              <a:rPr lang="pt-PT" dirty="0"/>
              <a:t> </a:t>
            </a:r>
            <a:r>
              <a:rPr lang="pt-PT" dirty="0" err="1"/>
              <a:t>Kaggle</a:t>
            </a:r>
            <a:r>
              <a:rPr lang="pt-PT" dirty="0"/>
              <a:t> score: 2.58777</a:t>
            </a:r>
          </a:p>
        </p:txBody>
      </p:sp>
      <p:sp>
        <p:nvSpPr>
          <p:cNvPr id="4" name="Marcador de Posição do Número do Diapositivo 3">
            <a:extLst>
              <a:ext uri="{FF2B5EF4-FFF2-40B4-BE49-F238E27FC236}">
                <a16:creationId xmlns:a16="http://schemas.microsoft.com/office/drawing/2014/main" id="{23D445E5-8180-EFA2-EA46-673A79DED4C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pt-PT" smtClean="0"/>
              <a:t>52</a:t>
            </a:fld>
            <a:endParaRPr lang="pt-PT"/>
          </a:p>
        </p:txBody>
      </p:sp>
    </p:spTree>
    <p:extLst>
      <p:ext uri="{BB962C8B-B14F-4D97-AF65-F5344CB8AC3E}">
        <p14:creationId xmlns:p14="http://schemas.microsoft.com/office/powerpoint/2010/main" val="87125902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53</a:t>
            </a:fld>
            <a:endParaRPr lang="en"/>
          </a:p>
        </p:txBody>
      </p:sp>
    </p:spTree>
    <p:extLst>
      <p:ext uri="{BB962C8B-B14F-4D97-AF65-F5344CB8AC3E}">
        <p14:creationId xmlns:p14="http://schemas.microsoft.com/office/powerpoint/2010/main" val="38623539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54</a:t>
            </a:fld>
            <a:endParaRPr lang="en"/>
          </a:p>
        </p:txBody>
      </p:sp>
    </p:spTree>
    <p:extLst>
      <p:ext uri="{BB962C8B-B14F-4D97-AF65-F5344CB8AC3E}">
        <p14:creationId xmlns:p14="http://schemas.microsoft.com/office/powerpoint/2010/main" val="126658996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55</a:t>
            </a:fld>
            <a:endParaRPr lang="en"/>
          </a:p>
        </p:txBody>
      </p:sp>
    </p:spTree>
    <p:extLst>
      <p:ext uri="{BB962C8B-B14F-4D97-AF65-F5344CB8AC3E}">
        <p14:creationId xmlns:p14="http://schemas.microsoft.com/office/powerpoint/2010/main" val="9262990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a:xfrm>
            <a:off x="311700" y="967746"/>
            <a:ext cx="8520600" cy="3830543"/>
          </a:xfrm>
        </p:spPr>
        <p:txBody>
          <a:bodyPr/>
          <a:lstStyle/>
          <a:p>
            <a:pPr marL="114300" indent="0" algn="just">
              <a:buNone/>
            </a:pPr>
            <a:r>
              <a:rPr lang="en-US" dirty="0"/>
              <a:t>Due to the heavy academic workload of all group members, we were not able to dedicate as much time to the project during the early stages as we had initially planned. </a:t>
            </a:r>
          </a:p>
          <a:p>
            <a:pPr marL="114300" indent="0" algn="just">
              <a:buNone/>
            </a:pPr>
            <a:endParaRPr lang="en-US" dirty="0"/>
          </a:p>
          <a:p>
            <a:pPr marL="114300" indent="0" algn="just">
              <a:buNone/>
            </a:pPr>
            <a:r>
              <a:rPr lang="en-US" dirty="0"/>
              <a:t>As a result, we started the Kaggle submission phase later than expected. This delay became a limitation because Kaggle only allows five submissions per day, which significantly restricted our ability to iterate, test different modeling strategies, and optimize our final model. </a:t>
            </a:r>
          </a:p>
          <a:p>
            <a:pPr marL="114300" indent="0" algn="just">
              <a:buNone/>
            </a:pPr>
            <a:endParaRPr lang="en-US" dirty="0"/>
          </a:p>
          <a:p>
            <a:pPr marL="114300" indent="0" algn="just">
              <a:buNone/>
            </a:pPr>
            <a:r>
              <a:rPr lang="en-US" dirty="0"/>
              <a:t>With more time and more allowed submissions, we would likely have explored additional approaches and achieved more refined results.</a:t>
            </a:r>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56</a:t>
            </a:fld>
            <a:endParaRPr lang="en"/>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pPr marL="114300" indent="0" algn="just">
              <a:buNone/>
            </a:pPr>
            <a:r>
              <a:rPr lang="en-US" dirty="0"/>
              <a:t>Even though our team faced time constraints, several aspects of the project went very well. We successfully implemented, tuned, and evaluated multiple machine learning models, applied appropriate handling for missing data, and correctly dealt with censored targets using suitable metrics. </a:t>
            </a:r>
          </a:p>
          <a:p>
            <a:pPr marL="114300" indent="0" algn="just">
              <a:buNone/>
            </a:pPr>
            <a:endParaRPr lang="en-US" dirty="0"/>
          </a:p>
          <a:p>
            <a:pPr marL="114300" indent="0" algn="just">
              <a:buNone/>
            </a:pPr>
            <a:r>
              <a:rPr lang="en-US" dirty="0"/>
              <a:t>Collaboration within the group was effective, with each member contributing to the modeling pipeline, validation strategy, and analysis of results.</a:t>
            </a:r>
          </a:p>
          <a:p>
            <a:pPr marL="114300" indent="0" algn="just">
              <a:buNone/>
            </a:pPr>
            <a:endParaRPr lang="en-US" dirty="0"/>
          </a:p>
          <a:p>
            <a:pPr marL="114300" indent="0" algn="just">
              <a:buNone/>
            </a:pPr>
            <a:r>
              <a:rPr lang="en-US" dirty="0"/>
              <a:t>Importantly, even though our public leaderboard results were not very strong, the model performed noticeably better on the private score.</a:t>
            </a:r>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57</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1260</TotalTime>
  <Words>3652</Words>
  <Application>Microsoft Office PowerPoint</Application>
  <PresentationFormat>Apresentação no Ecrã (16:9)</PresentationFormat>
  <Paragraphs>582</Paragraphs>
  <Slides>57</Slides>
  <Notes>16</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57</vt:i4>
      </vt:variant>
    </vt:vector>
  </HeadingPairs>
  <TitlesOfParts>
    <vt:vector size="59"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Results and Analysis from task [3.1]</vt:lpstr>
      <vt:lpstr>Task [3.2] - Train models that do not require imputation</vt:lpstr>
      <vt:lpstr>What was done in task [3.2]</vt:lpstr>
      <vt:lpstr>What was done in task [3.2]</vt:lpstr>
      <vt:lpstr>Results and Analysis from task [3.2]</vt:lpstr>
      <vt:lpstr>Task [3.3] - Evaluation</vt:lpstr>
      <vt:lpstr>What was done in task [3.3]</vt:lpstr>
      <vt:lpstr>What was done in task [3.3]</vt:lpstr>
      <vt:lpstr>Results and Analysis from task [3.3]</vt:lpstr>
      <vt:lpstr>Results and Analysis from task [3.3]</vt:lpstr>
      <vt:lpstr>Results and Analysis from task [3.3]</vt:lpstr>
      <vt:lpstr>Results and Analysis from task [3.3]</vt:lpstr>
      <vt:lpstr>Task [4.1] - Imputation with labeled and unlabeled data</vt:lpstr>
      <vt:lpstr>What was done in task [4.1]</vt:lpstr>
      <vt:lpstr>Results and Analysis from task [4.1]</vt:lpstr>
      <vt:lpstr>Results and Analysis from task [4.1]</vt:lpstr>
      <vt:lpstr>Task [4.2] - Evaluation</vt:lpstr>
      <vt:lpstr>What was done in task [4.2]</vt:lpstr>
      <vt:lpstr>Results and Analysis from task [4.2]</vt:lpstr>
      <vt:lpstr>Results and Analysis from task [4.2]</vt:lpstr>
      <vt:lpstr>Results and Analysis from task [4.2]</vt:lpstr>
      <vt:lpstr>Results and Analysis from task [4.2]</vt:lpstr>
      <vt:lpstr>Results and Analysis from task [4.2]</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dc:creator>José Costa</dc:creator>
  <cp:lastModifiedBy>Jose Pedro Pires Costa</cp:lastModifiedBy>
  <cp:revision>28</cp:revision>
  <dcterms:modified xsi:type="dcterms:W3CDTF">2025-12-19T19:12:36Z</dcterms:modified>
</cp:coreProperties>
</file>