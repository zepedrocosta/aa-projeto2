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25"/>
  </p:notesMasterIdLst>
  <p:sldIdLst>
    <p:sldId id="256" r:id="rId2"/>
    <p:sldId id="268" r:id="rId3"/>
    <p:sldId id="258" r:id="rId4"/>
    <p:sldId id="263" r:id="rId5"/>
    <p:sldId id="272" r:id="rId6"/>
    <p:sldId id="264" r:id="rId7"/>
    <p:sldId id="269" r:id="rId8"/>
    <p:sldId id="270" r:id="rId9"/>
    <p:sldId id="276" r:id="rId10"/>
    <p:sldId id="271" r:id="rId11"/>
    <p:sldId id="273" r:id="rId12"/>
    <p:sldId id="274" r:id="rId13"/>
    <p:sldId id="280" r:id="rId14"/>
    <p:sldId id="275" r:id="rId15"/>
    <p:sldId id="277" r:id="rId16"/>
    <p:sldId id="278" r:id="rId17"/>
    <p:sldId id="279" r:id="rId18"/>
    <p:sldId id="281" r:id="rId19"/>
    <p:sldId id="266" r:id="rId20"/>
    <p:sldId id="267" r:id="rId21"/>
    <p:sldId id="265" r:id="rId22"/>
    <p:sldId id="261" r:id="rId23"/>
    <p:sldId id="262" r:id="rId2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64"/>
          </p14:sldIdLst>
        </p14:section>
        <p14:section name="1.2" id="{9E751314-B9D1-45B8-803A-20B0E7A9974D}">
          <p14:sldIdLst>
            <p14:sldId id="269"/>
            <p14:sldId id="270"/>
            <p14:sldId id="276"/>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30"/>
  </p:normalViewPr>
  <p:slideViewPr>
    <p:cSldViewPr snapToGrid="0">
      <p:cViewPr varScale="1">
        <p:scale>
          <a:sx n="201" d="100"/>
          <a:sy n="201" d="100"/>
        </p:scale>
        <p:origin x="588" y="17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a:t>
            </a:r>
          </a:p>
          <a:p>
            <a:pPr marL="0" lvl="0" indent="0" algn="l" rtl="0">
              <a:spcBef>
                <a:spcPts val="1200"/>
              </a:spcBef>
              <a:spcAft>
                <a:spcPts val="0"/>
              </a:spcAft>
              <a:buNone/>
            </a:pPr>
            <a:r>
              <a:rPr lang="en" dirty="0"/>
              <a:t>Leaderboard</a:t>
            </a:r>
            <a:r>
              <a:rPr lang="en-US" dirty="0"/>
              <a:t> private</a:t>
            </a:r>
            <a:r>
              <a:rPr lang="en" dirty="0"/>
              <a:t> ranking: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013217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774767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8</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9</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56561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2533110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12</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14</a:t>
            </a:fld>
            <a:endParaRPr lang="en"/>
          </a:p>
        </p:txBody>
      </p:sp>
    </p:spTree>
    <p:extLst>
      <p:ext uri="{BB962C8B-B14F-4D97-AF65-F5344CB8AC3E}">
        <p14:creationId xmlns:p14="http://schemas.microsoft.com/office/powerpoint/2010/main" val="41362947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dirty="0" err="1"/>
              <a:t>Evaluiation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spTree>
    <p:extLst>
      <p:ext uri="{BB962C8B-B14F-4D97-AF65-F5344CB8AC3E}">
        <p14:creationId xmlns:p14="http://schemas.microsoft.com/office/powerpoint/2010/main" val="359010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16</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17</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18</a:t>
            </a:fld>
            <a:endParaRPr lang="en"/>
          </a:p>
        </p:txBody>
      </p:sp>
    </p:spTree>
    <p:extLst>
      <p:ext uri="{BB962C8B-B14F-4D97-AF65-F5344CB8AC3E}">
        <p14:creationId xmlns:p14="http://schemas.microsoft.com/office/powerpoint/2010/main" val="5883309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19</a:t>
            </a:fld>
            <a:endParaRPr lang="en"/>
          </a:p>
        </p:txBody>
      </p:sp>
    </p:spTree>
    <p:extLst>
      <p:ext uri="{BB962C8B-B14F-4D97-AF65-F5344CB8AC3E}">
        <p14:creationId xmlns:p14="http://schemas.microsoft.com/office/powerpoint/2010/main" val="38623539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spTree>
    <p:extLst>
      <p:ext uri="{BB962C8B-B14F-4D97-AF65-F5344CB8AC3E}">
        <p14:creationId xmlns:p14="http://schemas.microsoft.com/office/powerpoint/2010/main" val="12665899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9262990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22</a:t>
            </a:fld>
            <a:endParaRPr lang="en"/>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23</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579</TotalTime>
  <Words>1198</Words>
  <Application>Microsoft Office PowerPoint</Application>
  <PresentationFormat>Apresentação no Ecrã (16:9)</PresentationFormat>
  <Paragraphs>167</Paragraphs>
  <Slides>23</Slides>
  <Notes>8</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23</vt:i4>
      </vt:variant>
    </vt:vector>
  </HeadingPairs>
  <TitlesOfParts>
    <vt:vector size="25"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Task [1.2] - Learn the baseline model</vt:lpstr>
      <vt:lpstr>What was done in task [1.2]</vt:lpstr>
      <vt:lpstr>What was done in task [1.2]</vt:lpstr>
      <vt:lpstr>Results and Analysis from task [1.2]</vt:lpstr>
      <vt:lpstr>Task [2.1] - Development</vt:lpstr>
      <vt:lpstr>What was done in task [2.1]</vt:lpstr>
      <vt:lpstr>What was done in task [2.1]</vt:lpstr>
      <vt:lpstr>Results and Analysis from task [2.1]</vt:lpstr>
      <vt:lpstr>Task [2.2] - Evaluiation</vt:lpstr>
      <vt:lpstr>What was done in task [2.2]</vt:lpstr>
      <vt:lpstr>What was done in task [2.2]</vt:lpstr>
      <vt:lpstr>Results and Analysis from task [2.2]</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9</cp:revision>
  <dcterms:modified xsi:type="dcterms:W3CDTF">2025-12-06T23:22:13Z</dcterms:modified>
</cp:coreProperties>
</file>